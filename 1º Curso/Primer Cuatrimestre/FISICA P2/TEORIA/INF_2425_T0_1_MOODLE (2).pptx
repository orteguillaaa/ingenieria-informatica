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9" r:id="rId1"/>
  </p:sldMasterIdLst>
  <p:notesMasterIdLst>
    <p:notesMasterId r:id="rId27"/>
  </p:notesMasterIdLst>
  <p:handoutMasterIdLst>
    <p:handoutMasterId r:id="rId28"/>
  </p:handoutMasterIdLst>
  <p:sldIdLst>
    <p:sldId id="256" r:id="rId2"/>
    <p:sldId id="296" r:id="rId3"/>
    <p:sldId id="268" r:id="rId4"/>
    <p:sldId id="284" r:id="rId5"/>
    <p:sldId id="272" r:id="rId6"/>
    <p:sldId id="259" r:id="rId7"/>
    <p:sldId id="285" r:id="rId8"/>
    <p:sldId id="279" r:id="rId9"/>
    <p:sldId id="280" r:id="rId10"/>
    <p:sldId id="291" r:id="rId11"/>
    <p:sldId id="283" r:id="rId12"/>
    <p:sldId id="315" r:id="rId13"/>
    <p:sldId id="316" r:id="rId14"/>
    <p:sldId id="318" r:id="rId15"/>
    <p:sldId id="319" r:id="rId16"/>
    <p:sldId id="317" r:id="rId17"/>
    <p:sldId id="320" r:id="rId18"/>
    <p:sldId id="321" r:id="rId19"/>
    <p:sldId id="322" r:id="rId20"/>
    <p:sldId id="264" r:id="rId21"/>
    <p:sldId id="294" r:id="rId22"/>
    <p:sldId id="323" r:id="rId23"/>
    <p:sldId id="289" r:id="rId24"/>
    <p:sldId id="281" r:id="rId25"/>
    <p:sldId id="267" r:id="rId26"/>
  </p:sldIdLst>
  <p:sldSz cx="9144000" cy="6858000" type="screen4x3"/>
  <p:notesSz cx="6797675" cy="9926638"/>
  <p:defaultTextStyle>
    <a:defPPr>
      <a:defRPr lang="es-ES"/>
    </a:defPPr>
    <a:lvl1pPr algn="l" rtl="0" eaLnBrk="0" fontAlgn="base" hangingPunct="0">
      <a:spcBef>
        <a:spcPct val="0"/>
      </a:spcBef>
      <a:spcAft>
        <a:spcPct val="0"/>
      </a:spcAft>
      <a:defRPr sz="2000" kern="1200">
        <a:solidFill>
          <a:schemeClr val="tx1"/>
        </a:solidFill>
        <a:latin typeface="Trebuchet MS" panose="020B060302020202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000" kern="1200">
        <a:solidFill>
          <a:schemeClr val="tx1"/>
        </a:solidFill>
        <a:latin typeface="Trebuchet MS" panose="020B060302020202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000" kern="1200">
        <a:solidFill>
          <a:schemeClr val="tx1"/>
        </a:solidFill>
        <a:latin typeface="Trebuchet MS" panose="020B060302020202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000" kern="1200">
        <a:solidFill>
          <a:schemeClr val="tx1"/>
        </a:solidFill>
        <a:latin typeface="Trebuchet MS" panose="020B060302020202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000" kern="1200">
        <a:solidFill>
          <a:schemeClr val="tx1"/>
        </a:solidFill>
        <a:latin typeface="Trebuchet MS" panose="020B0603020202020204" pitchFamily="34" charset="0"/>
        <a:ea typeface="+mn-ea"/>
        <a:cs typeface="+mn-cs"/>
      </a:defRPr>
    </a:lvl5pPr>
    <a:lvl6pPr marL="2286000" algn="l" defTabSz="914400" rtl="0" eaLnBrk="1" latinLnBrk="0" hangingPunct="1">
      <a:defRPr sz="2000" kern="1200">
        <a:solidFill>
          <a:schemeClr val="tx1"/>
        </a:solidFill>
        <a:latin typeface="Trebuchet MS" panose="020B0603020202020204" pitchFamily="34" charset="0"/>
        <a:ea typeface="+mn-ea"/>
        <a:cs typeface="+mn-cs"/>
      </a:defRPr>
    </a:lvl6pPr>
    <a:lvl7pPr marL="2743200" algn="l" defTabSz="914400" rtl="0" eaLnBrk="1" latinLnBrk="0" hangingPunct="1">
      <a:defRPr sz="2000" kern="1200">
        <a:solidFill>
          <a:schemeClr val="tx1"/>
        </a:solidFill>
        <a:latin typeface="Trebuchet MS" panose="020B0603020202020204" pitchFamily="34" charset="0"/>
        <a:ea typeface="+mn-ea"/>
        <a:cs typeface="+mn-cs"/>
      </a:defRPr>
    </a:lvl7pPr>
    <a:lvl8pPr marL="3200400" algn="l" defTabSz="914400" rtl="0" eaLnBrk="1" latinLnBrk="0" hangingPunct="1">
      <a:defRPr sz="2000" kern="1200">
        <a:solidFill>
          <a:schemeClr val="tx1"/>
        </a:solidFill>
        <a:latin typeface="Trebuchet MS" panose="020B0603020202020204" pitchFamily="34" charset="0"/>
        <a:ea typeface="+mn-ea"/>
        <a:cs typeface="+mn-cs"/>
      </a:defRPr>
    </a:lvl8pPr>
    <a:lvl9pPr marL="3657600" algn="l" defTabSz="914400" rtl="0" eaLnBrk="1" latinLnBrk="0" hangingPunct="1">
      <a:defRPr sz="2000" kern="1200">
        <a:solidFill>
          <a:schemeClr val="tx1"/>
        </a:solidFill>
        <a:latin typeface="Trebuchet MS" panose="020B0603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107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FFFFFF"/>
    <a:srgbClr val="A1BD69"/>
    <a:srgbClr val="3333FF"/>
    <a:srgbClr val="99CCFF"/>
    <a:srgbClr val="CC00CC"/>
    <a:srgbClr val="008000"/>
    <a:srgbClr val="7F8C8D"/>
    <a:srgbClr val="FFFF99"/>
    <a:srgbClr val="FFCC99"/>
    <a:srgbClr val="6600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Estilo medio 2 - Énfasis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8464" autoAdjust="0"/>
    <p:restoredTop sz="96283" autoAdjust="0"/>
  </p:normalViewPr>
  <p:slideViewPr>
    <p:cSldViewPr snapToGrid="0" showGuides="1">
      <p:cViewPr varScale="1">
        <p:scale>
          <a:sx n="108" d="100"/>
          <a:sy n="108" d="100"/>
        </p:scale>
        <p:origin x="1434" y="102"/>
      </p:cViewPr>
      <p:guideLst>
        <p:guide orient="horz" pos="2160"/>
        <p:guide pos="3107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360000" cy="3600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46400" cy="496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17411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51275" y="0"/>
            <a:ext cx="2946400" cy="496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17412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429750"/>
            <a:ext cx="2946400" cy="496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17413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51275" y="9429750"/>
            <a:ext cx="2946400" cy="496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pPr>
              <a:defRPr/>
            </a:pPr>
            <a:fld id="{F707050A-2EA3-4DFB-8B0E-69217295BBBB}" type="slidenum">
              <a:rPr lang="es-ES"/>
              <a:pPr>
                <a:defRPr/>
              </a:pPr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48283112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46400" cy="496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1638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51275" y="0"/>
            <a:ext cx="2946400" cy="496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307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17575" y="744538"/>
            <a:ext cx="4962525" cy="3722687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1638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06463" y="4714875"/>
            <a:ext cx="4984750" cy="4467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s-ES" noProof="0"/>
              <a:t>Haga clic para modificar el estilo de texto del patrón</a:t>
            </a:r>
          </a:p>
          <a:p>
            <a:pPr lvl="1"/>
            <a:r>
              <a:rPr lang="es-ES" noProof="0"/>
              <a:t>Segundo nivel</a:t>
            </a:r>
          </a:p>
          <a:p>
            <a:pPr lvl="2"/>
            <a:r>
              <a:rPr lang="es-ES" noProof="0"/>
              <a:t>Tercer nivel</a:t>
            </a:r>
          </a:p>
          <a:p>
            <a:pPr lvl="3"/>
            <a:r>
              <a:rPr lang="es-ES" noProof="0"/>
              <a:t>Cuarto nivel</a:t>
            </a:r>
          </a:p>
          <a:p>
            <a:pPr lvl="4"/>
            <a:r>
              <a:rPr lang="es-ES" noProof="0"/>
              <a:t>Quinto nivel</a:t>
            </a:r>
          </a:p>
        </p:txBody>
      </p:sp>
      <p:sp>
        <p:nvSpPr>
          <p:cNvPr id="1639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429750"/>
            <a:ext cx="2946400" cy="496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1639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51275" y="9429750"/>
            <a:ext cx="2946400" cy="496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pPr>
              <a:defRPr/>
            </a:pPr>
            <a:fld id="{7ED1A2D4-39E6-4B18-A9B6-B31F0C267684}" type="slidenum">
              <a:rPr lang="es-ES"/>
              <a:pPr>
                <a:defRPr/>
              </a:pPr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778037209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47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s-ES" b="1" baseline="0" dirty="0"/>
          </a:p>
        </p:txBody>
      </p:sp>
    </p:spTree>
    <p:extLst>
      <p:ext uri="{BB962C8B-B14F-4D97-AF65-F5344CB8AC3E}">
        <p14:creationId xmlns:p14="http://schemas.microsoft.com/office/powerpoint/2010/main" val="240067786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195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s-ES" b="1" dirty="0"/>
          </a:p>
        </p:txBody>
      </p:sp>
    </p:spTree>
    <p:extLst>
      <p:ext uri="{BB962C8B-B14F-4D97-AF65-F5344CB8AC3E}">
        <p14:creationId xmlns:p14="http://schemas.microsoft.com/office/powerpoint/2010/main" val="410172497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Marcador de imagen de diapositiva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4339" name="Marcador de notas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s-ES" dirty="0"/>
          </a:p>
        </p:txBody>
      </p:sp>
      <p:sp>
        <p:nvSpPr>
          <p:cNvPr id="14340" name="Marcador de número de diapositiva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Trebuchet MS" panose="020B0603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Trebuchet MS" panose="020B0603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Trebuchet MS" panose="020B0603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Trebuchet MS" panose="020B0603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Trebuchet MS" panose="020B0603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rebuchet MS" panose="020B0603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rebuchet MS" panose="020B0603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rebuchet MS" panose="020B0603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rebuchet MS" panose="020B0603020202020204" pitchFamily="34" charset="0"/>
              </a:defRPr>
            </a:lvl9pPr>
          </a:lstStyle>
          <a:p>
            <a:fld id="{12AFC405-1C33-4D9F-810A-F882F5085507}" type="slidenum">
              <a:rPr lang="es-ES" sz="1200" smtClean="0"/>
              <a:pPr/>
              <a:t>3</a:t>
            </a:fld>
            <a:endParaRPr lang="es-ES" sz="1200"/>
          </a:p>
        </p:txBody>
      </p:sp>
    </p:spTree>
    <p:extLst>
      <p:ext uri="{BB962C8B-B14F-4D97-AF65-F5344CB8AC3E}">
        <p14:creationId xmlns:p14="http://schemas.microsoft.com/office/powerpoint/2010/main" val="317214365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243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413514049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Marcador de imagen de diapositiva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2291" name="Marcador de notas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s-ES" b="1" dirty="0"/>
          </a:p>
        </p:txBody>
      </p:sp>
      <p:sp>
        <p:nvSpPr>
          <p:cNvPr id="12292" name="Marcador de número de diapositiva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Trebuchet MS" panose="020B0603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Trebuchet MS" panose="020B0603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Trebuchet MS" panose="020B0603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Trebuchet MS" panose="020B0603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Trebuchet MS" panose="020B0603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rebuchet MS" panose="020B0603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rebuchet MS" panose="020B0603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rebuchet MS" panose="020B0603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rebuchet MS" panose="020B0603020202020204" pitchFamily="34" charset="0"/>
              </a:defRPr>
            </a:lvl9pPr>
          </a:lstStyle>
          <a:p>
            <a:fld id="{17C96A10-D6A6-40E7-9D7D-34D69B81E844}" type="slidenum">
              <a:rPr lang="es-ES" sz="1200" smtClean="0"/>
              <a:pPr/>
              <a:t>5</a:t>
            </a:fld>
            <a:endParaRPr lang="es-ES" sz="1200"/>
          </a:p>
        </p:txBody>
      </p:sp>
    </p:spTree>
    <p:extLst>
      <p:ext uri="{BB962C8B-B14F-4D97-AF65-F5344CB8AC3E}">
        <p14:creationId xmlns:p14="http://schemas.microsoft.com/office/powerpoint/2010/main" val="414013368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387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s-ES" b="1"/>
          </a:p>
        </p:txBody>
      </p:sp>
    </p:spTree>
    <p:extLst>
      <p:ext uri="{BB962C8B-B14F-4D97-AF65-F5344CB8AC3E}">
        <p14:creationId xmlns:p14="http://schemas.microsoft.com/office/powerpoint/2010/main" val="79952071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435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68254865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0483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397072020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531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s-ES" b="1" baseline="0" dirty="0"/>
          </a:p>
        </p:txBody>
      </p:sp>
    </p:spTree>
    <p:extLst>
      <p:ext uri="{BB962C8B-B14F-4D97-AF65-F5344CB8AC3E}">
        <p14:creationId xmlns:p14="http://schemas.microsoft.com/office/powerpoint/2010/main" val="380702600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531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s-ES" b="1" dirty="0"/>
          </a:p>
        </p:txBody>
      </p:sp>
    </p:spTree>
    <p:extLst>
      <p:ext uri="{BB962C8B-B14F-4D97-AF65-F5344CB8AC3E}">
        <p14:creationId xmlns:p14="http://schemas.microsoft.com/office/powerpoint/2010/main" val="282151745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79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s-ES" b="1" dirty="0"/>
          </a:p>
        </p:txBody>
      </p:sp>
    </p:spTree>
    <p:extLst>
      <p:ext uri="{BB962C8B-B14F-4D97-AF65-F5344CB8AC3E}">
        <p14:creationId xmlns:p14="http://schemas.microsoft.com/office/powerpoint/2010/main" val="115311883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79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s-ES" b="1" dirty="0"/>
          </a:p>
        </p:txBody>
      </p:sp>
    </p:spTree>
    <p:extLst>
      <p:ext uri="{BB962C8B-B14F-4D97-AF65-F5344CB8AC3E}">
        <p14:creationId xmlns:p14="http://schemas.microsoft.com/office/powerpoint/2010/main" val="84974611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79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s-ES" b="1" dirty="0"/>
          </a:p>
        </p:txBody>
      </p:sp>
    </p:spTree>
    <p:extLst>
      <p:ext uri="{BB962C8B-B14F-4D97-AF65-F5344CB8AC3E}">
        <p14:creationId xmlns:p14="http://schemas.microsoft.com/office/powerpoint/2010/main" val="42567574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79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s-ES" b="1" dirty="0"/>
          </a:p>
        </p:txBody>
      </p:sp>
    </p:spTree>
    <p:extLst>
      <p:ext uri="{BB962C8B-B14F-4D97-AF65-F5344CB8AC3E}">
        <p14:creationId xmlns:p14="http://schemas.microsoft.com/office/powerpoint/2010/main" val="137376400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79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s-ES" b="1" dirty="0"/>
          </a:p>
        </p:txBody>
      </p:sp>
    </p:spTree>
    <p:extLst>
      <p:ext uri="{BB962C8B-B14F-4D97-AF65-F5344CB8AC3E}">
        <p14:creationId xmlns:p14="http://schemas.microsoft.com/office/powerpoint/2010/main" val="65537505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79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s-ES" b="1" dirty="0"/>
          </a:p>
        </p:txBody>
      </p:sp>
    </p:spTree>
    <p:extLst>
      <p:ext uri="{BB962C8B-B14F-4D97-AF65-F5344CB8AC3E}">
        <p14:creationId xmlns:p14="http://schemas.microsoft.com/office/powerpoint/2010/main" val="172384695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79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s-ES" b="1" dirty="0"/>
          </a:p>
        </p:txBody>
      </p:sp>
    </p:spTree>
    <p:extLst>
      <p:ext uri="{BB962C8B-B14F-4D97-AF65-F5344CB8AC3E}">
        <p14:creationId xmlns:p14="http://schemas.microsoft.com/office/powerpoint/2010/main" val="372636778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79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s-ES" b="1" dirty="0"/>
          </a:p>
        </p:txBody>
      </p:sp>
    </p:spTree>
    <p:extLst>
      <p:ext uri="{BB962C8B-B14F-4D97-AF65-F5344CB8AC3E}">
        <p14:creationId xmlns:p14="http://schemas.microsoft.com/office/powerpoint/2010/main" val="228398750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79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s-ES" b="1" dirty="0"/>
          </a:p>
        </p:txBody>
      </p:sp>
    </p:spTree>
    <p:extLst>
      <p:ext uri="{BB962C8B-B14F-4D97-AF65-F5344CB8AC3E}">
        <p14:creationId xmlns:p14="http://schemas.microsoft.com/office/powerpoint/2010/main" val="319129745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627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s-ES" b="1" dirty="0"/>
          </a:p>
        </p:txBody>
      </p:sp>
    </p:spTree>
    <p:extLst>
      <p:ext uri="{BB962C8B-B14F-4D97-AF65-F5344CB8AC3E}">
        <p14:creationId xmlns:p14="http://schemas.microsoft.com/office/powerpoint/2010/main" val="1150993932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627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s-ES" b="1" dirty="0"/>
          </a:p>
        </p:txBody>
      </p:sp>
    </p:spTree>
    <p:extLst>
      <p:ext uri="{BB962C8B-B14F-4D97-AF65-F5344CB8AC3E}">
        <p14:creationId xmlns:p14="http://schemas.microsoft.com/office/powerpoint/2010/main" val="233666388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627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s-ES" b="1" dirty="0"/>
          </a:p>
        </p:txBody>
      </p:sp>
    </p:spTree>
    <p:extLst>
      <p:ext uri="{BB962C8B-B14F-4D97-AF65-F5344CB8AC3E}">
        <p14:creationId xmlns:p14="http://schemas.microsoft.com/office/powerpoint/2010/main" val="2840478137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627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s-ES" b="1" dirty="0"/>
          </a:p>
        </p:txBody>
      </p:sp>
    </p:spTree>
    <p:extLst>
      <p:ext uri="{BB962C8B-B14F-4D97-AF65-F5344CB8AC3E}">
        <p14:creationId xmlns:p14="http://schemas.microsoft.com/office/powerpoint/2010/main" val="543450198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8675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s-ES" b="1"/>
          </a:p>
        </p:txBody>
      </p:sp>
    </p:spTree>
    <p:extLst>
      <p:ext uri="{BB962C8B-B14F-4D97-AF65-F5344CB8AC3E}">
        <p14:creationId xmlns:p14="http://schemas.microsoft.com/office/powerpoint/2010/main" val="2964104050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s-ES" b="1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7ED1A2D4-39E6-4B18-A9B6-B31F0C267684}" type="slidenum">
              <a:rPr lang="es-ES" smtClean="0"/>
              <a:pPr>
                <a:defRPr/>
              </a:pPr>
              <a:t>25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87472777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 descr="Canvas"/>
          <p:cNvSpPr>
            <a:spLocks noChangeArrowheads="1"/>
          </p:cNvSpPr>
          <p:nvPr/>
        </p:nvSpPr>
        <p:spPr bwMode="white">
          <a:xfrm>
            <a:off x="528638" y="201613"/>
            <a:ext cx="8397875" cy="6467475"/>
          </a:xfrm>
          <a:prstGeom prst="rect">
            <a:avLst/>
          </a:prstGeom>
          <a:blipFill dpi="0" rotWithShape="0">
            <a:blip r:embed="rId2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Trebuchet MS" panose="020B0603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Trebuchet MS" panose="020B0603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Trebuchet MS" panose="020B0603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Trebuchet MS" panose="020B0603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Trebuchet MS" panose="020B0603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rebuchet MS" panose="020B0603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rebuchet MS" panose="020B0603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rebuchet MS" panose="020B0603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rebuchet MS" panose="020B0603020202020204" pitchFamily="34" charset="0"/>
              </a:defRPr>
            </a:lvl9pPr>
          </a:lstStyle>
          <a:p>
            <a:pPr algn="ctr" eaLnBrk="1" hangingPunct="1">
              <a:defRPr/>
            </a:pPr>
            <a:endParaRPr kumimoji="1" lang="es-ES" sz="2400">
              <a:latin typeface="Times New Roman" panose="02020603050405020304" pitchFamily="18" charset="0"/>
            </a:endParaRPr>
          </a:p>
        </p:txBody>
      </p:sp>
      <p:pic>
        <p:nvPicPr>
          <p:cNvPr id="5" name="Picture 3" descr="minispir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ltGray">
          <a:xfrm>
            <a:off x="0" y="50800"/>
            <a:ext cx="1181100" cy="428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Rectangle 4" descr="Canvas"/>
          <p:cNvSpPr>
            <a:spLocks noChangeArrowheads="1"/>
          </p:cNvSpPr>
          <p:nvPr/>
        </p:nvSpPr>
        <p:spPr bwMode="white">
          <a:xfrm>
            <a:off x="596900" y="4130675"/>
            <a:ext cx="1041400" cy="457200"/>
          </a:xfrm>
          <a:prstGeom prst="rect">
            <a:avLst/>
          </a:prstGeom>
          <a:blipFill dpi="0" rotWithShape="0">
            <a:blip r:embed="rId2"/>
            <a:srcRect/>
            <a:tile tx="0" ty="0" sx="100000" sy="100000" flip="none" algn="tl"/>
          </a:blip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Trebuchet MS" panose="020B0603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Trebuchet MS" panose="020B0603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Trebuchet MS" panose="020B0603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Trebuchet MS" panose="020B0603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Trebuchet MS" panose="020B0603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rebuchet MS" panose="020B0603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rebuchet MS" panose="020B0603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rebuchet MS" panose="020B0603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rebuchet MS" panose="020B0603020202020204" pitchFamily="34" charset="0"/>
              </a:defRPr>
            </a:lvl9pPr>
          </a:lstStyle>
          <a:p>
            <a:pPr algn="ctr" eaLnBrk="1" hangingPunct="1">
              <a:defRPr/>
            </a:pPr>
            <a:endParaRPr kumimoji="1" lang="es-ES" sz="2400">
              <a:latin typeface="Times New Roman" panose="02020603050405020304" pitchFamily="18" charset="0"/>
            </a:endParaRPr>
          </a:p>
        </p:txBody>
      </p:sp>
      <p:pic>
        <p:nvPicPr>
          <p:cNvPr id="7" name="Picture 5" descr="minispir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9999"/>
          <a:stretch>
            <a:fillRect/>
          </a:stretch>
        </p:blipFill>
        <p:spPr bwMode="ltGray">
          <a:xfrm>
            <a:off x="0" y="4222750"/>
            <a:ext cx="1181100" cy="2571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102" name="Rectangle 6"/>
          <p:cNvSpPr>
            <a:spLocks noGrp="1" noChangeArrowheads="1"/>
          </p:cNvSpPr>
          <p:nvPr>
            <p:ph type="ctrTitle"/>
          </p:nvPr>
        </p:nvSpPr>
        <p:spPr>
          <a:xfrm>
            <a:off x="914401" y="2057400"/>
            <a:ext cx="7721600" cy="1143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s-ES" noProof="0"/>
              <a:t>Haga clic para modificar el estilo de título del patrón</a:t>
            </a:r>
          </a:p>
        </p:txBody>
      </p:sp>
      <p:sp>
        <p:nvSpPr>
          <p:cNvPr id="4103" name="Rectangle 7"/>
          <p:cNvSpPr>
            <a:spLocks noGrp="1" noChangeArrowheads="1"/>
          </p:cNvSpPr>
          <p:nvPr>
            <p:ph type="subTitle" idx="1"/>
          </p:nvPr>
        </p:nvSpPr>
        <p:spPr>
          <a:xfrm>
            <a:off x="1625600" y="3886200"/>
            <a:ext cx="6400800" cy="1771650"/>
          </a:xfrm>
        </p:spPr>
        <p:txBody>
          <a:bodyPr/>
          <a:lstStyle>
            <a:lvl1pPr marL="0" indent="0" algn="ctr">
              <a:buFontTx/>
              <a:buNone/>
              <a:defRPr/>
            </a:lvl1pPr>
          </a:lstStyle>
          <a:p>
            <a:pPr lvl="0"/>
            <a:r>
              <a:rPr lang="es-ES" noProof="0"/>
              <a:t>Haga clic para modificar el estilo de subtítulo del patrón</a:t>
            </a:r>
          </a:p>
        </p:txBody>
      </p:sp>
      <p:sp>
        <p:nvSpPr>
          <p:cNvPr id="8" name="Rectangle 8"/>
          <p:cNvSpPr>
            <a:spLocks noGrp="1" noChangeArrowheads="1"/>
          </p:cNvSpPr>
          <p:nvPr>
            <p:ph type="dt" sz="quarter" idx="10"/>
          </p:nvPr>
        </p:nvSpPr>
        <p:spPr>
          <a:xfrm>
            <a:off x="1084263" y="60960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9" name="Rectangle 9"/>
          <p:cNvSpPr>
            <a:spLocks noGrp="1" noChangeArrowheads="1"/>
          </p:cNvSpPr>
          <p:nvPr>
            <p:ph type="ftr" sz="quarter" idx="11"/>
          </p:nvPr>
        </p:nvSpPr>
        <p:spPr>
          <a:xfrm>
            <a:off x="3522663" y="6096000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10" name="Rectangle 10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951663" y="60960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43C3552-1EE8-4372-A555-BA014465696A}" type="slidenum">
              <a:rPr lang="es-ES"/>
              <a:pPr>
                <a:defRPr/>
              </a:pPr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7809752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Rectangle 8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5" name="Rectangle 9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6" name="Rectangle 10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63B4020-3A63-4447-83BF-2F030BCC1617}" type="slidenum">
              <a:rPr lang="es-ES"/>
              <a:pPr>
                <a:defRPr/>
              </a:pPr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00773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23888" y="1709740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623888" y="4589465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Rectangle 8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5" name="Rectangle 9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6" name="Rectangle 10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EC9272A-4969-45C3-9D0E-D5A0E8B7D745}" type="slidenum">
              <a:rPr lang="es-ES"/>
              <a:pPr>
                <a:defRPr/>
              </a:pPr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864771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1066800" y="1752600"/>
            <a:ext cx="3733800" cy="4114800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4953000" y="1752600"/>
            <a:ext cx="3733800" cy="4114800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Rectangle 8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6" name="Rectangle 9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7" name="Rectangle 10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B86F931-0295-4CFA-B7AD-F314C0EDDAAC}" type="slidenum">
              <a:rPr lang="es-ES"/>
              <a:pPr>
                <a:defRPr/>
              </a:pPr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6379531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30238" y="365127"/>
            <a:ext cx="78867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630239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30239" y="2505075"/>
            <a:ext cx="3868737" cy="368458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Rectangle 8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8" name="Rectangle 9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9" name="Rectangle 10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EC32757-5AEC-45D8-A8EE-4250D105B0B1}" type="slidenum">
              <a:rPr lang="es-ES"/>
              <a:pPr>
                <a:defRPr/>
              </a:pPr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8887802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Rectangle 8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4" name="Rectangle 9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5" name="Rectangle 10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4AEA9C1-F1EE-4962-87D8-FF230CE54F40}" type="slidenum">
              <a:rPr lang="es-ES"/>
              <a:pPr>
                <a:defRPr/>
              </a:pPr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0952770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8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3" name="Rectangle 9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4" name="Rectangle 10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47A4202-5248-48B4-9A61-10E75497C0E1}" type="slidenum">
              <a:rPr lang="es-ES"/>
              <a:pPr>
                <a:defRPr/>
              </a:pPr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5525303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30239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3887788" y="987427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630239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Rectangle 8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6" name="Rectangle 9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7" name="Rectangle 10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76AF1B1-60CF-43DF-93EA-4F13C390F005}" type="slidenum">
              <a:rPr lang="es-ES"/>
              <a:pPr>
                <a:defRPr/>
              </a:pPr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0510098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30239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3887788" y="987427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s-ES" noProof="0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630239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Rectangle 8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6" name="Rectangle 9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7" name="Rectangle 10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0D6C5D2-BC8E-4501-96DB-8E46547F387C}" type="slidenum">
              <a:rPr lang="es-ES"/>
              <a:pPr>
                <a:defRPr/>
              </a:pPr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2577433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Rectangle 8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5" name="Rectangle 9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6" name="Rectangle 10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3F51B3A-1926-49F0-9121-A02E6C92CCCF}" type="slidenum">
              <a:rPr lang="es-ES"/>
              <a:pPr>
                <a:defRPr/>
              </a:pPr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0681340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6781800" y="381000"/>
            <a:ext cx="1905000" cy="5486400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1066800" y="381000"/>
            <a:ext cx="5562600" cy="5486400"/>
          </a:xfrm>
        </p:spPr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Rectangle 8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5" name="Rectangle 9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6" name="Rectangle 10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63D7E40-6A4F-4AAC-B374-1DBEB84CF11E}" type="slidenum">
              <a:rPr lang="es-ES"/>
              <a:pPr>
                <a:defRPr/>
              </a:pPr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59538633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onteni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contenido 1"/>
          <p:cNvSpPr>
            <a:spLocks noGrp="1"/>
          </p:cNvSpPr>
          <p:nvPr>
            <p:ph/>
          </p:nvPr>
        </p:nvSpPr>
        <p:spPr>
          <a:xfrm>
            <a:off x="1066800" y="381000"/>
            <a:ext cx="7620000" cy="5486400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3" name="Rectangle 8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4" name="Rectangle 9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5" name="Rectangle 10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A39B50F-B1DF-419B-AD10-25FB77EF8A5D}" type="slidenum">
              <a:rPr lang="es-ES"/>
              <a:pPr>
                <a:defRPr/>
              </a:pPr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888224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ltGray">
      <p:bgPr>
        <a:solidFill>
          <a:srgbClr val="906D5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ChangeArrowheads="1"/>
          </p:cNvSpPr>
          <p:nvPr/>
        </p:nvSpPr>
        <p:spPr bwMode="ltGray">
          <a:xfrm>
            <a:off x="609600" y="228600"/>
            <a:ext cx="8239125" cy="6391275"/>
          </a:xfrm>
          <a:prstGeom prst="rect">
            <a:avLst/>
          </a:prstGeom>
          <a:solidFill>
            <a:srgbClr val="EDE7E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Trebuchet MS" panose="020B0603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Trebuchet MS" panose="020B0603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Trebuchet MS" panose="020B0603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Trebuchet MS" panose="020B0603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Trebuchet MS" panose="020B0603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rebuchet MS" panose="020B0603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rebuchet MS" panose="020B0603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rebuchet MS" panose="020B0603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rebuchet MS" panose="020B0603020202020204" pitchFamily="34" charset="0"/>
              </a:defRPr>
            </a:lvl9pPr>
          </a:lstStyle>
          <a:p>
            <a:pPr algn="ctr" eaLnBrk="1" hangingPunct="1">
              <a:defRPr/>
            </a:pPr>
            <a:endParaRPr kumimoji="1" lang="es-ES" sz="2400">
              <a:latin typeface="Times New Roman" panose="02020603050405020304" pitchFamily="18" charset="0"/>
            </a:endParaRPr>
          </a:p>
        </p:txBody>
      </p:sp>
      <p:sp>
        <p:nvSpPr>
          <p:cNvPr id="1027" name="Line 3"/>
          <p:cNvSpPr>
            <a:spLocks noChangeShapeType="1"/>
          </p:cNvSpPr>
          <p:nvPr/>
        </p:nvSpPr>
        <p:spPr bwMode="ltGray">
          <a:xfrm>
            <a:off x="1016000" y="1600200"/>
            <a:ext cx="7670800" cy="0"/>
          </a:xfrm>
          <a:prstGeom prst="line">
            <a:avLst/>
          </a:prstGeom>
          <a:noFill/>
          <a:ln w="3175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pic>
        <p:nvPicPr>
          <p:cNvPr id="1028" name="Picture 4" descr="minispir"/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333"/>
          <a:stretch>
            <a:fillRect/>
          </a:stretch>
        </p:blipFill>
        <p:spPr bwMode="ltGray">
          <a:xfrm>
            <a:off x="0" y="50800"/>
            <a:ext cx="1181100" cy="4057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9" name="Picture 5" descr="minispir"/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9999"/>
          <a:stretch>
            <a:fillRect/>
          </a:stretch>
        </p:blipFill>
        <p:spPr bwMode="ltGray">
          <a:xfrm>
            <a:off x="0" y="4222750"/>
            <a:ext cx="1181100" cy="2571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30" name="Rectangle 6"/>
          <p:cNvSpPr>
            <a:spLocks noGrp="1" noChangeArrowheads="1"/>
          </p:cNvSpPr>
          <p:nvPr>
            <p:ph type="title"/>
          </p:nvPr>
        </p:nvSpPr>
        <p:spPr bwMode="auto">
          <a:xfrm>
            <a:off x="1066800" y="381000"/>
            <a:ext cx="76200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s-ES"/>
              <a:t>Haga clic para modificar el estilo de título del patrón</a:t>
            </a:r>
          </a:p>
        </p:txBody>
      </p:sp>
      <p:sp>
        <p:nvSpPr>
          <p:cNvPr id="1031" name="Rectangle 7"/>
          <p:cNvSpPr>
            <a:spLocks noGrp="1" noChangeArrowheads="1"/>
          </p:cNvSpPr>
          <p:nvPr>
            <p:ph type="body" idx="1"/>
          </p:nvPr>
        </p:nvSpPr>
        <p:spPr bwMode="auto">
          <a:xfrm>
            <a:off x="1066800" y="1752600"/>
            <a:ext cx="76200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3080" name="Rectangle 8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1014413" y="6107113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>
                <a:latin typeface="+mn-lt"/>
              </a:defRPr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3081" name="Rectangle 9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452813" y="6107113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>
                <a:latin typeface="+mn-lt"/>
              </a:defRPr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3082" name="Rectangle 10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881813" y="6107113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>
                <a:latin typeface="+mn-lt"/>
              </a:defRPr>
            </a:lvl1pPr>
          </a:lstStyle>
          <a:p>
            <a:pPr>
              <a:defRPr/>
            </a:pPr>
            <a:fld id="{342910A8-9333-4445-80D3-32D89431D247}" type="slidenum">
              <a:rPr lang="es-ES"/>
              <a:pPr>
                <a:defRPr/>
              </a:pPr>
              <a:t>‹Nº›</a:t>
            </a:fld>
            <a:endParaRPr lang="es-E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34" r:id="rId1"/>
    <p:sldLayoutId id="2147483923" r:id="rId2"/>
    <p:sldLayoutId id="2147483924" r:id="rId3"/>
    <p:sldLayoutId id="2147483925" r:id="rId4"/>
    <p:sldLayoutId id="2147483926" r:id="rId5"/>
    <p:sldLayoutId id="2147483927" r:id="rId6"/>
    <p:sldLayoutId id="2147483928" r:id="rId7"/>
    <p:sldLayoutId id="2147483929" r:id="rId8"/>
    <p:sldLayoutId id="2147483930" r:id="rId9"/>
    <p:sldLayoutId id="2147483931" r:id="rId10"/>
    <p:sldLayoutId id="2147483932" r:id="rId11"/>
    <p:sldLayoutId id="2147483933" r:id="rId12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wmf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ext Box 4"/>
          <p:cNvSpPr txBox="1">
            <a:spLocks noChangeArrowheads="1"/>
          </p:cNvSpPr>
          <p:nvPr/>
        </p:nvSpPr>
        <p:spPr bwMode="auto">
          <a:xfrm>
            <a:off x="4257675" y="3187700"/>
            <a:ext cx="1325563" cy="4572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s-ES" sz="2400" b="1">
                <a:latin typeface="Comic Sans MS" panose="030F0702030302020204" pitchFamily="66" charset="0"/>
              </a:rPr>
              <a:t>FÍSICA</a:t>
            </a:r>
          </a:p>
        </p:txBody>
      </p:sp>
      <p:sp>
        <p:nvSpPr>
          <p:cNvPr id="5123" name="Text Box 5"/>
          <p:cNvSpPr txBox="1">
            <a:spLocks noChangeArrowheads="1"/>
          </p:cNvSpPr>
          <p:nvPr/>
        </p:nvSpPr>
        <p:spPr bwMode="auto">
          <a:xfrm>
            <a:off x="2124075" y="4071938"/>
            <a:ext cx="5629275" cy="4572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s-ES" sz="2400" b="1" dirty="0">
                <a:latin typeface="Comic Sans MS" panose="030F0702030302020204" pitchFamily="66" charset="0"/>
              </a:rPr>
              <a:t>PRESENTACIÓN </a:t>
            </a:r>
            <a:r>
              <a:rPr lang="es-ES" sz="2400" b="1">
                <a:latin typeface="Comic Sans MS" panose="030F0702030302020204" pitchFamily="66" charset="0"/>
              </a:rPr>
              <a:t>CURSO 2024/2025</a:t>
            </a:r>
            <a:endParaRPr lang="es-ES" sz="2400" b="1" dirty="0">
              <a:latin typeface="Comic Sans MS" panose="030F0702030302020204" pitchFamily="66" charset="0"/>
            </a:endParaRPr>
          </a:p>
        </p:txBody>
      </p:sp>
      <p:sp>
        <p:nvSpPr>
          <p:cNvPr id="5124" name="Text Box 8"/>
          <p:cNvSpPr txBox="1">
            <a:spLocks noChangeArrowheads="1"/>
          </p:cNvSpPr>
          <p:nvPr/>
        </p:nvSpPr>
        <p:spPr bwMode="auto">
          <a:xfrm>
            <a:off x="1720850" y="2309813"/>
            <a:ext cx="6429375" cy="4572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s-ES" sz="2400" b="1">
                <a:latin typeface="Comic Sans MS" panose="030F0702030302020204" pitchFamily="66" charset="0"/>
              </a:rPr>
              <a:t>GRADO EN INGENIERÍA INFORMÁTICA</a:t>
            </a:r>
          </a:p>
        </p:txBody>
      </p:sp>
      <p:sp>
        <p:nvSpPr>
          <p:cNvPr id="5126" name="Text Box 11"/>
          <p:cNvSpPr txBox="1">
            <a:spLocks noChangeArrowheads="1"/>
          </p:cNvSpPr>
          <p:nvPr/>
        </p:nvSpPr>
        <p:spPr bwMode="auto">
          <a:xfrm>
            <a:off x="7464019" y="330047"/>
            <a:ext cx="1343095" cy="1090547"/>
          </a:xfrm>
          <a:prstGeom prst="rect">
            <a:avLst/>
          </a:prstGeom>
          <a:solidFill>
            <a:srgbClr val="3366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txBody>
          <a:bodyPr wrap="square" lIns="90000" tIns="82800" rIns="90000" bIns="82800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36000" eaLnBrk="1" hangingPunct="1">
              <a:spcBef>
                <a:spcPts val="0"/>
              </a:spcBef>
              <a:buNone/>
            </a:pPr>
            <a:r>
              <a:rPr lang="es-ES" sz="2000" dirty="0">
                <a:solidFill>
                  <a:srgbClr val="FFFFFF"/>
                </a:solidFill>
                <a:latin typeface="Trebuchet MS" panose="020B0603020202020204" pitchFamily="34" charset="0"/>
              </a:rPr>
              <a:t>T1</a:t>
            </a:r>
            <a:r>
              <a:rPr lang="es-ES" sz="2000">
                <a:solidFill>
                  <a:srgbClr val="FFFFFF"/>
                </a:solidFill>
                <a:latin typeface="Trebuchet MS" panose="020B0603020202020204" pitchFamily="34" charset="0"/>
              </a:rPr>
              <a:t>: 18/09</a:t>
            </a:r>
          </a:p>
          <a:p>
            <a:pPr marL="36000" eaLnBrk="1" hangingPunct="1">
              <a:spcBef>
                <a:spcPts val="0"/>
              </a:spcBef>
              <a:buNone/>
            </a:pPr>
            <a:r>
              <a:rPr lang="es-ES" sz="2000">
                <a:solidFill>
                  <a:srgbClr val="FFFFFF"/>
                </a:solidFill>
                <a:latin typeface="Trebuchet MS" panose="020B0603020202020204" pitchFamily="34" charset="0"/>
              </a:rPr>
              <a:t>T2: 16/09</a:t>
            </a:r>
            <a:endParaRPr lang="es-ES" sz="2000" dirty="0">
              <a:solidFill>
                <a:srgbClr val="FFFFFF"/>
              </a:solidFill>
              <a:latin typeface="Trebuchet MS" panose="020B0603020202020204" pitchFamily="34" charset="0"/>
            </a:endParaRPr>
          </a:p>
          <a:p>
            <a:pPr marL="36000" eaLnBrk="1" hangingPunct="1">
              <a:spcBef>
                <a:spcPts val="0"/>
              </a:spcBef>
              <a:buNone/>
            </a:pPr>
            <a:r>
              <a:rPr lang="es-ES" sz="2000" dirty="0">
                <a:solidFill>
                  <a:srgbClr val="FFFFFF"/>
                </a:solidFill>
                <a:latin typeface="Trebuchet MS" panose="020B0603020202020204" pitchFamily="34" charset="0"/>
              </a:rPr>
              <a:t>T3</a:t>
            </a:r>
            <a:r>
              <a:rPr lang="es-ES" sz="2000">
                <a:solidFill>
                  <a:srgbClr val="FFFFFF"/>
                </a:solidFill>
                <a:latin typeface="Trebuchet MS" panose="020B0603020202020204" pitchFamily="34" charset="0"/>
              </a:rPr>
              <a:t>: 17/09</a:t>
            </a:r>
            <a:endParaRPr lang="es-ES" sz="2000" dirty="0">
              <a:solidFill>
                <a:srgbClr val="FFFFFF"/>
              </a:solidFill>
              <a:latin typeface="Trebuchet MS" panose="020B0603020202020204" pitchFamily="34" charset="0"/>
            </a:endParaRPr>
          </a:p>
        </p:txBody>
      </p:sp>
      <p:grpSp>
        <p:nvGrpSpPr>
          <p:cNvPr id="2" name="Grupo 1">
            <a:extLst>
              <a:ext uri="{FF2B5EF4-FFF2-40B4-BE49-F238E27FC236}">
                <a16:creationId xmlns:a16="http://schemas.microsoft.com/office/drawing/2014/main" id="{5223CA29-EEF9-DFB2-D119-DB72CBACAE45}"/>
              </a:ext>
            </a:extLst>
          </p:cNvPr>
          <p:cNvGrpSpPr/>
          <p:nvPr/>
        </p:nvGrpSpPr>
        <p:grpSpPr>
          <a:xfrm>
            <a:off x="3105439" y="4956374"/>
            <a:ext cx="3653848" cy="1448891"/>
            <a:chOff x="3054328" y="5065325"/>
            <a:chExt cx="3653848" cy="1448891"/>
          </a:xfrm>
        </p:grpSpPr>
        <p:grpSp>
          <p:nvGrpSpPr>
            <p:cNvPr id="3" name="Group 22">
              <a:extLst>
                <a:ext uri="{FF2B5EF4-FFF2-40B4-BE49-F238E27FC236}">
                  <a16:creationId xmlns:a16="http://schemas.microsoft.com/office/drawing/2014/main" id="{E4435883-DD8B-5A87-EC5B-DBA34943D78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172813" y="5450591"/>
              <a:ext cx="3535363" cy="1063625"/>
              <a:chOff x="3203" y="3391"/>
              <a:chExt cx="2227" cy="670"/>
            </a:xfrm>
          </p:grpSpPr>
          <p:sp>
            <p:nvSpPr>
              <p:cNvPr id="5" name="Text Box 17">
                <a:extLst>
                  <a:ext uri="{FF2B5EF4-FFF2-40B4-BE49-F238E27FC236}">
                    <a16:creationId xmlns:a16="http://schemas.microsoft.com/office/drawing/2014/main" id="{3B6BC892-FAF3-BD65-B95C-FA4058FC942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203" y="3391"/>
                <a:ext cx="2227" cy="29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s-ES" sz="2400" u="sng" dirty="0">
                    <a:solidFill>
                      <a:srgbClr val="CC00CC"/>
                    </a:solidFill>
                    <a:latin typeface="Trebuchet MS" panose="020B0603020202020204" pitchFamily="34" charset="0"/>
                  </a:rPr>
                  <a:t>https://moodle.uhu.es/</a:t>
                </a:r>
              </a:p>
            </p:txBody>
          </p:sp>
          <p:pic>
            <p:nvPicPr>
              <p:cNvPr id="6" name="Picture 19" descr="moodle">
                <a:extLst>
                  <a:ext uri="{FF2B5EF4-FFF2-40B4-BE49-F238E27FC236}">
                    <a16:creationId xmlns:a16="http://schemas.microsoft.com/office/drawing/2014/main" id="{3E430795-3419-3DEF-1AF8-BB3ED43CB2B0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773" y="3744"/>
                <a:ext cx="1056" cy="31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sp>
          <p:nvSpPr>
            <p:cNvPr id="4" name="CuadroTexto 3">
              <a:extLst>
                <a:ext uri="{FF2B5EF4-FFF2-40B4-BE49-F238E27FC236}">
                  <a16:creationId xmlns:a16="http://schemas.microsoft.com/office/drawing/2014/main" id="{1BA6A637-69E8-44FB-2883-0001EA453567}"/>
                </a:ext>
              </a:extLst>
            </p:cNvPr>
            <p:cNvSpPr txBox="1"/>
            <p:nvPr/>
          </p:nvSpPr>
          <p:spPr>
            <a:xfrm>
              <a:off x="3054328" y="5065325"/>
              <a:ext cx="353536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1800" dirty="0"/>
                <a:t>ESTA </a:t>
              </a:r>
              <a:r>
                <a:rPr lang="es-ES" sz="1800"/>
                <a:t>PRESENTACIÓN ESTÁ </a:t>
              </a:r>
              <a:r>
                <a:rPr lang="es-ES" sz="1800" dirty="0"/>
                <a:t>EN: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26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Text Box 7"/>
          <p:cNvSpPr txBox="1">
            <a:spLocks noChangeArrowheads="1"/>
          </p:cNvSpPr>
          <p:nvPr/>
        </p:nvSpPr>
        <p:spPr bwMode="auto">
          <a:xfrm>
            <a:off x="6992371" y="355285"/>
            <a:ext cx="1847850" cy="400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s-ES" sz="2000">
                <a:solidFill>
                  <a:schemeClr val="accent2"/>
                </a:solidFill>
                <a:latin typeface="Trebuchet MS" panose="020B0603020202020204" pitchFamily="34" charset="0"/>
              </a:rPr>
              <a:t>PROFESORADO</a:t>
            </a:r>
          </a:p>
        </p:txBody>
      </p:sp>
      <p:sp>
        <p:nvSpPr>
          <p:cNvPr id="7183" name="Text Box 8"/>
          <p:cNvSpPr txBox="1">
            <a:spLocks noChangeArrowheads="1"/>
          </p:cNvSpPr>
          <p:nvPr/>
        </p:nvSpPr>
        <p:spPr bwMode="auto">
          <a:xfrm>
            <a:off x="1582611" y="1176690"/>
            <a:ext cx="4887300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s-ES" sz="2400" dirty="0">
                <a:latin typeface="Trebuchet MS" panose="020B0603020202020204" pitchFamily="34" charset="0"/>
              </a:rPr>
              <a:t>José Enrique Martín Domínguez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s-ES" sz="2400" dirty="0">
                <a:solidFill>
                  <a:srgbClr val="FF0000"/>
                </a:solidFill>
                <a:latin typeface="Trebuchet MS" panose="020B0603020202020204" pitchFamily="34" charset="0"/>
              </a:rPr>
              <a:t>(coordinador, profesor de teoría)</a:t>
            </a:r>
          </a:p>
        </p:txBody>
      </p:sp>
      <p:sp>
        <p:nvSpPr>
          <p:cNvPr id="7180" name="Text Box 9"/>
          <p:cNvSpPr txBox="1">
            <a:spLocks noChangeArrowheads="1"/>
          </p:cNvSpPr>
          <p:nvPr/>
        </p:nvSpPr>
        <p:spPr bwMode="auto">
          <a:xfrm>
            <a:off x="1582611" y="2231773"/>
            <a:ext cx="252986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s-ES" sz="2400" u="sng">
                <a:solidFill>
                  <a:srgbClr val="CC00CC"/>
                </a:solidFill>
                <a:latin typeface="Trebuchet MS" panose="020B0603020202020204" pitchFamily="34" charset="0"/>
              </a:rPr>
              <a:t>jemartin@uhu.es</a:t>
            </a:r>
          </a:p>
        </p:txBody>
      </p:sp>
      <p:sp>
        <p:nvSpPr>
          <p:cNvPr id="7179" name="Text Box 3"/>
          <p:cNvSpPr txBox="1">
            <a:spLocks noChangeArrowheads="1"/>
          </p:cNvSpPr>
          <p:nvPr/>
        </p:nvSpPr>
        <p:spPr bwMode="auto">
          <a:xfrm>
            <a:off x="1714374" y="2982661"/>
            <a:ext cx="1862154" cy="461665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  <a:defRPr/>
            </a:pPr>
            <a:r>
              <a:rPr lang="es-ES" sz="2400">
                <a:latin typeface="Trebuchet MS" panose="020B0603020202020204" pitchFamily="34" charset="0"/>
                <a:cs typeface="Times New Roman" panose="02020603050405020304" pitchFamily="18" charset="0"/>
              </a:rPr>
              <a:t>959.21.9784</a:t>
            </a:r>
            <a:endParaRPr lang="es-ES" sz="2400">
              <a:latin typeface="Trebuchet MS" panose="020B0603020202020204" pitchFamily="34" charset="0"/>
            </a:endParaRPr>
          </a:p>
        </p:txBody>
      </p:sp>
      <p:grpSp>
        <p:nvGrpSpPr>
          <p:cNvPr id="7174" name="Grupo 1"/>
          <p:cNvGrpSpPr>
            <a:grpSpLocks/>
          </p:cNvGrpSpPr>
          <p:nvPr/>
        </p:nvGrpSpPr>
        <p:grpSpPr bwMode="auto">
          <a:xfrm>
            <a:off x="1696910" y="3855666"/>
            <a:ext cx="6634196" cy="1182479"/>
            <a:chOff x="1875073" y="4276163"/>
            <a:chExt cx="6634196" cy="1181432"/>
          </a:xfrm>
        </p:grpSpPr>
        <p:sp>
          <p:nvSpPr>
            <p:cNvPr id="7176" name="Text Box 4"/>
            <p:cNvSpPr txBox="1">
              <a:spLocks noChangeArrowheads="1"/>
            </p:cNvSpPr>
            <p:nvPr/>
          </p:nvSpPr>
          <p:spPr bwMode="auto">
            <a:xfrm>
              <a:off x="3170474" y="4870453"/>
              <a:ext cx="5338795" cy="587142"/>
            </a:xfrm>
            <a:prstGeom prst="rect">
              <a:avLst/>
            </a:prstGeom>
            <a:solidFill>
              <a:srgbClr val="FFCC99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s-ES" sz="2400">
                  <a:latin typeface="Trebuchet MS" panose="020B0603020202020204" pitchFamily="34" charset="0"/>
                </a:rPr>
                <a:t>Planta 3ª - Núcleo 1 - Puerta 2</a:t>
              </a:r>
            </a:p>
          </p:txBody>
        </p:sp>
        <p:sp>
          <p:nvSpPr>
            <p:cNvPr id="7177" name="Text Box 13"/>
            <p:cNvSpPr txBox="1">
              <a:spLocks noChangeArrowheads="1"/>
            </p:cNvSpPr>
            <p:nvPr/>
          </p:nvSpPr>
          <p:spPr bwMode="auto">
            <a:xfrm>
              <a:off x="1875073" y="4276163"/>
              <a:ext cx="1157421" cy="461255"/>
            </a:xfrm>
            <a:prstGeom prst="rect">
              <a:avLst/>
            </a:prstGeom>
            <a:solidFill>
              <a:srgbClr val="008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s-ES" sz="2400" b="1" dirty="0">
                  <a:solidFill>
                    <a:schemeClr val="bg1"/>
                  </a:solidFill>
                  <a:latin typeface="Trebuchet MS" panose="020B0603020202020204" pitchFamily="34" charset="0"/>
                </a:rPr>
                <a:t>FCCEE</a:t>
              </a:r>
            </a:p>
          </p:txBody>
        </p:sp>
        <p:sp>
          <p:nvSpPr>
            <p:cNvPr id="7178" name="Text Box 14"/>
            <p:cNvSpPr txBox="1">
              <a:spLocks noChangeArrowheads="1"/>
            </p:cNvSpPr>
            <p:nvPr/>
          </p:nvSpPr>
          <p:spPr bwMode="auto">
            <a:xfrm>
              <a:off x="3170474" y="4285688"/>
              <a:ext cx="5338795" cy="461255"/>
            </a:xfrm>
            <a:prstGeom prst="rect">
              <a:avLst/>
            </a:prstGeom>
            <a:solidFill>
              <a:srgbClr val="FFFF99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s-ES" sz="2400">
                  <a:latin typeface="Trebuchet MS" panose="020B0603020202020204" pitchFamily="34" charset="0"/>
                </a:rPr>
                <a:t>Facultad de Ciencias Experimentales</a:t>
              </a:r>
            </a:p>
          </p:txBody>
        </p:sp>
      </p:grpSp>
      <p:sp>
        <p:nvSpPr>
          <p:cNvPr id="10" name="Text Box 8">
            <a:extLst>
              <a:ext uri="{FF2B5EF4-FFF2-40B4-BE49-F238E27FC236}">
                <a16:creationId xmlns:a16="http://schemas.microsoft.com/office/drawing/2014/main" id="{BEFBDF40-DE2A-43BE-A9D7-6C749B96763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84382" y="5530487"/>
            <a:ext cx="5907087" cy="830997"/>
          </a:xfrm>
          <a:prstGeom prst="rect">
            <a:avLst/>
          </a:prstGeom>
          <a:solidFill>
            <a:srgbClr val="99CCFF"/>
          </a:solidFill>
          <a:ln>
            <a:noFill/>
          </a:ln>
          <a:effectLst/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s-ES" sz="2400">
                <a:latin typeface="Trebuchet MS" panose="020B0603020202020204" pitchFamily="34" charset="0"/>
              </a:rPr>
              <a:t>El resto de profesores se presentará cuando impartan </a:t>
            </a:r>
            <a:r>
              <a:rPr lang="es-ES" sz="2400" dirty="0">
                <a:latin typeface="Trebuchet MS" panose="020B0603020202020204" pitchFamily="34" charset="0"/>
              </a:rPr>
              <a:t>algo</a:t>
            </a:r>
          </a:p>
        </p:txBody>
      </p:sp>
    </p:spTree>
    <p:extLst>
      <p:ext uri="{BB962C8B-B14F-4D97-AF65-F5344CB8AC3E}">
        <p14:creationId xmlns:p14="http://schemas.microsoft.com/office/powerpoint/2010/main" val="27611040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27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717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717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" dur="500"/>
                                        <p:tgtEl>
                                          <p:spTgt spid="71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/>
                                        <p:tgtEl>
                                          <p:spTgt spid="71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9" dur="500"/>
                                        <p:tgtEl>
                                          <p:spTgt spid="71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/>
                                        <p:tgtEl>
                                          <p:spTgt spid="71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5" dur="500"/>
                                        <p:tgtEl>
                                          <p:spTgt spid="71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/>
                                        <p:tgtEl>
                                          <p:spTgt spid="71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1" dur="500"/>
                                        <p:tgtEl>
                                          <p:spTgt spid="71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70" grpId="0"/>
      <p:bldP spid="7183" grpId="0"/>
      <p:bldP spid="7180" grpId="0"/>
      <p:bldP spid="7179" grpId="0" animBg="1"/>
      <p:bldP spid="10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ext Box 19"/>
          <p:cNvSpPr txBox="1">
            <a:spLocks noChangeArrowheads="1"/>
          </p:cNvSpPr>
          <p:nvPr/>
        </p:nvSpPr>
        <p:spPr bwMode="auto">
          <a:xfrm>
            <a:off x="6059888" y="353794"/>
            <a:ext cx="2776537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s-ES" sz="2000">
                <a:solidFill>
                  <a:schemeClr val="accent2"/>
                </a:solidFill>
                <a:latin typeface="Trebuchet MS" panose="020B0603020202020204" pitchFamily="34" charset="0"/>
              </a:rPr>
              <a:t>HORARIO DE TUTORÍAS</a:t>
            </a:r>
          </a:p>
        </p:txBody>
      </p:sp>
      <p:grpSp>
        <p:nvGrpSpPr>
          <p:cNvPr id="16" name="Grupo 15">
            <a:extLst>
              <a:ext uri="{FF2B5EF4-FFF2-40B4-BE49-F238E27FC236}">
                <a16:creationId xmlns:a16="http://schemas.microsoft.com/office/drawing/2014/main" id="{8A3A1A03-5D62-39FA-CC3A-FAD710FCEF68}"/>
              </a:ext>
            </a:extLst>
          </p:cNvPr>
          <p:cNvGrpSpPr/>
          <p:nvPr/>
        </p:nvGrpSpPr>
        <p:grpSpPr>
          <a:xfrm>
            <a:off x="2992311" y="2179614"/>
            <a:ext cx="3495726" cy="1323983"/>
            <a:chOff x="2992311" y="2179614"/>
            <a:chExt cx="3495726" cy="1323983"/>
          </a:xfrm>
        </p:grpSpPr>
        <p:sp>
          <p:nvSpPr>
            <p:cNvPr id="15" name="Rectángulo 14">
              <a:extLst>
                <a:ext uri="{FF2B5EF4-FFF2-40B4-BE49-F238E27FC236}">
                  <a16:creationId xmlns:a16="http://schemas.microsoft.com/office/drawing/2014/main" id="{26D3A01D-B67B-38A3-5D9B-98A294FBF979}"/>
                </a:ext>
              </a:extLst>
            </p:cNvPr>
            <p:cNvSpPr/>
            <p:nvPr/>
          </p:nvSpPr>
          <p:spPr bwMode="auto">
            <a:xfrm>
              <a:off x="2992311" y="2179614"/>
              <a:ext cx="3495726" cy="1323983"/>
            </a:xfrm>
            <a:prstGeom prst="rect">
              <a:avLst/>
            </a:prstGeom>
            <a:solidFill>
              <a:srgbClr val="FFFFFF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s-ES" sz="2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rebuchet MS" panose="020B0603020202020204" pitchFamily="34" charset="0"/>
              </a:endParaRPr>
            </a:p>
          </p:txBody>
        </p:sp>
        <p:grpSp>
          <p:nvGrpSpPr>
            <p:cNvPr id="2" name="Grupo 1">
              <a:extLst>
                <a:ext uri="{FF2B5EF4-FFF2-40B4-BE49-F238E27FC236}">
                  <a16:creationId xmlns:a16="http://schemas.microsoft.com/office/drawing/2014/main" id="{3AA07692-1D5C-6A75-5AD0-3C2125F7B1D7}"/>
                </a:ext>
              </a:extLst>
            </p:cNvPr>
            <p:cNvGrpSpPr/>
            <p:nvPr/>
          </p:nvGrpSpPr>
          <p:grpSpPr>
            <a:xfrm>
              <a:off x="3086519" y="2208489"/>
              <a:ext cx="3401518" cy="1246165"/>
              <a:chOff x="3115395" y="3517525"/>
              <a:chExt cx="3401518" cy="1246165"/>
            </a:xfrm>
          </p:grpSpPr>
          <p:sp>
            <p:nvSpPr>
              <p:cNvPr id="26" name="Text Box 120">
                <a:extLst>
                  <a:ext uri="{FF2B5EF4-FFF2-40B4-BE49-F238E27FC236}">
                    <a16:creationId xmlns:a16="http://schemas.microsoft.com/office/drawing/2014/main" id="{E979AB09-D67B-42B7-86D3-C1E022BB2CA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116097" y="4301727"/>
                <a:ext cx="1410685" cy="46196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s-ES" sz="2400" dirty="0">
                    <a:latin typeface="Trebuchet MS" panose="020B0603020202020204" pitchFamily="34" charset="0"/>
                  </a:rPr>
                  <a:t>Jueves:</a:t>
                </a:r>
              </a:p>
            </p:txBody>
          </p:sp>
          <p:sp>
            <p:nvSpPr>
              <p:cNvPr id="27" name="Text Box 122">
                <a:extLst>
                  <a:ext uri="{FF2B5EF4-FFF2-40B4-BE49-F238E27FC236}">
                    <a16:creationId xmlns:a16="http://schemas.microsoft.com/office/drawing/2014/main" id="{2AC9629B-E708-4788-8710-61278C71FE2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665342" y="4291602"/>
                <a:ext cx="1830530" cy="46196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s-ES" sz="2400">
                    <a:latin typeface="Trebuchet MS" panose="020B0603020202020204" pitchFamily="34" charset="0"/>
                  </a:rPr>
                  <a:t>12:00-14:00</a:t>
                </a:r>
                <a:endParaRPr lang="es-ES" sz="2400" dirty="0">
                  <a:latin typeface="Trebuchet MS" panose="020B0603020202020204" pitchFamily="34" charset="0"/>
                </a:endParaRPr>
              </a:p>
            </p:txBody>
          </p:sp>
          <p:sp>
            <p:nvSpPr>
              <p:cNvPr id="7" name="Text Box 117">
                <a:extLst>
                  <a:ext uri="{FF2B5EF4-FFF2-40B4-BE49-F238E27FC236}">
                    <a16:creationId xmlns:a16="http://schemas.microsoft.com/office/drawing/2014/main" id="{18243861-67A0-D960-649A-66D84467FB9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121365" y="3517525"/>
                <a:ext cx="1289212" cy="46196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s-ES" sz="2400" dirty="0">
                    <a:latin typeface="Trebuchet MS" panose="020B0603020202020204" pitchFamily="34" charset="0"/>
                  </a:rPr>
                  <a:t>Martes:</a:t>
                </a:r>
              </a:p>
            </p:txBody>
          </p:sp>
          <p:sp>
            <p:nvSpPr>
              <p:cNvPr id="8" name="Text Box 119">
                <a:extLst>
                  <a:ext uri="{FF2B5EF4-FFF2-40B4-BE49-F238E27FC236}">
                    <a16:creationId xmlns:a16="http://schemas.microsoft.com/office/drawing/2014/main" id="{1B85E218-67B5-0C50-1095-E17F0A23475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668257" y="3517525"/>
                <a:ext cx="1830530" cy="46166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s-ES" sz="2400">
                    <a:latin typeface="Trebuchet MS" panose="020B0603020202020204" pitchFamily="34" charset="0"/>
                  </a:rPr>
                  <a:t>12:00-14:00</a:t>
                </a:r>
              </a:p>
            </p:txBody>
          </p:sp>
          <p:sp>
            <p:nvSpPr>
              <p:cNvPr id="9" name="Text Box 120">
                <a:extLst>
                  <a:ext uri="{FF2B5EF4-FFF2-40B4-BE49-F238E27FC236}">
                    <a16:creationId xmlns:a16="http://schemas.microsoft.com/office/drawing/2014/main" id="{F450464B-5886-2783-0C3A-267BFB4F3F5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115395" y="3885826"/>
                <a:ext cx="1677990" cy="46166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s-ES" sz="2400">
                    <a:latin typeface="Trebuchet MS" panose="020B0603020202020204" pitchFamily="34" charset="0"/>
                  </a:rPr>
                  <a:t>Miércoles:</a:t>
                </a:r>
                <a:endParaRPr lang="es-ES" sz="2400" dirty="0">
                  <a:latin typeface="Trebuchet MS" panose="020B0603020202020204" pitchFamily="34" charset="0"/>
                </a:endParaRPr>
              </a:p>
            </p:txBody>
          </p:sp>
          <p:sp>
            <p:nvSpPr>
              <p:cNvPr id="10" name="Text Box 122">
                <a:extLst>
                  <a:ext uri="{FF2B5EF4-FFF2-40B4-BE49-F238E27FC236}">
                    <a16:creationId xmlns:a16="http://schemas.microsoft.com/office/drawing/2014/main" id="{3F91A983-E979-A2E7-7602-6BEFDD619EE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668257" y="3887413"/>
                <a:ext cx="1848656" cy="46196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s-ES" sz="2400">
                    <a:latin typeface="Trebuchet MS" panose="020B0603020202020204" pitchFamily="34" charset="0"/>
                  </a:rPr>
                  <a:t>12:00-14:00</a:t>
                </a:r>
                <a:endParaRPr lang="es-ES" sz="2400" dirty="0">
                  <a:latin typeface="Trebuchet MS" panose="020B0603020202020204" pitchFamily="34" charset="0"/>
                </a:endParaRPr>
              </a:p>
            </p:txBody>
          </p:sp>
        </p:grpSp>
      </p:grpSp>
      <p:grpSp>
        <p:nvGrpSpPr>
          <p:cNvPr id="4" name="Grupo 1">
            <a:extLst>
              <a:ext uri="{FF2B5EF4-FFF2-40B4-BE49-F238E27FC236}">
                <a16:creationId xmlns:a16="http://schemas.microsoft.com/office/drawing/2014/main" id="{2585A56B-AAE6-B69F-152F-B21BECF25154}"/>
              </a:ext>
            </a:extLst>
          </p:cNvPr>
          <p:cNvGrpSpPr>
            <a:grpSpLocks/>
          </p:cNvGrpSpPr>
          <p:nvPr/>
        </p:nvGrpSpPr>
        <p:grpSpPr bwMode="auto">
          <a:xfrm>
            <a:off x="1696910" y="3855666"/>
            <a:ext cx="6634196" cy="1182479"/>
            <a:chOff x="1875073" y="4276163"/>
            <a:chExt cx="6634196" cy="1181432"/>
          </a:xfrm>
        </p:grpSpPr>
        <p:sp>
          <p:nvSpPr>
            <p:cNvPr id="11" name="Text Box 4">
              <a:extLst>
                <a:ext uri="{FF2B5EF4-FFF2-40B4-BE49-F238E27FC236}">
                  <a16:creationId xmlns:a16="http://schemas.microsoft.com/office/drawing/2014/main" id="{0DD78932-E97D-DCDF-1F98-CCC405DD243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70474" y="4870453"/>
              <a:ext cx="5338795" cy="587142"/>
            </a:xfrm>
            <a:prstGeom prst="rect">
              <a:avLst/>
            </a:prstGeom>
            <a:solidFill>
              <a:srgbClr val="FFCC99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s-ES" sz="2400">
                  <a:latin typeface="Trebuchet MS" panose="020B0603020202020204" pitchFamily="34" charset="0"/>
                </a:rPr>
                <a:t>Planta 3ª - Núcleo 1 - Puerta 2</a:t>
              </a:r>
            </a:p>
          </p:txBody>
        </p:sp>
        <p:sp>
          <p:nvSpPr>
            <p:cNvPr id="12" name="Text Box 13">
              <a:extLst>
                <a:ext uri="{FF2B5EF4-FFF2-40B4-BE49-F238E27FC236}">
                  <a16:creationId xmlns:a16="http://schemas.microsoft.com/office/drawing/2014/main" id="{B470808C-FBC8-CEBE-9B90-DE47CE53148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75073" y="4276163"/>
              <a:ext cx="1157421" cy="461255"/>
            </a:xfrm>
            <a:prstGeom prst="rect">
              <a:avLst/>
            </a:prstGeom>
            <a:solidFill>
              <a:srgbClr val="008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s-ES" sz="2400" b="1" dirty="0">
                  <a:solidFill>
                    <a:schemeClr val="bg1"/>
                  </a:solidFill>
                  <a:latin typeface="Trebuchet MS" panose="020B0603020202020204" pitchFamily="34" charset="0"/>
                </a:rPr>
                <a:t>FCCEE</a:t>
              </a:r>
            </a:p>
          </p:txBody>
        </p:sp>
        <p:sp>
          <p:nvSpPr>
            <p:cNvPr id="13" name="Text Box 14">
              <a:extLst>
                <a:ext uri="{FF2B5EF4-FFF2-40B4-BE49-F238E27FC236}">
                  <a16:creationId xmlns:a16="http://schemas.microsoft.com/office/drawing/2014/main" id="{D988A4CE-DF84-24C1-0BD4-97C9A587DD9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70474" y="4285688"/>
              <a:ext cx="5338795" cy="461255"/>
            </a:xfrm>
            <a:prstGeom prst="rect">
              <a:avLst/>
            </a:prstGeom>
            <a:solidFill>
              <a:srgbClr val="FFFF99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s-ES" sz="2400">
                  <a:latin typeface="Trebuchet MS" panose="020B0603020202020204" pitchFamily="34" charset="0"/>
                </a:rPr>
                <a:t>Facultad de Ciencias Experimentales</a:t>
              </a:r>
            </a:p>
          </p:txBody>
        </p:sp>
      </p:grpSp>
      <p:sp>
        <p:nvSpPr>
          <p:cNvPr id="14" name="Text Box 8">
            <a:extLst>
              <a:ext uri="{FF2B5EF4-FFF2-40B4-BE49-F238E27FC236}">
                <a16:creationId xmlns:a16="http://schemas.microsoft.com/office/drawing/2014/main" id="{28A69F30-9438-2E4A-249F-9BE26511502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82611" y="1176690"/>
            <a:ext cx="4887300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s-ES" sz="2400" dirty="0">
                <a:latin typeface="Trebuchet MS" panose="020B0603020202020204" pitchFamily="34" charset="0"/>
              </a:rPr>
              <a:t>José Enrique Martín Domínguez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s-ES" sz="2400" dirty="0">
                <a:solidFill>
                  <a:srgbClr val="FF0000"/>
                </a:solidFill>
                <a:latin typeface="Trebuchet MS" panose="020B0603020202020204" pitchFamily="34" charset="0"/>
              </a:rPr>
              <a:t>(coordinador, profesor de teoría)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27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33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33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314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Imagen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09688" y="387350"/>
            <a:ext cx="7245350" cy="6083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234" name="Forma libre 3"/>
          <p:cNvSpPr>
            <a:spLocks/>
          </p:cNvSpPr>
          <p:nvPr/>
        </p:nvSpPr>
        <p:spPr bwMode="auto">
          <a:xfrm>
            <a:off x="2155969" y="2454275"/>
            <a:ext cx="1492106" cy="1281114"/>
          </a:xfrm>
          <a:custGeom>
            <a:avLst/>
            <a:gdLst>
              <a:gd name="T0" fmla="*/ 673768 w 1491916"/>
              <a:gd name="T1" fmla="*/ 0 h 1280160"/>
              <a:gd name="T2" fmla="*/ 0 w 1491916"/>
              <a:gd name="T3" fmla="*/ 375385 h 1280160"/>
              <a:gd name="T4" fmla="*/ 827773 w 1491916"/>
              <a:gd name="T5" fmla="*/ 1280160 h 1280160"/>
              <a:gd name="T6" fmla="*/ 1491916 w 1491916"/>
              <a:gd name="T7" fmla="*/ 847023 h 1280160"/>
              <a:gd name="T8" fmla="*/ 712269 w 1491916"/>
              <a:gd name="T9" fmla="*/ 77002 h 128016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1491916" h="1280160">
                <a:moveTo>
                  <a:pt x="673768" y="0"/>
                </a:moveTo>
                <a:lnTo>
                  <a:pt x="0" y="375385"/>
                </a:lnTo>
                <a:lnTo>
                  <a:pt x="827773" y="1280160"/>
                </a:lnTo>
                <a:lnTo>
                  <a:pt x="1491916" y="847023"/>
                </a:lnTo>
                <a:lnTo>
                  <a:pt x="712269" y="77002"/>
                </a:lnTo>
              </a:path>
            </a:pathLst>
          </a:custGeom>
          <a:solidFill>
            <a:srgbClr val="008000">
              <a:alpha val="25098"/>
            </a:srgbClr>
          </a:solidFill>
          <a:ln w="38100" cap="flat" cmpd="sng" algn="ctr">
            <a:solidFill>
              <a:srgbClr val="008000"/>
            </a:solidFill>
            <a:prstDash val="sysDash"/>
            <a:round/>
            <a:headEnd type="none" w="med" len="med"/>
            <a:tailEnd type="none" w="med" len="med"/>
          </a:ln>
        </p:spPr>
        <p:txBody>
          <a:bodyPr wrap="none"/>
          <a:lstStyle/>
          <a:p>
            <a:endParaRPr lang="en-GB" sz="2400"/>
          </a:p>
        </p:txBody>
      </p:sp>
      <p:sp>
        <p:nvSpPr>
          <p:cNvPr id="9235" name="Text Box 13"/>
          <p:cNvSpPr txBox="1">
            <a:spLocks noChangeArrowheads="1"/>
          </p:cNvSpPr>
          <p:nvPr/>
        </p:nvSpPr>
        <p:spPr bwMode="auto">
          <a:xfrm>
            <a:off x="1152992" y="3213094"/>
            <a:ext cx="1176337" cy="461665"/>
          </a:xfrm>
          <a:prstGeom prst="rect">
            <a:avLst/>
          </a:prstGeom>
          <a:solidFill>
            <a:srgbClr val="008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s-ES" sz="2400" b="1">
                <a:solidFill>
                  <a:schemeClr val="bg1"/>
                </a:solidFill>
                <a:latin typeface="Trebuchet MS" panose="020B0603020202020204" pitchFamily="34" charset="0"/>
              </a:rPr>
              <a:t>FCCEE</a:t>
            </a:r>
          </a:p>
        </p:txBody>
      </p:sp>
      <p:sp>
        <p:nvSpPr>
          <p:cNvPr id="9233" name="Text Box 13"/>
          <p:cNvSpPr txBox="1">
            <a:spLocks noChangeArrowheads="1"/>
          </p:cNvSpPr>
          <p:nvPr/>
        </p:nvSpPr>
        <p:spPr bwMode="auto">
          <a:xfrm>
            <a:off x="2064418" y="1437659"/>
            <a:ext cx="1275825" cy="830997"/>
          </a:xfrm>
          <a:prstGeom prst="rect">
            <a:avLst/>
          </a:prstGeom>
          <a:solidFill>
            <a:srgbClr val="FFFF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s-ES" sz="2400" b="1">
                <a:latin typeface="Trebuchet MS" panose="020B0603020202020204" pitchFamily="34" charset="0"/>
              </a:rPr>
              <a:t>Isidoro Morales</a:t>
            </a:r>
          </a:p>
        </p:txBody>
      </p:sp>
      <p:sp>
        <p:nvSpPr>
          <p:cNvPr id="16" name="Elipse 15"/>
          <p:cNvSpPr>
            <a:spLocks noChangeArrowheads="1"/>
          </p:cNvSpPr>
          <p:nvPr/>
        </p:nvSpPr>
        <p:spPr bwMode="auto">
          <a:xfrm>
            <a:off x="3032125" y="3243263"/>
            <a:ext cx="179388" cy="180975"/>
          </a:xfrm>
          <a:prstGeom prst="ellipse">
            <a:avLst/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 wrap="none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sz="2400">
              <a:latin typeface="Trebuchet MS" panose="020B0603020202020204" pitchFamily="34" charset="0"/>
            </a:endParaRPr>
          </a:p>
        </p:txBody>
      </p:sp>
      <p:sp>
        <p:nvSpPr>
          <p:cNvPr id="19" name="Text Box 13"/>
          <p:cNvSpPr txBox="1">
            <a:spLocks noChangeArrowheads="1"/>
          </p:cNvSpPr>
          <p:nvPr/>
        </p:nvSpPr>
        <p:spPr bwMode="auto">
          <a:xfrm>
            <a:off x="1501540" y="3860300"/>
            <a:ext cx="1636296" cy="461665"/>
          </a:xfrm>
          <a:prstGeom prst="rect">
            <a:avLst/>
          </a:prstGeom>
          <a:solidFill>
            <a:srgbClr val="FF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s-ES" sz="2400" b="1">
                <a:solidFill>
                  <a:schemeClr val="bg1"/>
                </a:solidFill>
                <a:latin typeface="Trebuchet MS" panose="020B0603020202020204" pitchFamily="34" charset="0"/>
              </a:rPr>
              <a:t>NÚCLEO 1</a:t>
            </a:r>
          </a:p>
        </p:txBody>
      </p:sp>
      <p:sp>
        <p:nvSpPr>
          <p:cNvPr id="4" name="Flecha derecha 3"/>
          <p:cNvSpPr/>
          <p:nvPr/>
        </p:nvSpPr>
        <p:spPr bwMode="auto">
          <a:xfrm rot="8876765">
            <a:off x="3250934" y="3017959"/>
            <a:ext cx="480504" cy="243118"/>
          </a:xfrm>
          <a:prstGeom prst="rightArrow">
            <a:avLst>
              <a:gd name="adj1" fmla="val 50000"/>
              <a:gd name="adj2" fmla="val 100097"/>
            </a:avLst>
          </a:prstGeom>
          <a:solidFill>
            <a:srgbClr val="FF000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rebuchet MS" panose="020B0603020202020204" pitchFamily="34" charset="0"/>
            </a:endParaRPr>
          </a:p>
        </p:txBody>
      </p:sp>
      <p:sp>
        <p:nvSpPr>
          <p:cNvPr id="12" name="Elipse 11"/>
          <p:cNvSpPr/>
          <p:nvPr/>
        </p:nvSpPr>
        <p:spPr bwMode="auto">
          <a:xfrm>
            <a:off x="3968216" y="4134432"/>
            <a:ext cx="540000" cy="540000"/>
          </a:xfrm>
          <a:prstGeom prst="ellipse">
            <a:avLst/>
          </a:prstGeom>
          <a:noFill/>
          <a:ln w="38100" cap="flat" cmpd="sng" algn="ctr">
            <a:solidFill>
              <a:srgbClr val="FFFF00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rebuchet MS" panose="020B0603020202020204" pitchFamily="34" charset="0"/>
            </a:endParaRPr>
          </a:p>
        </p:txBody>
      </p:sp>
      <p:sp>
        <p:nvSpPr>
          <p:cNvPr id="13" name="Text Box 13"/>
          <p:cNvSpPr txBox="1">
            <a:spLocks noChangeArrowheads="1"/>
          </p:cNvSpPr>
          <p:nvPr/>
        </p:nvSpPr>
        <p:spPr bwMode="auto">
          <a:xfrm>
            <a:off x="4282272" y="4774919"/>
            <a:ext cx="1629722" cy="461665"/>
          </a:xfrm>
          <a:prstGeom prst="rect">
            <a:avLst/>
          </a:prstGeom>
          <a:solidFill>
            <a:srgbClr val="FFFF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s-ES" sz="2400" b="1" dirty="0">
                <a:latin typeface="Trebuchet MS" panose="020B0603020202020204" pitchFamily="34" charset="0"/>
              </a:rPr>
              <a:t>Biblioteca</a:t>
            </a:r>
          </a:p>
        </p:txBody>
      </p:sp>
      <p:sp>
        <p:nvSpPr>
          <p:cNvPr id="14" name="Elipse 13">
            <a:extLst>
              <a:ext uri="{FF2B5EF4-FFF2-40B4-BE49-F238E27FC236}">
                <a16:creationId xmlns:a16="http://schemas.microsoft.com/office/drawing/2014/main" id="{CC836F0F-17AC-4178-B370-CE2CBC55807F}"/>
              </a:ext>
            </a:extLst>
          </p:cNvPr>
          <p:cNvSpPr/>
          <p:nvPr/>
        </p:nvSpPr>
        <p:spPr bwMode="auto">
          <a:xfrm>
            <a:off x="3418591" y="2193193"/>
            <a:ext cx="540000" cy="540000"/>
          </a:xfrm>
          <a:prstGeom prst="ellipse">
            <a:avLst/>
          </a:prstGeom>
          <a:noFill/>
          <a:ln w="38100" cap="flat" cmpd="sng" algn="ctr">
            <a:solidFill>
              <a:srgbClr val="FFFF00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rebuchet MS" panose="020B0603020202020204" pitchFamily="34" charset="0"/>
            </a:endParaRPr>
          </a:p>
        </p:txBody>
      </p:sp>
      <p:sp>
        <p:nvSpPr>
          <p:cNvPr id="17" name="Text Box 13">
            <a:extLst>
              <a:ext uri="{FF2B5EF4-FFF2-40B4-BE49-F238E27FC236}">
                <a16:creationId xmlns:a16="http://schemas.microsoft.com/office/drawing/2014/main" id="{09C0E7F1-506C-4A94-98A2-F6F158DA7E1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29615" y="1391493"/>
            <a:ext cx="928412" cy="461665"/>
          </a:xfrm>
          <a:prstGeom prst="rect">
            <a:avLst/>
          </a:prstGeom>
          <a:solidFill>
            <a:srgbClr val="3333FF"/>
          </a:solidFill>
          <a:ln>
            <a:noFill/>
          </a:ln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s-ES" sz="2400" b="1">
                <a:solidFill>
                  <a:schemeClr val="bg1"/>
                </a:solidFill>
                <a:latin typeface="Trebuchet MS" panose="020B0603020202020204" pitchFamily="34" charset="0"/>
              </a:rPr>
              <a:t>ETSI</a:t>
            </a:r>
          </a:p>
        </p:txBody>
      </p:sp>
      <p:sp>
        <p:nvSpPr>
          <p:cNvPr id="18" name="Forma libre 3">
            <a:extLst>
              <a:ext uri="{FF2B5EF4-FFF2-40B4-BE49-F238E27FC236}">
                <a16:creationId xmlns:a16="http://schemas.microsoft.com/office/drawing/2014/main" id="{E7B61E30-56AB-43F8-84D8-88A2435455FA}"/>
              </a:ext>
            </a:extLst>
          </p:cNvPr>
          <p:cNvSpPr>
            <a:spLocks/>
          </p:cNvSpPr>
          <p:nvPr/>
        </p:nvSpPr>
        <p:spPr bwMode="auto">
          <a:xfrm>
            <a:off x="3819913" y="1678495"/>
            <a:ext cx="1262224" cy="1013187"/>
          </a:xfrm>
          <a:custGeom>
            <a:avLst/>
            <a:gdLst>
              <a:gd name="T0" fmla="*/ 673768 w 1491916"/>
              <a:gd name="T1" fmla="*/ 0 h 1280160"/>
              <a:gd name="T2" fmla="*/ 0 w 1491916"/>
              <a:gd name="T3" fmla="*/ 375385 h 1280160"/>
              <a:gd name="T4" fmla="*/ 827773 w 1491916"/>
              <a:gd name="T5" fmla="*/ 1280160 h 1280160"/>
              <a:gd name="T6" fmla="*/ 1491916 w 1491916"/>
              <a:gd name="T7" fmla="*/ 847023 h 1280160"/>
              <a:gd name="T8" fmla="*/ 712269 w 1491916"/>
              <a:gd name="T9" fmla="*/ 77002 h 128016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1491916" h="1280160">
                <a:moveTo>
                  <a:pt x="673768" y="0"/>
                </a:moveTo>
                <a:lnTo>
                  <a:pt x="0" y="375385"/>
                </a:lnTo>
                <a:lnTo>
                  <a:pt x="827773" y="1280160"/>
                </a:lnTo>
                <a:lnTo>
                  <a:pt x="1491916" y="847023"/>
                </a:lnTo>
                <a:lnTo>
                  <a:pt x="712269" y="77002"/>
                </a:lnTo>
              </a:path>
            </a:pathLst>
          </a:custGeom>
          <a:solidFill>
            <a:srgbClr val="3333FF">
              <a:alpha val="25098"/>
            </a:srgbClr>
          </a:solidFill>
          <a:ln w="38100" cap="flat" cmpd="sng" algn="ctr">
            <a:solidFill>
              <a:srgbClr val="3333FF"/>
            </a:solidFill>
            <a:prstDash val="sysDash"/>
            <a:round/>
            <a:headEnd type="none" w="med" len="med"/>
            <a:tailEnd type="none" w="med" len="med"/>
          </a:ln>
        </p:spPr>
        <p:txBody>
          <a:bodyPr wrap="none"/>
          <a:lstStyle/>
          <a:p>
            <a:endParaRPr lang="en-GB" sz="2400"/>
          </a:p>
        </p:txBody>
      </p:sp>
      <p:sp>
        <p:nvSpPr>
          <p:cNvPr id="15" name="Elipse 14">
            <a:extLst>
              <a:ext uri="{FF2B5EF4-FFF2-40B4-BE49-F238E27FC236}">
                <a16:creationId xmlns:a16="http://schemas.microsoft.com/office/drawing/2014/main" id="{C8CD794E-638C-4AE9-AA3A-A5BE69EA4B9A}"/>
              </a:ext>
            </a:extLst>
          </p:cNvPr>
          <p:cNvSpPr/>
          <p:nvPr/>
        </p:nvSpPr>
        <p:spPr bwMode="auto">
          <a:xfrm>
            <a:off x="3860429" y="2394733"/>
            <a:ext cx="540000" cy="540000"/>
          </a:xfrm>
          <a:prstGeom prst="ellipse">
            <a:avLst/>
          </a:prstGeom>
          <a:noFill/>
          <a:ln w="38100" cap="flat" cmpd="sng" algn="ctr">
            <a:solidFill>
              <a:srgbClr val="FFFF00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rebuchet MS" panose="020B0603020202020204" pitchFamily="34" charset="0"/>
            </a:endParaRPr>
          </a:p>
        </p:txBody>
      </p:sp>
      <p:sp>
        <p:nvSpPr>
          <p:cNvPr id="20" name="Text Box 13">
            <a:extLst>
              <a:ext uri="{FF2B5EF4-FFF2-40B4-BE49-F238E27FC236}">
                <a16:creationId xmlns:a16="http://schemas.microsoft.com/office/drawing/2014/main" id="{F70DEAE0-2153-417B-A7D6-87DC41AAE1B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41793" y="2691682"/>
            <a:ext cx="1370381" cy="461665"/>
          </a:xfrm>
          <a:prstGeom prst="rect">
            <a:avLst/>
          </a:prstGeom>
          <a:solidFill>
            <a:srgbClr val="FFFF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s-ES" sz="2400" b="1">
                <a:latin typeface="Trebuchet MS" panose="020B0603020202020204" pitchFamily="34" charset="0"/>
              </a:rPr>
              <a:t>Galileo</a:t>
            </a:r>
            <a:endParaRPr lang="es-ES" sz="2400" b="1" dirty="0">
              <a:latin typeface="Trebuchet MS" panose="020B0603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27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3" presetClass="entr" presetSubtype="27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92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92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3" presetClass="entr" presetSubtype="27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00"/>
                            </p:stCondLst>
                            <p:childTnLst>
                              <p:par>
                                <p:cTn id="21" presetID="23" presetClass="entr" presetSubtype="27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3" presetClass="entr" presetSubtype="27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92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92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500"/>
                            </p:stCondLst>
                            <p:childTnLst>
                              <p:par>
                                <p:cTn id="32" presetID="23" presetClass="entr" presetSubtype="27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92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92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3" presetClass="entr" presetSubtype="27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500"/>
                            </p:stCondLst>
                            <p:childTnLst>
                              <p:par>
                                <p:cTn id="43" presetID="23" presetClass="entr" presetSubtype="27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3" presetClass="entr" presetSubtype="27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500"/>
                            </p:stCondLst>
                            <p:childTnLst>
                              <p:par>
                                <p:cTn id="54" presetID="23" presetClass="entr" presetSubtype="27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3" presetClass="entr" presetSubtype="27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500"/>
                            </p:stCondLst>
                            <p:childTnLst>
                              <p:par>
                                <p:cTn id="65" presetID="23" presetClass="entr" presetSubtype="27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234" grpId="0" animBg="1"/>
      <p:bldP spid="9235" grpId="0" animBg="1"/>
      <p:bldP spid="9233" grpId="0" animBg="1"/>
      <p:bldP spid="16" grpId="0" animBg="1"/>
      <p:bldP spid="19" grpId="0" animBg="1"/>
      <p:bldP spid="4" grpId="0" animBg="1"/>
      <p:bldP spid="12" grpId="0" animBg="1"/>
      <p:bldP spid="13" grpId="0" animBg="1"/>
      <p:bldP spid="14" grpId="0" animBg="1"/>
      <p:bldP spid="17" grpId="0" animBg="1"/>
      <p:bldP spid="18" grpId="0" animBg="1"/>
      <p:bldP spid="15" grpId="0" animBg="1"/>
      <p:bldP spid="20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66" name="Picture 4" descr="plano_nucleo1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23963" y="461963"/>
            <a:ext cx="7416800" cy="5934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11271" name="Conector recto de flecha 11"/>
          <p:cNvCxnSpPr>
            <a:cxnSpLocks noChangeShapeType="1"/>
          </p:cNvCxnSpPr>
          <p:nvPr/>
        </p:nvCxnSpPr>
        <p:spPr bwMode="auto">
          <a:xfrm>
            <a:off x="3827282" y="1165225"/>
            <a:ext cx="517319" cy="2226865"/>
          </a:xfrm>
          <a:prstGeom prst="straightConnector1">
            <a:avLst/>
          </a:prstGeom>
          <a:noFill/>
          <a:ln w="38100" algn="ctr">
            <a:solidFill>
              <a:srgbClr val="C00000"/>
            </a:solidFill>
            <a:round/>
            <a:headEnd/>
            <a:tailEnd type="oval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" name="CuadroTexto 12"/>
          <p:cNvSpPr txBox="1">
            <a:spLocks noChangeArrowheads="1"/>
          </p:cNvSpPr>
          <p:nvPr/>
        </p:nvSpPr>
        <p:spPr bwMode="auto">
          <a:xfrm>
            <a:off x="3036301" y="703560"/>
            <a:ext cx="4455066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s-ES" sz="2400" dirty="0">
                <a:solidFill>
                  <a:srgbClr val="C00000"/>
                </a:solidFill>
                <a:latin typeface="Trebuchet MS" panose="020B0603020202020204" pitchFamily="34" charset="0"/>
              </a:rPr>
              <a:t>Despacho JEMD (EX P3-N1-02)</a:t>
            </a:r>
          </a:p>
        </p:txBody>
      </p:sp>
      <p:sp>
        <p:nvSpPr>
          <p:cNvPr id="11269" name="CuadroTexto 6"/>
          <p:cNvSpPr txBox="1">
            <a:spLocks noChangeArrowheads="1"/>
          </p:cNvSpPr>
          <p:nvPr/>
        </p:nvSpPr>
        <p:spPr bwMode="auto">
          <a:xfrm>
            <a:off x="5474823" y="5718047"/>
            <a:ext cx="3470275" cy="461665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s-ES" sz="2400" dirty="0">
                <a:solidFill>
                  <a:srgbClr val="FFFFFF"/>
                </a:solidFill>
                <a:latin typeface="Trebuchet MS" panose="020B0603020202020204" pitchFamily="34" charset="0"/>
              </a:rPr>
              <a:t>Núcleo 1: Puertas Rojas</a:t>
            </a:r>
          </a:p>
        </p:txBody>
      </p:sp>
      <p:cxnSp>
        <p:nvCxnSpPr>
          <p:cNvPr id="8" name="Conector recto de flecha 11">
            <a:extLst>
              <a:ext uri="{FF2B5EF4-FFF2-40B4-BE49-F238E27FC236}">
                <a16:creationId xmlns:a16="http://schemas.microsoft.com/office/drawing/2014/main" id="{A9AFC83C-A4B4-45F9-97A1-B0722DC01002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3709447" y="4170066"/>
            <a:ext cx="0" cy="1195324"/>
          </a:xfrm>
          <a:prstGeom prst="straightConnector1">
            <a:avLst/>
          </a:prstGeom>
          <a:noFill/>
          <a:ln w="38100" algn="ctr">
            <a:solidFill>
              <a:srgbClr val="C00000"/>
            </a:solidFill>
            <a:round/>
            <a:headEnd type="none" w="med" len="med"/>
            <a:tailEnd type="oval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9" name="CuadroTexto 12">
            <a:extLst>
              <a:ext uri="{FF2B5EF4-FFF2-40B4-BE49-F238E27FC236}">
                <a16:creationId xmlns:a16="http://schemas.microsoft.com/office/drawing/2014/main" id="{E1C35956-1A3B-4C53-9871-72E01BAAF89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76255" y="5424717"/>
            <a:ext cx="2085827" cy="1200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s-ES" sz="2400" dirty="0">
                <a:solidFill>
                  <a:srgbClr val="C00000"/>
                </a:solidFill>
                <a:latin typeface="Trebuchet MS" panose="020B0603020202020204" pitchFamily="34" charset="0"/>
              </a:rPr>
              <a:t>Laboratorio</a:t>
            </a:r>
          </a:p>
          <a:p>
            <a:pPr algn="ctr">
              <a:spcBef>
                <a:spcPct val="0"/>
              </a:spcBef>
              <a:buNone/>
            </a:pPr>
            <a:r>
              <a:rPr lang="es-ES" sz="2400">
                <a:solidFill>
                  <a:srgbClr val="C00000"/>
                </a:solidFill>
                <a:latin typeface="Trebuchet MS" panose="020B0603020202020204" pitchFamily="34" charset="0"/>
              </a:rPr>
              <a:t>de Prácticas</a:t>
            </a:r>
            <a:endParaRPr lang="es-ES" sz="2400" dirty="0">
              <a:solidFill>
                <a:srgbClr val="C00000"/>
              </a:solidFill>
              <a:latin typeface="Trebuchet MS" panose="020B0603020202020204" pitchFamily="34" charset="0"/>
            </a:endParaRPr>
          </a:p>
          <a:p>
            <a:pPr algn="ctr">
              <a:spcBef>
                <a:spcPct val="0"/>
              </a:spcBef>
              <a:buNone/>
            </a:pPr>
            <a:r>
              <a:rPr lang="es-ES" sz="2400">
                <a:solidFill>
                  <a:srgbClr val="C00000"/>
                </a:solidFill>
                <a:latin typeface="Trebuchet MS" panose="020B0603020202020204" pitchFamily="34" charset="0"/>
              </a:rPr>
              <a:t>(EX </a:t>
            </a:r>
            <a:r>
              <a:rPr lang="es-ES" sz="2400" dirty="0">
                <a:solidFill>
                  <a:srgbClr val="C00000"/>
                </a:solidFill>
                <a:latin typeface="Trebuchet MS" panose="020B0603020202020204" pitchFamily="34" charset="0"/>
              </a:rPr>
              <a:t>P1-N1-06)</a:t>
            </a:r>
          </a:p>
        </p:txBody>
      </p:sp>
      <p:sp>
        <p:nvSpPr>
          <p:cNvPr id="5" name="Flecha: hacia arriba 4">
            <a:extLst>
              <a:ext uri="{FF2B5EF4-FFF2-40B4-BE49-F238E27FC236}">
                <a16:creationId xmlns:a16="http://schemas.microsoft.com/office/drawing/2014/main" id="{3EA6D3CD-7065-4A7D-BA8A-950D81B48084}"/>
              </a:ext>
            </a:extLst>
          </p:cNvPr>
          <p:cNvSpPr/>
          <p:nvPr/>
        </p:nvSpPr>
        <p:spPr bwMode="auto">
          <a:xfrm rot="17782432">
            <a:off x="7672386" y="4698315"/>
            <a:ext cx="495300" cy="1104894"/>
          </a:xfrm>
          <a:prstGeom prst="upArrow">
            <a:avLst/>
          </a:prstGeom>
          <a:solidFill>
            <a:srgbClr val="FF0000"/>
          </a:solidFill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  <a:scene3d>
            <a:camera prst="isometricLeftDown">
              <a:rot lat="1800000" lon="3000000" rev="0"/>
            </a:camera>
            <a:lightRig rig="threePt" dir="t"/>
          </a:scene3d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rebuchet MS" panose="020B0603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112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112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500"/>
                                        <p:tgtEl>
                                          <p:spTgt spid="112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11269" grpId="0" animBg="1"/>
      <p:bldP spid="9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82" name="Text Box 12"/>
          <p:cNvSpPr txBox="1">
            <a:spLocks noChangeArrowheads="1"/>
          </p:cNvSpPr>
          <p:nvPr/>
        </p:nvSpPr>
        <p:spPr bwMode="auto">
          <a:xfrm>
            <a:off x="4229004" y="3435067"/>
            <a:ext cx="2830513" cy="461963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s-ES" sz="2400">
                <a:latin typeface="Trebuchet MS" panose="020B0603020202020204" pitchFamily="34" charset="0"/>
              </a:rPr>
              <a:t>Electromagnetismo</a:t>
            </a:r>
          </a:p>
        </p:txBody>
      </p:sp>
      <p:sp>
        <p:nvSpPr>
          <p:cNvPr id="6146" name="Text Box 2"/>
          <p:cNvSpPr txBox="1">
            <a:spLocks noChangeArrowheads="1"/>
          </p:cNvSpPr>
          <p:nvPr/>
        </p:nvSpPr>
        <p:spPr bwMode="auto">
          <a:xfrm>
            <a:off x="1219200" y="850152"/>
            <a:ext cx="7376160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s-ES" sz="2400" i="1" dirty="0">
                <a:latin typeface="Trebuchet MS" panose="020B0603020202020204" pitchFamily="34" charset="0"/>
                <a:cs typeface="Times New Roman" panose="02020603050405020304" pitchFamily="18" charset="0"/>
              </a:rPr>
              <a:t>La asignatura </a:t>
            </a:r>
            <a:r>
              <a:rPr lang="es-ES" sz="2400" i="1" dirty="0">
                <a:solidFill>
                  <a:schemeClr val="accent2"/>
                </a:solidFill>
                <a:latin typeface="Trebuchet MS" panose="020B0603020202020204" pitchFamily="34" charset="0"/>
                <a:cs typeface="Times New Roman" panose="02020603050405020304" pitchFamily="18" charset="0"/>
              </a:rPr>
              <a:t>repasa</a:t>
            </a:r>
            <a:r>
              <a:rPr lang="es-ES" sz="2400" i="1" dirty="0">
                <a:latin typeface="Trebuchet MS" panose="020B0603020202020204" pitchFamily="34" charset="0"/>
                <a:cs typeface="Times New Roman" panose="02020603050405020304" pitchFamily="18" charset="0"/>
              </a:rPr>
              <a:t>, </a:t>
            </a:r>
            <a:r>
              <a:rPr lang="es-ES" sz="2400" i="1" dirty="0">
                <a:solidFill>
                  <a:schemeClr val="accent2"/>
                </a:solidFill>
                <a:latin typeface="Trebuchet MS" panose="020B0603020202020204" pitchFamily="34" charset="0"/>
                <a:cs typeface="Times New Roman" panose="02020603050405020304" pitchFamily="18" charset="0"/>
              </a:rPr>
              <a:t>amplia</a:t>
            </a:r>
            <a:r>
              <a:rPr lang="es-ES" sz="2400" i="1" dirty="0">
                <a:latin typeface="Trebuchet MS" panose="020B0603020202020204" pitchFamily="34" charset="0"/>
                <a:cs typeface="Times New Roman" panose="02020603050405020304" pitchFamily="18" charset="0"/>
              </a:rPr>
              <a:t> y </a:t>
            </a:r>
            <a:r>
              <a:rPr lang="es-ES" sz="2400" i="1" dirty="0">
                <a:solidFill>
                  <a:schemeClr val="accent2"/>
                </a:solidFill>
                <a:latin typeface="Trebuchet MS" panose="020B0603020202020204" pitchFamily="34" charset="0"/>
                <a:cs typeface="Times New Roman" panose="02020603050405020304" pitchFamily="18" charset="0"/>
              </a:rPr>
              <a:t>profundiza</a:t>
            </a:r>
            <a:r>
              <a:rPr lang="es-ES" sz="2400" i="1" dirty="0">
                <a:latin typeface="Trebuchet MS" panose="020B0603020202020204" pitchFamily="34" charset="0"/>
                <a:cs typeface="Times New Roman" panose="02020603050405020304" pitchFamily="18" charset="0"/>
              </a:rPr>
              <a:t> en </a:t>
            </a:r>
            <a:r>
              <a:rPr lang="es-ES" sz="2400" i="1" u="sng" dirty="0">
                <a:solidFill>
                  <a:schemeClr val="accent2"/>
                </a:solidFill>
                <a:latin typeface="Trebuchet MS" panose="020B0603020202020204" pitchFamily="34" charset="0"/>
                <a:cs typeface="Times New Roman" panose="02020603050405020304" pitchFamily="18" charset="0"/>
              </a:rPr>
              <a:t>contenidos físicos</a:t>
            </a:r>
            <a:r>
              <a:rPr lang="es-ES" sz="2400" i="1" dirty="0">
                <a:latin typeface="Trebuchet MS" panose="020B0603020202020204" pitchFamily="34" charset="0"/>
                <a:cs typeface="Times New Roman" panose="02020603050405020304" pitchFamily="18" charset="0"/>
              </a:rPr>
              <a:t> que constituyen la </a:t>
            </a:r>
            <a:r>
              <a:rPr lang="es-ES" sz="2400" i="1" dirty="0">
                <a:solidFill>
                  <a:schemeClr val="accent2"/>
                </a:solidFill>
                <a:latin typeface="Trebuchet MS" panose="020B0603020202020204" pitchFamily="34" charset="0"/>
                <a:cs typeface="Times New Roman" panose="02020603050405020304" pitchFamily="18" charset="0"/>
              </a:rPr>
              <a:t>base tecnológica</a:t>
            </a:r>
            <a:r>
              <a:rPr lang="es-ES" sz="2400" i="1" dirty="0">
                <a:latin typeface="Trebuchet MS" panose="020B0603020202020204" pitchFamily="34" charset="0"/>
                <a:cs typeface="Times New Roman" panose="02020603050405020304" pitchFamily="18" charset="0"/>
              </a:rPr>
              <a:t> sobre la que se construye un </a:t>
            </a:r>
            <a:r>
              <a:rPr lang="es-ES" sz="2400" i="1" u="sng" dirty="0">
                <a:solidFill>
                  <a:schemeClr val="accent2"/>
                </a:solidFill>
                <a:latin typeface="Trebuchet MS" panose="020B0603020202020204" pitchFamily="34" charset="0"/>
                <a:cs typeface="Times New Roman" panose="02020603050405020304" pitchFamily="18" charset="0"/>
              </a:rPr>
              <a:t>ordenador</a:t>
            </a:r>
            <a:endParaRPr lang="es-ES" sz="2400" i="1" dirty="0">
              <a:latin typeface="Trebuchet MS" panose="020B0603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5364" name="Text Box 5"/>
          <p:cNvSpPr txBox="1">
            <a:spLocks noChangeArrowheads="1"/>
          </p:cNvSpPr>
          <p:nvPr/>
        </p:nvSpPr>
        <p:spPr bwMode="auto">
          <a:xfrm>
            <a:off x="3744830" y="365010"/>
            <a:ext cx="50863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s-ES" sz="2000">
                <a:solidFill>
                  <a:schemeClr val="accent2"/>
                </a:solidFill>
                <a:latin typeface="Trebuchet MS" panose="020B0603020202020204" pitchFamily="34" charset="0"/>
              </a:rPr>
              <a:t>OBJETIVO Y PROGRAMA DE LA ASIGNATURA</a:t>
            </a:r>
          </a:p>
        </p:txBody>
      </p:sp>
      <p:grpSp>
        <p:nvGrpSpPr>
          <p:cNvPr id="6188" name="Group 44"/>
          <p:cNvGrpSpPr>
            <a:grpSpLocks/>
          </p:cNvGrpSpPr>
          <p:nvPr/>
        </p:nvGrpSpPr>
        <p:grpSpPr bwMode="auto">
          <a:xfrm>
            <a:off x="1689851" y="3511618"/>
            <a:ext cx="2159000" cy="2163763"/>
            <a:chOff x="2172" y="2478"/>
            <a:chExt cx="1360" cy="1363"/>
          </a:xfrm>
        </p:grpSpPr>
        <p:sp>
          <p:nvSpPr>
            <p:cNvPr id="15379" name="Oval 15"/>
            <p:cNvSpPr>
              <a:spLocks noChangeArrowheads="1"/>
            </p:cNvSpPr>
            <p:nvPr/>
          </p:nvSpPr>
          <p:spPr bwMode="auto">
            <a:xfrm>
              <a:off x="2172" y="2481"/>
              <a:ext cx="1360" cy="136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sz="2400">
                <a:latin typeface="Trebuchet MS" panose="020B0603020202020204" pitchFamily="34" charset="0"/>
              </a:endParaRPr>
            </a:p>
          </p:txBody>
        </p:sp>
        <p:pic>
          <p:nvPicPr>
            <p:cNvPr id="15380" name="Picture 8" descr="BS00089_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353" y="2478"/>
              <a:ext cx="1037" cy="12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15378" name="Text Box 9"/>
          <p:cNvSpPr txBox="1">
            <a:spLocks noChangeArrowheads="1"/>
          </p:cNvSpPr>
          <p:nvPr/>
        </p:nvSpPr>
        <p:spPr bwMode="auto">
          <a:xfrm>
            <a:off x="4567992" y="4102346"/>
            <a:ext cx="3792355" cy="461665"/>
          </a:xfrm>
          <a:prstGeom prst="rect">
            <a:avLst/>
          </a:prstGeom>
          <a:solidFill>
            <a:srgbClr val="A1BD69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s-ES" sz="2400">
                <a:latin typeface="Trebuchet MS" panose="020B0603020202020204" pitchFamily="34" charset="0"/>
              </a:rPr>
              <a:t>Electricidad y Magnetismo</a:t>
            </a:r>
          </a:p>
        </p:txBody>
      </p:sp>
      <p:sp>
        <p:nvSpPr>
          <p:cNvPr id="15376" name="Text Box 10"/>
          <p:cNvSpPr txBox="1">
            <a:spLocks noChangeArrowheads="1"/>
          </p:cNvSpPr>
          <p:nvPr/>
        </p:nvSpPr>
        <p:spPr bwMode="auto">
          <a:xfrm>
            <a:off x="4567992" y="4691263"/>
            <a:ext cx="1398140" cy="461665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s-ES" sz="2400">
                <a:latin typeface="Trebuchet MS" panose="020B0603020202020204" pitchFamily="34" charset="0"/>
              </a:rPr>
              <a:t>Circuitos</a:t>
            </a:r>
          </a:p>
        </p:txBody>
      </p:sp>
      <p:sp>
        <p:nvSpPr>
          <p:cNvPr id="15374" name="Text Box 11"/>
          <p:cNvSpPr txBox="1">
            <a:spLocks noChangeArrowheads="1"/>
          </p:cNvSpPr>
          <p:nvPr/>
        </p:nvSpPr>
        <p:spPr bwMode="auto">
          <a:xfrm>
            <a:off x="4567992" y="5869693"/>
            <a:ext cx="2016899" cy="461665"/>
          </a:xfrm>
          <a:prstGeom prst="rect">
            <a:avLst/>
          </a:prstGeom>
          <a:solidFill>
            <a:srgbClr val="A1BD69"/>
          </a:solidFill>
          <a:ln>
            <a:noFill/>
          </a:ln>
          <a:effectLst/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s-ES" sz="2400">
                <a:latin typeface="Trebuchet MS" panose="020B0603020202020204" pitchFamily="34" charset="0"/>
              </a:rPr>
              <a:t>Estado Sólido</a:t>
            </a:r>
          </a:p>
        </p:txBody>
      </p:sp>
      <p:sp>
        <p:nvSpPr>
          <p:cNvPr id="15372" name="Text Box 13"/>
          <p:cNvSpPr txBox="1">
            <a:spLocks noChangeArrowheads="1"/>
          </p:cNvSpPr>
          <p:nvPr/>
        </p:nvSpPr>
        <p:spPr bwMode="auto">
          <a:xfrm>
            <a:off x="4567992" y="5280478"/>
            <a:ext cx="3792355" cy="461963"/>
          </a:xfrm>
          <a:prstGeom prst="rect">
            <a:avLst/>
          </a:prstGeom>
          <a:solidFill>
            <a:srgbClr val="A1BD69"/>
          </a:solidFill>
          <a:ln>
            <a:noFill/>
          </a:ln>
          <a:effectLst/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s-ES" sz="2400">
                <a:latin typeface="Trebuchet MS" panose="020B0603020202020204" pitchFamily="34" charset="0"/>
              </a:rPr>
              <a:t>Ondas Electromagnéticas</a:t>
            </a:r>
          </a:p>
        </p:txBody>
      </p:sp>
      <p:sp>
        <p:nvSpPr>
          <p:cNvPr id="6187" name="Text Box 43"/>
          <p:cNvSpPr txBox="1">
            <a:spLocks noChangeArrowheads="1"/>
          </p:cNvSpPr>
          <p:nvPr/>
        </p:nvSpPr>
        <p:spPr bwMode="auto">
          <a:xfrm>
            <a:off x="1215892" y="2250558"/>
            <a:ext cx="5521792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s-ES" sz="2400" i="1">
                <a:latin typeface="Trebuchet MS" panose="020B0603020202020204" pitchFamily="34" charset="0"/>
                <a:cs typeface="Times New Roman" panose="02020603050405020304" pitchFamily="18" charset="0"/>
              </a:rPr>
              <a:t>Previo a</a:t>
            </a:r>
            <a:r>
              <a:rPr lang="es-ES" sz="2400" i="1">
                <a:solidFill>
                  <a:srgbClr val="CC0000"/>
                </a:solidFill>
                <a:latin typeface="Trebuchet MS" panose="020B0603020202020204" pitchFamily="34" charset="0"/>
                <a:cs typeface="Times New Roman" panose="02020603050405020304" pitchFamily="18" charset="0"/>
              </a:rPr>
              <a:t> Tecnología de Computadores</a:t>
            </a:r>
            <a:r>
              <a:rPr lang="es-ES" sz="2400" i="1">
                <a:latin typeface="Trebuchet MS" panose="020B0603020202020204" pitchFamily="34" charset="0"/>
                <a:cs typeface="Times New Roman" panose="02020603050405020304" pitchFamily="18" charset="0"/>
              </a:rPr>
              <a:t> </a:t>
            </a:r>
            <a:r>
              <a:rPr lang="es-ES" sz="2400" i="1">
                <a:solidFill>
                  <a:srgbClr val="008000"/>
                </a:solidFill>
                <a:latin typeface="Trebuchet MS" panose="020B0603020202020204" pitchFamily="34" charset="0"/>
                <a:cs typeface="Times New Roman" panose="02020603050405020304" pitchFamily="18" charset="0"/>
              </a:rPr>
              <a:t>(1</a:t>
            </a:r>
            <a:r>
              <a:rPr lang="es-ES" sz="2400" i="1" baseline="30000">
                <a:solidFill>
                  <a:srgbClr val="008000"/>
                </a:solidFill>
                <a:latin typeface="Trebuchet MS" panose="020B0603020202020204" pitchFamily="34" charset="0"/>
                <a:cs typeface="Times New Roman" panose="02020603050405020304" pitchFamily="18" charset="0"/>
              </a:rPr>
              <a:t>er</a:t>
            </a:r>
            <a:r>
              <a:rPr lang="es-ES" sz="2400" i="1">
                <a:solidFill>
                  <a:srgbClr val="008000"/>
                </a:solidFill>
                <a:latin typeface="Trebuchet MS" panose="020B0603020202020204" pitchFamily="34" charset="0"/>
                <a:cs typeface="Times New Roman" panose="02020603050405020304" pitchFamily="18" charset="0"/>
              </a:rPr>
              <a:t> Curso - 2º Cuatrimestre)</a:t>
            </a:r>
            <a:endParaRPr lang="es-ES" sz="2400" i="1">
              <a:solidFill>
                <a:srgbClr val="008000"/>
              </a:solidFill>
              <a:latin typeface="Trebuchet MS" panose="020B0603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153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8" dur="500"/>
                                        <p:tgtEl>
                                          <p:spTgt spid="153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3" presetClass="entr" presetSubtype="27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618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618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500"/>
                                        <p:tgtEl>
                                          <p:spTgt spid="61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" dur="500"/>
                                        <p:tgtEl>
                                          <p:spTgt spid="61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29" dur="500"/>
                                        <p:tgtEl>
                                          <p:spTgt spid="153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/>
                                        <p:tgtEl>
                                          <p:spTgt spid="153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5" dur="500"/>
                                        <p:tgtEl>
                                          <p:spTgt spid="153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/>
                                        <p:tgtEl>
                                          <p:spTgt spid="153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41" dur="500"/>
                                        <p:tgtEl>
                                          <p:spTgt spid="153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500"/>
                                        <p:tgtEl>
                                          <p:spTgt spid="153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47" dur="500"/>
                                        <p:tgtEl>
                                          <p:spTgt spid="153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500"/>
                                        <p:tgtEl>
                                          <p:spTgt spid="153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53" dur="500"/>
                                        <p:tgtEl>
                                          <p:spTgt spid="153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382" grpId="0" animBg="1"/>
      <p:bldP spid="6146" grpId="0"/>
      <p:bldP spid="15364" grpId="0"/>
      <p:bldP spid="15378" grpId="0" animBg="1"/>
      <p:bldP spid="15376" grpId="0" animBg="1"/>
      <p:bldP spid="15374" grpId="0" animBg="1"/>
      <p:bldP spid="15372" grpId="0" animBg="1"/>
      <p:bldP spid="618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11" name="Picture 11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43025" y="1085538"/>
            <a:ext cx="3951288" cy="5038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tx1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pic>
      <p:sp>
        <p:nvSpPr>
          <p:cNvPr id="26" name="Text Box 13"/>
          <p:cNvSpPr txBox="1">
            <a:spLocks noChangeArrowheads="1"/>
          </p:cNvSpPr>
          <p:nvPr/>
        </p:nvSpPr>
        <p:spPr bwMode="auto">
          <a:xfrm>
            <a:off x="6015789" y="1612588"/>
            <a:ext cx="2338939" cy="461665"/>
          </a:xfrm>
          <a:prstGeom prst="rect">
            <a:avLst/>
          </a:prstGeom>
          <a:solidFill>
            <a:srgbClr val="99CCFF"/>
          </a:solidFill>
          <a:ln>
            <a:noFill/>
          </a:ln>
          <a:effectLst/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  <a:defRPr/>
            </a:pPr>
            <a:r>
              <a:rPr lang="es-ES" sz="2400">
                <a:latin typeface="Trebuchet MS" panose="020B0603020202020204" pitchFamily="34" charset="0"/>
              </a:rPr>
              <a:t>BIBLIOGRAFÍA</a:t>
            </a:r>
          </a:p>
        </p:txBody>
      </p:sp>
      <p:grpSp>
        <p:nvGrpSpPr>
          <p:cNvPr id="2" name="Grupo 1"/>
          <p:cNvGrpSpPr/>
          <p:nvPr/>
        </p:nvGrpSpPr>
        <p:grpSpPr>
          <a:xfrm>
            <a:off x="6232456" y="2781887"/>
            <a:ext cx="1239485" cy="461665"/>
            <a:chOff x="6116956" y="2627887"/>
            <a:chExt cx="1239485" cy="461665"/>
          </a:xfrm>
        </p:grpSpPr>
        <p:sp>
          <p:nvSpPr>
            <p:cNvPr id="17413" name="Oval 10"/>
            <p:cNvSpPr>
              <a:spLocks noChangeArrowheads="1"/>
            </p:cNvSpPr>
            <p:nvPr/>
          </p:nvSpPr>
          <p:spPr bwMode="auto">
            <a:xfrm>
              <a:off x="6116956" y="2793387"/>
              <a:ext cx="144463" cy="144462"/>
            </a:xfrm>
            <a:prstGeom prst="ellipse">
              <a:avLst/>
            </a:prstGeom>
            <a:solidFill>
              <a:srgbClr val="FF0000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sz="2400">
                <a:latin typeface="Trebuchet MS" panose="020B0603020202020204" pitchFamily="34" charset="0"/>
              </a:endParaRPr>
            </a:p>
          </p:txBody>
        </p:sp>
        <p:sp>
          <p:nvSpPr>
            <p:cNvPr id="17414" name="Text Box 8"/>
            <p:cNvSpPr txBox="1">
              <a:spLocks noChangeArrowheads="1"/>
            </p:cNvSpPr>
            <p:nvPr/>
          </p:nvSpPr>
          <p:spPr bwMode="auto">
            <a:xfrm>
              <a:off x="6307756" y="2627887"/>
              <a:ext cx="1048685" cy="4616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s-ES" sz="2400">
                  <a:latin typeface="Trebuchet MS" panose="020B0603020202020204" pitchFamily="34" charset="0"/>
                </a:rPr>
                <a:t>Básica</a:t>
              </a:r>
              <a:endParaRPr lang="es-ES" sz="2400">
                <a:solidFill>
                  <a:srgbClr val="FF0000"/>
                </a:solidFill>
                <a:latin typeface="Trebuchet MS" panose="020B0603020202020204" pitchFamily="34" charset="0"/>
              </a:endParaRPr>
            </a:p>
          </p:txBody>
        </p:sp>
      </p:grpSp>
      <p:grpSp>
        <p:nvGrpSpPr>
          <p:cNvPr id="3" name="Grupo 2"/>
          <p:cNvGrpSpPr/>
          <p:nvPr/>
        </p:nvGrpSpPr>
        <p:grpSpPr>
          <a:xfrm>
            <a:off x="6240394" y="3404874"/>
            <a:ext cx="2306837" cy="2677656"/>
            <a:chOff x="6124894" y="3404874"/>
            <a:chExt cx="2306837" cy="2677656"/>
          </a:xfrm>
        </p:grpSpPr>
        <p:sp>
          <p:nvSpPr>
            <p:cNvPr id="17415" name="Oval 10"/>
            <p:cNvSpPr>
              <a:spLocks noChangeArrowheads="1"/>
            </p:cNvSpPr>
            <p:nvPr/>
          </p:nvSpPr>
          <p:spPr bwMode="auto">
            <a:xfrm>
              <a:off x="6124894" y="3552512"/>
              <a:ext cx="144462" cy="144462"/>
            </a:xfrm>
            <a:prstGeom prst="ellipse">
              <a:avLst/>
            </a:prstGeom>
            <a:solidFill>
              <a:srgbClr val="FF0000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sz="2400">
                <a:latin typeface="Trebuchet MS" panose="020B0603020202020204" pitchFamily="34" charset="0"/>
              </a:endParaRPr>
            </a:p>
          </p:txBody>
        </p:sp>
        <p:sp>
          <p:nvSpPr>
            <p:cNvPr id="17416" name="Text Box 8"/>
            <p:cNvSpPr txBox="1">
              <a:spLocks noChangeArrowheads="1"/>
            </p:cNvSpPr>
            <p:nvPr/>
          </p:nvSpPr>
          <p:spPr bwMode="auto">
            <a:xfrm>
              <a:off x="6296444" y="3404874"/>
              <a:ext cx="2135287" cy="267765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s-ES" sz="2400">
                  <a:latin typeface="Trebuchet MS" panose="020B0603020202020204" pitchFamily="34" charset="0"/>
                </a:rPr>
                <a:t>Ampliada y alternativa en</a:t>
              </a:r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s-ES" sz="2400">
                  <a:solidFill>
                    <a:srgbClr val="0099FF"/>
                  </a:solidFill>
                  <a:latin typeface="Trebuchet MS" panose="020B0603020202020204" pitchFamily="34" charset="0"/>
                </a:rPr>
                <a:t>la guía de la asignatura</a:t>
              </a:r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s-ES" sz="2400">
                  <a:latin typeface="Trebuchet MS" panose="020B0603020202020204" pitchFamily="34" charset="0"/>
                </a:rPr>
                <a:t>que está</a:t>
              </a:r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s-ES" sz="2400">
                  <a:latin typeface="Trebuchet MS" panose="020B0603020202020204" pitchFamily="34" charset="0"/>
                </a:rPr>
                <a:t>en </a:t>
              </a:r>
              <a:r>
                <a:rPr lang="es-ES" sz="2400">
                  <a:solidFill>
                    <a:srgbClr val="CC00CC"/>
                  </a:solidFill>
                  <a:latin typeface="Trebuchet MS" panose="020B0603020202020204" pitchFamily="34" charset="0"/>
                </a:rPr>
                <a:t>Moodle</a:t>
              </a:r>
              <a:r>
                <a:rPr lang="es-ES" sz="2400">
                  <a:solidFill>
                    <a:srgbClr val="7030A0"/>
                  </a:solidFill>
                  <a:latin typeface="Trebuchet MS" panose="020B0603020202020204" pitchFamily="34" charset="0"/>
                </a:rPr>
                <a:t> </a:t>
              </a:r>
              <a:r>
                <a:rPr lang="es-ES" sz="2400">
                  <a:latin typeface="Trebuchet MS" panose="020B0603020202020204" pitchFamily="34" charset="0"/>
                </a:rPr>
                <a:t>y</a:t>
              </a:r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s-ES" sz="2400">
                  <a:latin typeface="Trebuchet MS" panose="020B0603020202020204" pitchFamily="34" charset="0"/>
                </a:rPr>
                <a:t>en </a:t>
              </a:r>
              <a:r>
                <a:rPr lang="es-ES" sz="2400">
                  <a:solidFill>
                    <a:srgbClr val="CC00CC"/>
                  </a:solidFill>
                  <a:latin typeface="Trebuchet MS" panose="020B0603020202020204" pitchFamily="34" charset="0"/>
                </a:rPr>
                <a:t>web ETSI</a:t>
              </a:r>
            </a:p>
          </p:txBody>
        </p:sp>
      </p:grpSp>
      <p:sp>
        <p:nvSpPr>
          <p:cNvPr id="10" name="Text Box 5"/>
          <p:cNvSpPr txBox="1">
            <a:spLocks noChangeArrowheads="1"/>
          </p:cNvSpPr>
          <p:nvPr/>
        </p:nvSpPr>
        <p:spPr bwMode="auto">
          <a:xfrm>
            <a:off x="3744830" y="365010"/>
            <a:ext cx="50863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s-ES" sz="2000">
                <a:solidFill>
                  <a:schemeClr val="accent2"/>
                </a:solidFill>
                <a:latin typeface="Trebuchet MS" panose="020B0603020202020204" pitchFamily="34" charset="0"/>
              </a:rPr>
              <a:t>OBJETIVO Y PROGRAMA DE LA ASIGNATURA</a:t>
            </a:r>
          </a:p>
        </p:txBody>
      </p:sp>
      <p:sp>
        <p:nvSpPr>
          <p:cNvPr id="4" name="Flecha: a la derecha 3">
            <a:extLst>
              <a:ext uri="{FF2B5EF4-FFF2-40B4-BE49-F238E27FC236}">
                <a16:creationId xmlns:a16="http://schemas.microsoft.com/office/drawing/2014/main" id="{393D7C79-BBF5-65FD-6DE6-EDBD6EE22981}"/>
              </a:ext>
            </a:extLst>
          </p:cNvPr>
          <p:cNvSpPr/>
          <p:nvPr/>
        </p:nvSpPr>
        <p:spPr bwMode="auto">
          <a:xfrm>
            <a:off x="5438688" y="2822666"/>
            <a:ext cx="577098" cy="372161"/>
          </a:xfrm>
          <a:prstGeom prst="rightArrow">
            <a:avLst/>
          </a:prstGeom>
          <a:solidFill>
            <a:srgbClr val="FF000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rebuchet MS" panose="020B0603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27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174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500"/>
                            </p:stCondLst>
                            <p:childTnLst>
                              <p:par>
                                <p:cTn id="2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 animBg="1"/>
      <p:bldP spid="4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Text Box 2"/>
          <p:cNvSpPr txBox="1">
            <a:spLocks noChangeArrowheads="1"/>
          </p:cNvSpPr>
          <p:nvPr/>
        </p:nvSpPr>
        <p:spPr bwMode="auto">
          <a:xfrm>
            <a:off x="4762114" y="345860"/>
            <a:ext cx="4073525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s-ES" sz="2000">
                <a:solidFill>
                  <a:schemeClr val="accent2"/>
                </a:solidFill>
                <a:latin typeface="Trebuchet MS" panose="020B0603020202020204" pitchFamily="34" charset="0"/>
              </a:rPr>
              <a:t>METODOLOGÍA DE LA ASIGNATURA</a:t>
            </a:r>
          </a:p>
        </p:txBody>
      </p:sp>
      <p:sp>
        <p:nvSpPr>
          <p:cNvPr id="19484" name="Text Box 5"/>
          <p:cNvSpPr txBox="1">
            <a:spLocks noChangeArrowheads="1"/>
          </p:cNvSpPr>
          <p:nvPr/>
        </p:nvSpPr>
        <p:spPr bwMode="auto">
          <a:xfrm>
            <a:off x="2820201" y="945558"/>
            <a:ext cx="4248385" cy="513575"/>
          </a:xfrm>
          <a:prstGeom prst="rect">
            <a:avLst/>
          </a:prstGeom>
          <a:solidFill>
            <a:srgbClr val="FFFF00"/>
          </a:solidFill>
          <a:ln>
            <a:noFill/>
          </a:ln>
          <a:effectLst/>
        </p:spPr>
        <p:txBody>
          <a:bodyPr wrap="square" lIns="108000" tIns="108000" rIns="108000" bIns="108000" anchor="ctr" anchorCtr="1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lnSpc>
                <a:spcPct val="80000"/>
              </a:lnSpc>
              <a:spcBef>
                <a:spcPct val="0"/>
              </a:spcBef>
              <a:buFontTx/>
              <a:buNone/>
            </a:pPr>
            <a:r>
              <a:rPr lang="es-ES" sz="2400">
                <a:latin typeface="Trebuchet MS" panose="020B0603020202020204" pitchFamily="34" charset="0"/>
                <a:cs typeface="Times New Roman" panose="02020603050405020304" pitchFamily="18" charset="0"/>
              </a:rPr>
              <a:t>Clases de Teoría y Problemas</a:t>
            </a:r>
            <a:endParaRPr lang="es-ES" sz="2400">
              <a:solidFill>
                <a:srgbClr val="FF0000"/>
              </a:solidFill>
              <a:latin typeface="Trebuchet MS" panose="020B0603020202020204" pitchFamily="34" charset="0"/>
              <a:cs typeface="Times New Roman" panose="02020603050405020304" pitchFamily="18" charset="0"/>
            </a:endParaRPr>
          </a:p>
        </p:txBody>
      </p:sp>
      <p:graphicFrame>
        <p:nvGraphicFramePr>
          <p:cNvPr id="3" name="Tabla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77190732"/>
              </p:ext>
            </p:extLst>
          </p:nvPr>
        </p:nvGraphicFramePr>
        <p:xfrm>
          <a:off x="1105769" y="1610192"/>
          <a:ext cx="7662846" cy="361632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8108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5033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2089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1053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02721">
                <a:tc rowSpan="2">
                  <a:txBody>
                    <a:bodyPr/>
                    <a:lstStyle/>
                    <a:p>
                      <a:pPr algn="ctr"/>
                      <a:r>
                        <a:rPr lang="es-ES" sz="2400" b="0"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rPr>
                        <a:t>Turno </a:t>
                      </a:r>
                      <a:r>
                        <a:rPr lang="es-ES" sz="2400" b="1"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rPr>
                        <a:t>T1</a:t>
                      </a:r>
                      <a:r>
                        <a:rPr lang="es-ES" sz="2400" b="0"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rPr>
                        <a:t> (mañana)</a:t>
                      </a:r>
                    </a:p>
                  </a:txBody>
                  <a:tcPr marT="45742" marB="4574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9CC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2400" b="0"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rPr>
                        <a:t>Miércoles</a:t>
                      </a:r>
                      <a:endParaRPr lang="es-ES" sz="2400" b="0" dirty="0">
                        <a:solidFill>
                          <a:schemeClr val="tx1"/>
                        </a:solidFill>
                        <a:latin typeface="Trebuchet MS" panose="020B0603020202020204" pitchFamily="34" charset="0"/>
                      </a:endParaRPr>
                    </a:p>
                  </a:txBody>
                  <a:tcPr marT="45742" marB="4574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2000" b="0"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rPr>
                        <a:t>10:00-11:30</a:t>
                      </a:r>
                      <a:endParaRPr lang="es-ES" sz="2000" b="0" dirty="0">
                        <a:solidFill>
                          <a:schemeClr val="tx1"/>
                        </a:solidFill>
                        <a:latin typeface="Trebuchet MS" panose="020B0603020202020204" pitchFamily="34" charset="0"/>
                      </a:endParaRPr>
                    </a:p>
                  </a:txBody>
                  <a:tcPr marT="45742" marB="4574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2000" b="0"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rPr>
                        <a:t>IM2.8</a:t>
                      </a:r>
                      <a:endParaRPr lang="es-ES" sz="2000" b="0" dirty="0">
                        <a:solidFill>
                          <a:schemeClr val="tx1"/>
                        </a:solidFill>
                        <a:latin typeface="Trebuchet MS" panose="020B0603020202020204" pitchFamily="34" charset="0"/>
                      </a:endParaRPr>
                    </a:p>
                  </a:txBody>
                  <a:tcPr marT="45742" marB="4574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9C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2721">
                <a:tc vMerge="1">
                  <a:txBody>
                    <a:bodyPr/>
                    <a:lstStyle/>
                    <a:p>
                      <a:pPr algn="ctr"/>
                      <a:endParaRPr lang="es-ES" sz="2000" b="1">
                        <a:solidFill>
                          <a:srgbClr val="FFFFFF"/>
                        </a:solidFill>
                        <a:latin typeface="Trebuchet MS" panose="020B0603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2400" b="0"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rPr>
                        <a:t>Jueves</a:t>
                      </a:r>
                      <a:endParaRPr lang="es-ES" sz="2400" b="0" dirty="0">
                        <a:solidFill>
                          <a:schemeClr val="tx1"/>
                        </a:solidFill>
                        <a:latin typeface="Trebuchet MS" panose="020B0603020202020204" pitchFamily="34" charset="0"/>
                      </a:endParaRPr>
                    </a:p>
                  </a:txBody>
                  <a:tcPr marT="45742" marB="4574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2000" b="0"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rPr>
                        <a:t>10:00-11:30</a:t>
                      </a:r>
                      <a:endParaRPr lang="es-ES" sz="2000" b="0" dirty="0">
                        <a:solidFill>
                          <a:schemeClr val="tx1"/>
                        </a:solidFill>
                        <a:latin typeface="Trebuchet MS" panose="020B0603020202020204" pitchFamily="34" charset="0"/>
                      </a:endParaRPr>
                    </a:p>
                  </a:txBody>
                  <a:tcPr marT="45742" marB="4574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s-ES" sz="2400" b="0" dirty="0">
                        <a:solidFill>
                          <a:schemeClr val="tx1"/>
                        </a:solidFill>
                        <a:latin typeface="Trebuchet MS" panose="020B0603020202020204" pitchFamily="34" charset="0"/>
                      </a:endParaRPr>
                    </a:p>
                  </a:txBody>
                  <a:tcPr marT="45742" marB="4574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2721">
                <a:tc rowSpan="2">
                  <a:txBody>
                    <a:bodyPr/>
                    <a:lstStyle/>
                    <a:p>
                      <a:pPr algn="ctr"/>
                      <a:r>
                        <a:rPr lang="es-ES" sz="2400" b="0"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rPr>
                        <a:t>Turno </a:t>
                      </a:r>
                      <a:r>
                        <a:rPr lang="es-ES" sz="2400" b="1"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rPr>
                        <a:t>T2</a:t>
                      </a:r>
                      <a:r>
                        <a:rPr lang="es-ES" sz="2400" b="0"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rPr>
                        <a:t> (tarde)</a:t>
                      </a:r>
                      <a:endParaRPr lang="es-ES" sz="2400" b="1">
                        <a:solidFill>
                          <a:schemeClr val="tx1"/>
                        </a:solidFill>
                        <a:latin typeface="Trebuchet MS" panose="020B0603020202020204" pitchFamily="34" charset="0"/>
                      </a:endParaRPr>
                    </a:p>
                  </a:txBody>
                  <a:tcPr marT="45742" marB="4574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9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2400" b="0"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rPr>
                        <a:t>Lunes</a:t>
                      </a:r>
                      <a:endParaRPr lang="es-ES" sz="2400" b="0" dirty="0">
                        <a:solidFill>
                          <a:schemeClr val="tx1"/>
                        </a:solidFill>
                        <a:latin typeface="Trebuchet MS" panose="020B0603020202020204" pitchFamily="34" charset="0"/>
                      </a:endParaRPr>
                    </a:p>
                  </a:txBody>
                  <a:tcPr marT="45742" marB="4574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2000" b="0"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rPr>
                        <a:t>16:00-17:30</a:t>
                      </a:r>
                      <a:endParaRPr lang="es-ES" sz="2000" b="0" dirty="0">
                        <a:solidFill>
                          <a:schemeClr val="tx1"/>
                        </a:solidFill>
                        <a:latin typeface="Trebuchet MS" panose="020B0603020202020204" pitchFamily="34" charset="0"/>
                      </a:endParaRPr>
                    </a:p>
                  </a:txBody>
                  <a:tcPr marT="45742" marB="4574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2000" b="0"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rPr>
                        <a:t>IM2.8</a:t>
                      </a:r>
                      <a:endParaRPr lang="es-ES" sz="2000" b="0" dirty="0">
                        <a:solidFill>
                          <a:schemeClr val="tx1"/>
                        </a:solidFill>
                        <a:latin typeface="Trebuchet MS" panose="020B0603020202020204" pitchFamily="34" charset="0"/>
                      </a:endParaRPr>
                    </a:p>
                  </a:txBody>
                  <a:tcPr marT="45742" marB="4574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9C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2721">
                <a:tc vMerge="1">
                  <a:txBody>
                    <a:bodyPr/>
                    <a:lstStyle/>
                    <a:p>
                      <a:pPr algn="ctr"/>
                      <a:endParaRPr lang="es-ES" sz="2000" b="1">
                        <a:solidFill>
                          <a:srgbClr val="FFFFFF"/>
                        </a:solidFill>
                        <a:latin typeface="Trebuchet MS" panose="020B0603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2400" b="0"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rPr>
                        <a:t>Miércoles</a:t>
                      </a:r>
                      <a:endParaRPr lang="es-ES" sz="2400" b="0" dirty="0">
                        <a:solidFill>
                          <a:schemeClr val="tx1"/>
                        </a:solidFill>
                        <a:latin typeface="Trebuchet MS" panose="020B0603020202020204" pitchFamily="34" charset="0"/>
                      </a:endParaRPr>
                    </a:p>
                  </a:txBody>
                  <a:tcPr marT="45742" marB="4574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2000" b="0"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rPr>
                        <a:t>17:30-19:00</a:t>
                      </a:r>
                      <a:endParaRPr lang="es-ES" sz="2000" b="0" dirty="0">
                        <a:solidFill>
                          <a:schemeClr val="tx1"/>
                        </a:solidFill>
                        <a:latin typeface="Trebuchet MS" panose="020B0603020202020204" pitchFamily="34" charset="0"/>
                      </a:endParaRPr>
                    </a:p>
                  </a:txBody>
                  <a:tcPr marT="45742" marB="4574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s-ES" sz="2400" b="0" dirty="0">
                        <a:solidFill>
                          <a:schemeClr val="tx1"/>
                        </a:solidFill>
                        <a:latin typeface="Trebuchet MS" panose="020B0603020202020204" pitchFamily="34" charset="0"/>
                      </a:endParaRPr>
                    </a:p>
                  </a:txBody>
                  <a:tcPr marT="45742" marB="4574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02721">
                <a:tc rowSpan="2">
                  <a:txBody>
                    <a:bodyPr/>
                    <a:lstStyle/>
                    <a:p>
                      <a:pPr algn="ctr"/>
                      <a:r>
                        <a:rPr lang="es-ES" sz="2400" b="0"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rPr>
                        <a:t>Turno </a:t>
                      </a:r>
                      <a:r>
                        <a:rPr lang="es-ES" sz="2400" b="1"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rPr>
                        <a:t>T3</a:t>
                      </a:r>
                      <a:r>
                        <a:rPr lang="es-ES" sz="2400" b="0"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rPr>
                        <a:t> (mañana)</a:t>
                      </a:r>
                      <a:endParaRPr lang="es-ES" sz="2400" b="1">
                        <a:solidFill>
                          <a:schemeClr val="tx1"/>
                        </a:solidFill>
                        <a:latin typeface="Trebuchet MS" panose="020B0603020202020204" pitchFamily="34" charset="0"/>
                      </a:endParaRPr>
                    </a:p>
                  </a:txBody>
                  <a:tcPr marT="45742" marB="4574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9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2400" b="0"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rPr>
                        <a:t>Martes</a:t>
                      </a:r>
                      <a:endParaRPr lang="es-ES" sz="2400" b="0" dirty="0">
                        <a:solidFill>
                          <a:schemeClr val="tx1"/>
                        </a:solidFill>
                        <a:latin typeface="Trebuchet MS" panose="020B0603020202020204" pitchFamily="34" charset="0"/>
                      </a:endParaRPr>
                    </a:p>
                  </a:txBody>
                  <a:tcPr marT="45742" marB="4574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2000" b="0"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rPr>
                        <a:t>08:30-10:00</a:t>
                      </a:r>
                    </a:p>
                  </a:txBody>
                  <a:tcPr marT="45742" marB="4574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2000" b="0"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rPr>
                        <a:t>IM2.6</a:t>
                      </a:r>
                    </a:p>
                  </a:txBody>
                  <a:tcPr marT="45742" marB="4574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9C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02721">
                <a:tc vMerge="1">
                  <a:txBody>
                    <a:bodyPr/>
                    <a:lstStyle/>
                    <a:p>
                      <a:pPr algn="ctr"/>
                      <a:endParaRPr lang="es-ES" sz="2400" b="1">
                        <a:solidFill>
                          <a:schemeClr val="tx1"/>
                        </a:solidFill>
                        <a:latin typeface="Trebuchet MS" panose="020B0603020202020204" pitchFamily="34" charset="0"/>
                      </a:endParaRPr>
                    </a:p>
                  </a:txBody>
                  <a:tcPr marT="45742" marB="4574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9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2400" b="0"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rPr>
                        <a:t>Miércoles</a:t>
                      </a:r>
                      <a:endParaRPr lang="es-ES" sz="2400" b="0" dirty="0">
                        <a:solidFill>
                          <a:schemeClr val="tx1"/>
                        </a:solidFill>
                        <a:latin typeface="Trebuchet MS" panose="020B0603020202020204" pitchFamily="34" charset="0"/>
                      </a:endParaRPr>
                    </a:p>
                  </a:txBody>
                  <a:tcPr marT="45742" marB="4574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2000" b="0"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rPr>
                        <a:t>08:30-10:00</a:t>
                      </a:r>
                      <a:endParaRPr lang="es-ES" sz="2000" b="0" dirty="0">
                        <a:solidFill>
                          <a:schemeClr val="tx1"/>
                        </a:solidFill>
                        <a:latin typeface="Trebuchet MS" panose="020B0603020202020204" pitchFamily="34" charset="0"/>
                      </a:endParaRPr>
                    </a:p>
                  </a:txBody>
                  <a:tcPr marT="45742" marB="4574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s-ES" sz="2400" b="0" dirty="0">
                        <a:solidFill>
                          <a:schemeClr val="tx1"/>
                        </a:solidFill>
                        <a:latin typeface="Trebuchet MS" panose="020B0603020202020204" pitchFamily="34" charset="0"/>
                      </a:endParaRPr>
                    </a:p>
                  </a:txBody>
                  <a:tcPr marT="45742" marB="4574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Text Box 17">
            <a:extLst>
              <a:ext uri="{FF2B5EF4-FFF2-40B4-BE49-F238E27FC236}">
                <a16:creationId xmlns:a16="http://schemas.microsoft.com/office/drawing/2014/main" id="{9E956BDD-AEC9-6F44-2B25-807868C0F72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99557" y="5529526"/>
            <a:ext cx="6837538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just" eaLnBrk="1" hangingPunct="1">
              <a:spcBef>
                <a:spcPct val="0"/>
              </a:spcBef>
              <a:buFontTx/>
              <a:buNone/>
            </a:pPr>
            <a:r>
              <a:rPr lang="es-ES" sz="2400" dirty="0">
                <a:solidFill>
                  <a:srgbClr val="FF0000"/>
                </a:solidFill>
                <a:latin typeface="Trebuchet MS" panose="020B0603020202020204" pitchFamily="34" charset="0"/>
                <a:sym typeface="Symbol" panose="05050102010706020507" pitchFamily="18" charset="2"/>
              </a:rPr>
              <a:t></a:t>
            </a:r>
            <a:r>
              <a:rPr lang="es-ES" sz="2400" dirty="0">
                <a:latin typeface="Trebuchet MS" panose="020B0603020202020204" pitchFamily="34" charset="0"/>
              </a:rPr>
              <a:t> En </a:t>
            </a:r>
            <a:r>
              <a:rPr lang="es-ES" sz="2400" dirty="0">
                <a:solidFill>
                  <a:srgbClr val="CC00CC"/>
                </a:solidFill>
                <a:latin typeface="Trebuchet MS" panose="020B0603020202020204" pitchFamily="34" charset="0"/>
              </a:rPr>
              <a:t>Moodle:</a:t>
            </a:r>
            <a:r>
              <a:rPr lang="es-ES" sz="2400" dirty="0">
                <a:latin typeface="Trebuchet MS" panose="020B0603020202020204" pitchFamily="34" charset="0"/>
              </a:rPr>
              <a:t>  </a:t>
            </a:r>
            <a:r>
              <a:rPr lang="es-ES" sz="2400">
                <a:solidFill>
                  <a:srgbClr val="0099FF"/>
                </a:solidFill>
                <a:latin typeface="Trebuchet MS" panose="020B0603020202020204" pitchFamily="34" charset="0"/>
              </a:rPr>
              <a:t>Clases</a:t>
            </a:r>
            <a:r>
              <a:rPr lang="es-ES" sz="2400">
                <a:solidFill>
                  <a:schemeClr val="accent2"/>
                </a:solidFill>
                <a:latin typeface="Trebuchet MS" panose="020B0603020202020204" pitchFamily="34" charset="0"/>
              </a:rPr>
              <a:t> </a:t>
            </a:r>
            <a:r>
              <a:rPr lang="es-ES" sz="2400">
                <a:solidFill>
                  <a:srgbClr val="0000FF"/>
                </a:solidFill>
                <a:latin typeface="Trebuchet MS" panose="020B0603020202020204" pitchFamily="34" charset="0"/>
              </a:rPr>
              <a:t>(en pptx</a:t>
            </a:r>
            <a:r>
              <a:rPr lang="es-ES" sz="2400" dirty="0">
                <a:solidFill>
                  <a:srgbClr val="0000FF"/>
                </a:solidFill>
                <a:latin typeface="Trebuchet MS" panose="020B0603020202020204" pitchFamily="34" charset="0"/>
              </a:rPr>
              <a:t>)</a:t>
            </a:r>
            <a:endParaRPr lang="es-ES" sz="2400" dirty="0">
              <a:latin typeface="Trebuchet MS" panose="020B0603020202020204" pitchFamily="34" charset="0"/>
            </a:endParaRPr>
          </a:p>
          <a:p>
            <a:pPr algn="just" eaLnBrk="1" hangingPunct="1">
              <a:spcBef>
                <a:spcPct val="0"/>
              </a:spcBef>
              <a:buFontTx/>
              <a:buNone/>
            </a:pPr>
            <a:r>
              <a:rPr lang="es-ES" sz="2400" dirty="0">
                <a:latin typeface="Trebuchet MS" panose="020B0603020202020204" pitchFamily="34" charset="0"/>
              </a:rPr>
              <a:t>                     </a:t>
            </a:r>
            <a:r>
              <a:rPr lang="es-ES" sz="2400" dirty="0">
                <a:solidFill>
                  <a:srgbClr val="0099FF"/>
                </a:solidFill>
                <a:latin typeface="Trebuchet MS" panose="020B0603020202020204" pitchFamily="34" charset="0"/>
              </a:rPr>
              <a:t>Boletines de </a:t>
            </a:r>
            <a:r>
              <a:rPr lang="es-ES" sz="2400">
                <a:solidFill>
                  <a:srgbClr val="0099FF"/>
                </a:solidFill>
                <a:latin typeface="Trebuchet MS" panose="020B0603020202020204" pitchFamily="34" charset="0"/>
              </a:rPr>
              <a:t>Problemas</a:t>
            </a:r>
            <a:r>
              <a:rPr lang="es-ES" sz="2400">
                <a:solidFill>
                  <a:schemeClr val="folHlink"/>
                </a:solidFill>
                <a:latin typeface="Trebuchet MS" panose="020B0603020202020204" pitchFamily="34" charset="0"/>
              </a:rPr>
              <a:t> </a:t>
            </a:r>
            <a:r>
              <a:rPr lang="es-ES" sz="2400">
                <a:solidFill>
                  <a:srgbClr val="0000FF"/>
                </a:solidFill>
                <a:latin typeface="Trebuchet MS" panose="020B0603020202020204" pitchFamily="34" charset="0"/>
              </a:rPr>
              <a:t>(en pdf</a:t>
            </a:r>
            <a:r>
              <a:rPr lang="es-ES" sz="2400" dirty="0">
                <a:solidFill>
                  <a:srgbClr val="0000FF"/>
                </a:solidFill>
                <a:latin typeface="Trebuchet MS" panose="020B0603020202020204" pitchFamily="34" charset="0"/>
              </a:rPr>
              <a:t>)</a:t>
            </a:r>
            <a:endParaRPr lang="es-ES" sz="2400" dirty="0">
              <a:latin typeface="Trebuchet MS" panose="020B0603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194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8" dur="500"/>
                                        <p:tgtEl>
                                          <p:spTgt spid="194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/>
                                        <p:tgtEl>
                                          <p:spTgt spid="194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14" dur="500"/>
                                        <p:tgtEl>
                                          <p:spTgt spid="194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5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1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458" grpId="0"/>
      <p:bldP spid="19484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/>
          <p:cNvSpPr/>
          <p:nvPr/>
        </p:nvSpPr>
        <p:spPr bwMode="auto">
          <a:xfrm>
            <a:off x="1206959" y="2405033"/>
            <a:ext cx="7199174" cy="2184129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rebuchet MS" panose="020B0603020202020204" pitchFamily="34" charset="0"/>
            </a:endParaRPr>
          </a:p>
        </p:txBody>
      </p:sp>
      <p:sp>
        <p:nvSpPr>
          <p:cNvPr id="72708" name="Text Box 4"/>
          <p:cNvSpPr txBox="1">
            <a:spLocks noChangeArrowheads="1"/>
          </p:cNvSpPr>
          <p:nvPr/>
        </p:nvSpPr>
        <p:spPr bwMode="auto">
          <a:xfrm>
            <a:off x="1283356" y="3276614"/>
            <a:ext cx="7480344" cy="12450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tIns="90000" anchor="ctr" anchorCtr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just" eaLnBrk="1" hangingPunct="1">
              <a:spcBef>
                <a:spcPct val="0"/>
              </a:spcBef>
              <a:buFont typeface="Symbol" panose="05050102010706020507" pitchFamily="18" charset="2"/>
              <a:buNone/>
            </a:pPr>
            <a:r>
              <a:rPr lang="es-ES" sz="2400" dirty="0">
                <a:solidFill>
                  <a:srgbClr val="FF0000"/>
                </a:solidFill>
                <a:latin typeface="Trebuchet MS" panose="020B0603020202020204" pitchFamily="34" charset="0"/>
                <a:sym typeface="Symbol" panose="05050102010706020507" pitchFamily="18" charset="2"/>
              </a:rPr>
              <a:t></a:t>
            </a:r>
            <a:r>
              <a:rPr lang="es-ES" sz="2400" dirty="0">
                <a:latin typeface="Trebuchet MS" panose="020B0603020202020204" pitchFamily="34" charset="0"/>
                <a:sym typeface="Symbol" panose="05050102010706020507" pitchFamily="18" charset="2"/>
              </a:rPr>
              <a:t> Resolución previa a sesión (dudas en tutorías).</a:t>
            </a:r>
          </a:p>
          <a:p>
            <a:pPr algn="just" eaLnBrk="1" hangingPunct="1">
              <a:spcBef>
                <a:spcPct val="0"/>
              </a:spcBef>
              <a:buFont typeface="Symbol" panose="05050102010706020507" pitchFamily="18" charset="2"/>
              <a:buNone/>
            </a:pPr>
            <a:r>
              <a:rPr lang="es-ES" sz="2400" dirty="0">
                <a:latin typeface="Trebuchet MS" panose="020B0603020202020204" pitchFamily="34" charset="0"/>
                <a:sym typeface="Symbol" panose="05050102010706020507" pitchFamily="18" charset="2"/>
              </a:rPr>
              <a:t>   Entrega al principio de sesión.</a:t>
            </a:r>
          </a:p>
          <a:p>
            <a:pPr algn="just" eaLnBrk="1" hangingPunct="1">
              <a:spcBef>
                <a:spcPct val="0"/>
              </a:spcBef>
              <a:buFont typeface="Symbol" panose="05050102010706020507" pitchFamily="18" charset="2"/>
              <a:buNone/>
            </a:pPr>
            <a:r>
              <a:rPr lang="es-ES" sz="2400" dirty="0">
                <a:latin typeface="Trebuchet MS" panose="020B0603020202020204" pitchFamily="34" charset="0"/>
                <a:sym typeface="Symbol" panose="05050102010706020507" pitchFamily="18" charset="2"/>
              </a:rPr>
              <a:t>   Y luego resolución en pizarra</a:t>
            </a:r>
            <a:endParaRPr lang="es-ES" sz="2400" dirty="0">
              <a:solidFill>
                <a:srgbClr val="CC0000"/>
              </a:solidFill>
              <a:latin typeface="Trebuchet MS" panose="020B0603020202020204" pitchFamily="34" charset="0"/>
              <a:sym typeface="Symbol" panose="05050102010706020507" pitchFamily="18" charset="2"/>
            </a:endParaRPr>
          </a:p>
        </p:txBody>
      </p:sp>
      <p:sp>
        <p:nvSpPr>
          <p:cNvPr id="22" name="CuadroTexto 21"/>
          <p:cNvSpPr txBox="1"/>
          <p:nvPr/>
        </p:nvSpPr>
        <p:spPr>
          <a:xfrm>
            <a:off x="1206959" y="4630981"/>
            <a:ext cx="635849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400" dirty="0">
                <a:solidFill>
                  <a:srgbClr val="FF0000"/>
                </a:solidFill>
                <a:sym typeface="Symbol" panose="05050102010706020507" pitchFamily="18" charset="2"/>
              </a:rPr>
              <a:t>En grupos divididos en</a:t>
            </a:r>
            <a:r>
              <a:rPr lang="es-ES" sz="2400" dirty="0">
                <a:sym typeface="Symbol" panose="05050102010706020507" pitchFamily="18" charset="2"/>
              </a:rPr>
              <a:t> </a:t>
            </a:r>
            <a:r>
              <a:rPr lang="es-ES" sz="2400" dirty="0">
                <a:solidFill>
                  <a:srgbClr val="FF0000"/>
                </a:solidFill>
                <a:sym typeface="Symbol" panose="05050102010706020507" pitchFamily="18" charset="2"/>
              </a:rPr>
              <a:t>subgrupos de 1</a:t>
            </a:r>
            <a:r>
              <a:rPr lang="es-ES" sz="2400">
                <a:solidFill>
                  <a:srgbClr val="FF0000"/>
                </a:solidFill>
                <a:sym typeface="Symbol" panose="05050102010706020507" pitchFamily="18" charset="2"/>
              </a:rPr>
              <a:t>, 2 o 3</a:t>
            </a:r>
            <a:endParaRPr lang="en-GB" sz="2400" dirty="0"/>
          </a:p>
        </p:txBody>
      </p:sp>
      <p:sp>
        <p:nvSpPr>
          <p:cNvPr id="21517" name="Text Box 68"/>
          <p:cNvSpPr txBox="1">
            <a:spLocks noChangeArrowheads="1"/>
          </p:cNvSpPr>
          <p:nvPr/>
        </p:nvSpPr>
        <p:spPr bwMode="auto">
          <a:xfrm>
            <a:off x="1216387" y="1028496"/>
            <a:ext cx="3434884" cy="549926"/>
          </a:xfrm>
          <a:prstGeom prst="rect">
            <a:avLst/>
          </a:prstGeom>
          <a:solidFill>
            <a:srgbClr val="FFFF00"/>
          </a:solidFill>
          <a:ln>
            <a:noFill/>
          </a:ln>
          <a:effectLst/>
        </p:spPr>
        <p:txBody>
          <a:bodyPr wrap="square" lIns="108000" tIns="144000" rIns="108000" bIns="108000" anchor="ctr" anchorCtr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lnSpc>
                <a:spcPct val="80000"/>
              </a:lnSpc>
              <a:spcBef>
                <a:spcPct val="0"/>
              </a:spcBef>
              <a:buFontTx/>
              <a:buNone/>
            </a:pPr>
            <a:r>
              <a:rPr lang="es-ES" sz="2400">
                <a:latin typeface="Trebuchet MS" panose="020B0603020202020204" pitchFamily="34" charset="0"/>
                <a:cs typeface="Times New Roman" panose="02020603050405020304" pitchFamily="18" charset="0"/>
              </a:rPr>
              <a:t>Sesiones de Problemas</a:t>
            </a:r>
          </a:p>
        </p:txBody>
      </p:sp>
      <p:sp>
        <p:nvSpPr>
          <p:cNvPr id="72817" name="Text Box 113"/>
          <p:cNvSpPr txBox="1">
            <a:spLocks noChangeArrowheads="1"/>
          </p:cNvSpPr>
          <p:nvPr/>
        </p:nvSpPr>
        <p:spPr bwMode="auto">
          <a:xfrm>
            <a:off x="1290673" y="2414423"/>
            <a:ext cx="7115460" cy="8757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tIns="90000" anchor="ctr" anchorCtr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 typeface="Symbol" panose="05050102010706020507" pitchFamily="18" charset="2"/>
              <a:buNone/>
            </a:pPr>
            <a:r>
              <a:rPr lang="es-ES" sz="2400">
                <a:solidFill>
                  <a:srgbClr val="FF0000"/>
                </a:solidFill>
                <a:latin typeface="Trebuchet MS" panose="020B0603020202020204" pitchFamily="34" charset="0"/>
                <a:sym typeface="Symbol" panose="05050102010706020507" pitchFamily="18" charset="2"/>
              </a:rPr>
              <a:t></a:t>
            </a:r>
            <a:r>
              <a:rPr lang="es-ES" sz="2400">
                <a:latin typeface="Trebuchet MS" panose="020B0603020202020204" pitchFamily="34" charset="0"/>
                <a:sym typeface="Symbol" panose="05050102010706020507" pitchFamily="18" charset="2"/>
              </a:rPr>
              <a:t> Se propondrán </a:t>
            </a:r>
            <a:r>
              <a:rPr lang="es-ES" sz="2400">
                <a:solidFill>
                  <a:srgbClr val="008000"/>
                </a:solidFill>
                <a:latin typeface="Trebuchet MS" panose="020B0603020202020204" pitchFamily="34" charset="0"/>
                <a:sym typeface="Symbol" panose="05050102010706020507" pitchFamily="18" charset="2"/>
              </a:rPr>
              <a:t>3 problemas </a:t>
            </a:r>
            <a:r>
              <a:rPr lang="es-ES" sz="2400">
                <a:latin typeface="Trebuchet MS" panose="020B0603020202020204" pitchFamily="34" charset="0"/>
                <a:sym typeface="Symbol" panose="05050102010706020507" pitchFamily="18" charset="2"/>
              </a:rPr>
              <a:t>de </a:t>
            </a:r>
            <a:r>
              <a:rPr lang="es-ES" sz="2400" dirty="0">
                <a:latin typeface="Trebuchet MS" panose="020B0603020202020204" pitchFamily="34" charset="0"/>
                <a:sym typeface="Symbol" panose="05050102010706020507" pitchFamily="18" charset="2"/>
              </a:rPr>
              <a:t>boletines</a:t>
            </a:r>
            <a:r>
              <a:rPr lang="es-ES" sz="2400" dirty="0">
                <a:solidFill>
                  <a:srgbClr val="008000"/>
                </a:solidFill>
                <a:latin typeface="Trebuchet MS" panose="020B0603020202020204" pitchFamily="34" charset="0"/>
                <a:sym typeface="Symbol" panose="05050102010706020507" pitchFamily="18" charset="2"/>
              </a:rPr>
              <a:t> </a:t>
            </a:r>
            <a:r>
              <a:rPr lang="es-ES" sz="2400" dirty="0">
                <a:latin typeface="Trebuchet MS" panose="020B0603020202020204" pitchFamily="34" charset="0"/>
                <a:sym typeface="Symbol" panose="05050102010706020507" pitchFamily="18" charset="2"/>
              </a:rPr>
              <a:t>sobre:</a:t>
            </a:r>
          </a:p>
          <a:p>
            <a:pPr eaLnBrk="1" hangingPunct="1">
              <a:spcBef>
                <a:spcPct val="0"/>
              </a:spcBef>
              <a:buFont typeface="Symbol" panose="05050102010706020507" pitchFamily="18" charset="2"/>
              <a:buNone/>
            </a:pPr>
            <a:r>
              <a:rPr lang="es-ES" sz="2400">
                <a:solidFill>
                  <a:srgbClr val="008000"/>
                </a:solidFill>
                <a:latin typeface="Trebuchet MS" panose="020B0603020202020204" pitchFamily="34" charset="0"/>
                <a:sym typeface="Symbol" panose="05050102010706020507" pitchFamily="18" charset="2"/>
              </a:rPr>
              <a:t>  Campo Eléctrico (1ª) y Campo Magnético (2ª) </a:t>
            </a:r>
            <a:endParaRPr lang="es-ES" sz="2400" dirty="0">
              <a:solidFill>
                <a:srgbClr val="008000"/>
              </a:solidFill>
              <a:latin typeface="Trebuchet MS" panose="020B0603020202020204" pitchFamily="34" charset="0"/>
              <a:sym typeface="Symbol" panose="05050102010706020507" pitchFamily="18" charset="2"/>
            </a:endParaRPr>
          </a:p>
        </p:txBody>
      </p:sp>
      <p:sp>
        <p:nvSpPr>
          <p:cNvPr id="72822" name="Text Box 118"/>
          <p:cNvSpPr txBox="1">
            <a:spLocks noChangeArrowheads="1"/>
          </p:cNvSpPr>
          <p:nvPr/>
        </p:nvSpPr>
        <p:spPr bwMode="auto">
          <a:xfrm>
            <a:off x="1235121" y="1671322"/>
            <a:ext cx="1792332" cy="551090"/>
          </a:xfrm>
          <a:prstGeom prst="rect">
            <a:avLst/>
          </a:prstGeom>
          <a:solidFill>
            <a:srgbClr val="99CCFF"/>
          </a:solidFill>
          <a:ln>
            <a:noFill/>
          </a:ln>
          <a:effectLst/>
        </p:spPr>
        <p:txBody>
          <a:bodyPr wrap="none" lIns="72000" tIns="108000" rIns="72000" bIns="72000" anchor="ctr" anchorCtr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s-ES" sz="2400">
                <a:latin typeface="Trebuchet MS" panose="020B0603020202020204" pitchFamily="34" charset="0"/>
              </a:rPr>
              <a:t>EN UN AULA</a:t>
            </a:r>
          </a:p>
        </p:txBody>
      </p:sp>
      <p:sp>
        <p:nvSpPr>
          <p:cNvPr id="18" name="Text Box 2"/>
          <p:cNvSpPr txBox="1">
            <a:spLocks noChangeArrowheads="1"/>
          </p:cNvSpPr>
          <p:nvPr/>
        </p:nvSpPr>
        <p:spPr bwMode="auto">
          <a:xfrm>
            <a:off x="4762114" y="345860"/>
            <a:ext cx="4073525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s-ES" sz="2000">
                <a:solidFill>
                  <a:schemeClr val="accent2"/>
                </a:solidFill>
                <a:latin typeface="Trebuchet MS" panose="020B0603020202020204" pitchFamily="34" charset="0"/>
              </a:rPr>
              <a:t>METODOLOGÍA DE LA ASIGNATURA</a:t>
            </a:r>
          </a:p>
        </p:txBody>
      </p:sp>
      <p:sp>
        <p:nvSpPr>
          <p:cNvPr id="17" name="Text Box 68"/>
          <p:cNvSpPr txBox="1">
            <a:spLocks noChangeArrowheads="1"/>
          </p:cNvSpPr>
          <p:nvPr/>
        </p:nvSpPr>
        <p:spPr bwMode="auto">
          <a:xfrm>
            <a:off x="4935140" y="1100539"/>
            <a:ext cx="2688065" cy="477223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  <a:effectLst/>
        </p:spPr>
        <p:txBody>
          <a:bodyPr wrap="square" lIns="72000" tIns="108000" rIns="72000" bIns="72000" anchor="ctr" anchorCtr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lnSpc>
                <a:spcPct val="80000"/>
              </a:lnSpc>
              <a:spcBef>
                <a:spcPct val="0"/>
              </a:spcBef>
              <a:buFontTx/>
              <a:buNone/>
            </a:pPr>
            <a:r>
              <a:rPr lang="es-ES" sz="2400">
                <a:latin typeface="Trebuchet MS" panose="020B0603020202020204" pitchFamily="34" charset="0"/>
                <a:cs typeface="Times New Roman" panose="02020603050405020304" pitchFamily="18" charset="0"/>
              </a:rPr>
              <a:t>Son 2 de 1,5 horas</a:t>
            </a:r>
            <a:endParaRPr lang="es-ES" sz="2400" dirty="0">
              <a:latin typeface="Trebuchet MS" panose="020B0603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0" name="Text Box 4">
            <a:extLst>
              <a:ext uri="{FF2B5EF4-FFF2-40B4-BE49-F238E27FC236}">
                <a16:creationId xmlns:a16="http://schemas.microsoft.com/office/drawing/2014/main" id="{2C2BB007-07A4-4A79-AA1F-B350347A08B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16776" y="5650214"/>
            <a:ext cx="7351835" cy="8757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tIns="90000" anchor="ctr" anchorCtr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just" eaLnBrk="1" hangingPunct="1">
              <a:spcBef>
                <a:spcPct val="0"/>
              </a:spcBef>
              <a:buFont typeface="Symbol" panose="05050102010706020507" pitchFamily="18" charset="2"/>
              <a:buNone/>
            </a:pPr>
            <a:r>
              <a:rPr lang="es-ES" sz="2400">
                <a:latin typeface="Trebuchet MS" panose="020B0603020202020204" pitchFamily="34" charset="0"/>
                <a:sym typeface="Symbol" panose="05050102010706020507" pitchFamily="18" charset="2"/>
              </a:rPr>
              <a:t>Un </a:t>
            </a:r>
            <a:r>
              <a:rPr lang="es-ES" sz="2400" dirty="0">
                <a:solidFill>
                  <a:srgbClr val="3333FF"/>
                </a:solidFill>
                <a:latin typeface="Trebuchet MS" panose="020B0603020202020204" pitchFamily="34" charset="0"/>
                <a:sym typeface="Symbol" panose="05050102010706020507" pitchFamily="18" charset="2"/>
              </a:rPr>
              <a:t>breve seminario </a:t>
            </a:r>
            <a:r>
              <a:rPr lang="es-ES" sz="2400" dirty="0">
                <a:latin typeface="Trebuchet MS" panose="020B0603020202020204" pitchFamily="34" charset="0"/>
                <a:sym typeface="Symbol" panose="05050102010706020507" pitchFamily="18" charset="2"/>
              </a:rPr>
              <a:t>sobre tratamiento </a:t>
            </a:r>
            <a:r>
              <a:rPr lang="es-ES" sz="2400">
                <a:latin typeface="Trebuchet MS" panose="020B0603020202020204" pitchFamily="34" charset="0"/>
                <a:sym typeface="Symbol" panose="05050102010706020507" pitchFamily="18" charset="2"/>
              </a:rPr>
              <a:t>de datos</a:t>
            </a:r>
          </a:p>
          <a:p>
            <a:pPr algn="just" eaLnBrk="1" hangingPunct="1">
              <a:spcBef>
                <a:spcPct val="0"/>
              </a:spcBef>
              <a:buFont typeface="Symbol" panose="05050102010706020507" pitchFamily="18" charset="2"/>
              <a:buNone/>
            </a:pPr>
            <a:r>
              <a:rPr lang="es-ES" sz="2400">
                <a:latin typeface="Trebuchet MS" panose="020B0603020202020204" pitchFamily="34" charset="0"/>
                <a:sym typeface="Symbol" panose="05050102010706020507" pitchFamily="18" charset="2"/>
              </a:rPr>
              <a:t>(1º: tablas y gráficas, 2º: magn. adim. y notaciones)</a:t>
            </a:r>
            <a:endParaRPr lang="es-ES" sz="2400" dirty="0">
              <a:solidFill>
                <a:srgbClr val="CC0000"/>
              </a:solidFill>
              <a:latin typeface="Trebuchet MS" panose="020B0603020202020204" pitchFamily="34" charset="0"/>
              <a:sym typeface="Symbol" panose="05050102010706020507" pitchFamily="18" charset="2"/>
            </a:endParaRPr>
          </a:p>
        </p:txBody>
      </p:sp>
      <p:sp>
        <p:nvSpPr>
          <p:cNvPr id="12" name="Text Box 4">
            <a:extLst>
              <a:ext uri="{FF2B5EF4-FFF2-40B4-BE49-F238E27FC236}">
                <a16:creationId xmlns:a16="http://schemas.microsoft.com/office/drawing/2014/main" id="{FBC613E2-5520-41BC-8EA1-746D58A072E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05829" y="5142868"/>
            <a:ext cx="3445442" cy="5063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tIns="90000" anchor="ctr" anchorCtr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just" eaLnBrk="1" hangingPunct="1">
              <a:spcBef>
                <a:spcPct val="0"/>
              </a:spcBef>
              <a:buFont typeface="Symbol" panose="05050102010706020507" pitchFamily="18" charset="2"/>
              <a:buNone/>
            </a:pPr>
            <a:r>
              <a:rPr lang="es-ES" sz="2400">
                <a:solidFill>
                  <a:srgbClr val="FF0000"/>
                </a:solidFill>
                <a:latin typeface="Trebuchet MS" panose="020B0603020202020204" pitchFamily="34" charset="0"/>
                <a:sym typeface="Symbol" panose="05050102010706020507" pitchFamily="18" charset="2"/>
              </a:rPr>
              <a:t> </a:t>
            </a:r>
            <a:r>
              <a:rPr lang="es-ES" sz="2400" u="sng">
                <a:latin typeface="Trebuchet MS" panose="020B0603020202020204" pitchFamily="34" charset="0"/>
                <a:sym typeface="Symbol" panose="05050102010706020507" pitchFamily="18" charset="2"/>
              </a:rPr>
              <a:t>Cada sesión incluirá</a:t>
            </a:r>
            <a:r>
              <a:rPr lang="es-ES" sz="2400">
                <a:latin typeface="Trebuchet MS" panose="020B0603020202020204" pitchFamily="34" charset="0"/>
                <a:sym typeface="Symbol" panose="05050102010706020507" pitchFamily="18" charset="2"/>
              </a:rPr>
              <a:t>:</a:t>
            </a:r>
            <a:endParaRPr lang="es-ES" sz="2400" dirty="0">
              <a:solidFill>
                <a:srgbClr val="CC0000"/>
              </a:solidFill>
              <a:latin typeface="Trebuchet MS" panose="020B0603020202020204" pitchFamily="34" charset="0"/>
              <a:sym typeface="Symbol" panose="05050102010706020507" pitchFamily="18" charset="2"/>
            </a:endParaRPr>
          </a:p>
        </p:txBody>
      </p:sp>
      <p:sp>
        <p:nvSpPr>
          <p:cNvPr id="13" name="Text Box 68">
            <a:extLst>
              <a:ext uri="{FF2B5EF4-FFF2-40B4-BE49-F238E27FC236}">
                <a16:creationId xmlns:a16="http://schemas.microsoft.com/office/drawing/2014/main" id="{83BE27AD-BF13-2BDE-1402-C024079290A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35770" y="1726263"/>
            <a:ext cx="2687435" cy="477223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  <a:effectLst/>
        </p:spPr>
        <p:txBody>
          <a:bodyPr wrap="square" lIns="72000" tIns="108000" rIns="72000" bIns="72000" anchor="ctr" anchorCtr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lnSpc>
                <a:spcPct val="80000"/>
              </a:lnSpc>
              <a:spcBef>
                <a:spcPct val="0"/>
              </a:spcBef>
              <a:buFontTx/>
              <a:buNone/>
            </a:pPr>
            <a:r>
              <a:rPr lang="es-ES" sz="2400">
                <a:latin typeface="Trebuchet MS" panose="020B0603020202020204" pitchFamily="34" charset="0"/>
                <a:cs typeface="Times New Roman" panose="02020603050405020304" pitchFamily="18" charset="0"/>
              </a:rPr>
              <a:t>G.2.11- IM.1.2</a:t>
            </a:r>
            <a:endParaRPr lang="es-ES" sz="2400" dirty="0">
              <a:latin typeface="Trebuchet MS" panose="020B0603020202020204" pitchFamily="34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215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8" dur="500"/>
                                        <p:tgtEl>
                                          <p:spTgt spid="215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8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/>
                                        <p:tgtEl>
                                          <p:spTgt spid="728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9" dur="500"/>
                                        <p:tgtEl>
                                          <p:spTgt spid="728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00"/>
                            </p:stCondLst>
                            <p:childTnLst>
                              <p:par>
                                <p:cTn id="2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8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3" dur="500"/>
                                        <p:tgtEl>
                                          <p:spTgt spid="728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8" dur="500"/>
                                        <p:tgtEl>
                                          <p:spTgt spid="727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44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5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500"/>
                            </p:stCondLst>
                            <p:childTnLst>
                              <p:par>
                                <p:cTn id="52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72708" grpId="0"/>
      <p:bldP spid="22" grpId="0"/>
      <p:bldP spid="21517" grpId="0" animBg="1"/>
      <p:bldP spid="72817" grpId="0"/>
      <p:bldP spid="72822" grpId="0" animBg="1"/>
      <p:bldP spid="17" grpId="0" animBg="1"/>
      <p:bldP spid="20" grpId="0"/>
      <p:bldP spid="12" grpId="0"/>
      <p:bldP spid="13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/>
          <p:cNvSpPr/>
          <p:nvPr/>
        </p:nvSpPr>
        <p:spPr bwMode="auto">
          <a:xfrm>
            <a:off x="1226209" y="2990993"/>
            <a:ext cx="7199174" cy="3419432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rebuchet MS" panose="020B0603020202020204" pitchFamily="34" charset="0"/>
            </a:endParaRPr>
          </a:p>
        </p:txBody>
      </p:sp>
      <p:sp>
        <p:nvSpPr>
          <p:cNvPr id="72708" name="Text Box 4"/>
          <p:cNvSpPr txBox="1">
            <a:spLocks noChangeArrowheads="1"/>
          </p:cNvSpPr>
          <p:nvPr/>
        </p:nvSpPr>
        <p:spPr bwMode="auto">
          <a:xfrm>
            <a:off x="1302606" y="4153021"/>
            <a:ext cx="7122777" cy="8757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tIns="90000" anchor="ctr" anchorCtr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just" eaLnBrk="1" hangingPunct="1">
              <a:spcBef>
                <a:spcPct val="0"/>
              </a:spcBef>
              <a:buFont typeface="Symbol" panose="05050102010706020507" pitchFamily="18" charset="2"/>
              <a:buNone/>
            </a:pPr>
            <a:r>
              <a:rPr lang="es-ES" sz="2400">
                <a:solidFill>
                  <a:srgbClr val="FF0000"/>
                </a:solidFill>
                <a:latin typeface="Trebuchet MS" panose="020B0603020202020204" pitchFamily="34" charset="0"/>
                <a:sym typeface="Symbol" panose="05050102010706020507" pitchFamily="18" charset="2"/>
              </a:rPr>
              <a:t></a:t>
            </a:r>
            <a:r>
              <a:rPr lang="es-ES" sz="2400">
                <a:latin typeface="Trebuchet MS" panose="020B0603020202020204" pitchFamily="34" charset="0"/>
                <a:sym typeface="Symbol" panose="05050102010706020507" pitchFamily="18" charset="2"/>
              </a:rPr>
              <a:t> Se </a:t>
            </a:r>
            <a:r>
              <a:rPr lang="es-ES" sz="2400" dirty="0">
                <a:latin typeface="Trebuchet MS" panose="020B0603020202020204" pitchFamily="34" charset="0"/>
                <a:sym typeface="Symbol" panose="05050102010706020507" pitchFamily="18" charset="2"/>
              </a:rPr>
              <a:t>evalúan con el boletín rellenado en </a:t>
            </a:r>
            <a:r>
              <a:rPr lang="es-ES" sz="2400">
                <a:latin typeface="Trebuchet MS" panose="020B0603020202020204" pitchFamily="34" charset="0"/>
                <a:sym typeface="Symbol" panose="05050102010706020507" pitchFamily="18" charset="2"/>
              </a:rPr>
              <a:t>la sesión</a:t>
            </a:r>
          </a:p>
          <a:p>
            <a:pPr algn="just" eaLnBrk="1" hangingPunct="1">
              <a:spcBef>
                <a:spcPct val="0"/>
              </a:spcBef>
              <a:buFont typeface="Symbol" panose="05050102010706020507" pitchFamily="18" charset="2"/>
              <a:buNone/>
            </a:pPr>
            <a:r>
              <a:rPr lang="es-ES" sz="2400">
                <a:latin typeface="Trebuchet MS" panose="020B0603020202020204" pitchFamily="34" charset="0"/>
                <a:sym typeface="Symbol" panose="05050102010706020507" pitchFamily="18" charset="2"/>
              </a:rPr>
              <a:t>  (contiene: tablas, gráficas, cálculos, cuestiones)</a:t>
            </a:r>
            <a:endParaRPr lang="es-ES" sz="2400" dirty="0">
              <a:solidFill>
                <a:srgbClr val="CC0000"/>
              </a:solidFill>
              <a:latin typeface="Trebuchet MS" panose="020B0603020202020204" pitchFamily="34" charset="0"/>
              <a:sym typeface="Symbol" panose="05050102010706020507" pitchFamily="18" charset="2"/>
            </a:endParaRPr>
          </a:p>
        </p:txBody>
      </p:sp>
      <p:sp>
        <p:nvSpPr>
          <p:cNvPr id="22" name="CuadroTexto 21"/>
          <p:cNvSpPr txBox="1"/>
          <p:nvPr/>
        </p:nvSpPr>
        <p:spPr>
          <a:xfrm>
            <a:off x="1158834" y="2366670"/>
            <a:ext cx="573285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400" dirty="0">
                <a:solidFill>
                  <a:srgbClr val="FF0000"/>
                </a:solidFill>
                <a:sym typeface="Symbol" panose="05050102010706020507" pitchFamily="18" charset="2"/>
              </a:rPr>
              <a:t>En grupos divididos en</a:t>
            </a:r>
            <a:r>
              <a:rPr lang="es-ES" sz="2400" dirty="0">
                <a:sym typeface="Symbol" panose="05050102010706020507" pitchFamily="18" charset="2"/>
              </a:rPr>
              <a:t> </a:t>
            </a:r>
            <a:r>
              <a:rPr lang="es-ES" sz="2400" dirty="0">
                <a:solidFill>
                  <a:srgbClr val="FF0000"/>
                </a:solidFill>
                <a:sym typeface="Symbol" panose="05050102010706020507" pitchFamily="18" charset="2"/>
              </a:rPr>
              <a:t>subgrupos </a:t>
            </a:r>
            <a:r>
              <a:rPr lang="es-ES" sz="2400">
                <a:solidFill>
                  <a:srgbClr val="FF0000"/>
                </a:solidFill>
                <a:sym typeface="Symbol" panose="05050102010706020507" pitchFamily="18" charset="2"/>
              </a:rPr>
              <a:t>de 3</a:t>
            </a:r>
            <a:endParaRPr lang="en-GB" sz="2400" dirty="0"/>
          </a:p>
        </p:txBody>
      </p:sp>
      <p:sp>
        <p:nvSpPr>
          <p:cNvPr id="21517" name="Text Box 68"/>
          <p:cNvSpPr txBox="1">
            <a:spLocks noChangeArrowheads="1"/>
          </p:cNvSpPr>
          <p:nvPr/>
        </p:nvSpPr>
        <p:spPr bwMode="auto">
          <a:xfrm>
            <a:off x="1235637" y="1019068"/>
            <a:ext cx="3434884" cy="549926"/>
          </a:xfrm>
          <a:prstGeom prst="rect">
            <a:avLst/>
          </a:prstGeom>
          <a:solidFill>
            <a:srgbClr val="FFFF00"/>
          </a:solidFill>
          <a:ln>
            <a:noFill/>
          </a:ln>
          <a:effectLst/>
        </p:spPr>
        <p:txBody>
          <a:bodyPr wrap="square" lIns="108000" tIns="144000" rIns="108000" bIns="108000" anchor="ctr" anchorCtr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lnSpc>
                <a:spcPct val="80000"/>
              </a:lnSpc>
              <a:spcBef>
                <a:spcPct val="0"/>
              </a:spcBef>
              <a:buFontTx/>
              <a:buNone/>
            </a:pPr>
            <a:r>
              <a:rPr lang="es-ES" sz="2400" dirty="0">
                <a:latin typeface="Trebuchet MS" panose="020B0603020202020204" pitchFamily="34" charset="0"/>
                <a:cs typeface="Times New Roman" panose="02020603050405020304" pitchFamily="18" charset="0"/>
              </a:rPr>
              <a:t>Sesiones de Prácticas</a:t>
            </a:r>
          </a:p>
        </p:txBody>
      </p:sp>
      <p:sp>
        <p:nvSpPr>
          <p:cNvPr id="72817" name="Text Box 113"/>
          <p:cNvSpPr txBox="1">
            <a:spLocks noChangeArrowheads="1"/>
          </p:cNvSpPr>
          <p:nvPr/>
        </p:nvSpPr>
        <p:spPr bwMode="auto">
          <a:xfrm>
            <a:off x="1309923" y="3618184"/>
            <a:ext cx="6818660" cy="5063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tIns="90000" anchor="ctr" anchorCtr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 typeface="Symbol" panose="05050102010706020507" pitchFamily="18" charset="2"/>
              <a:buNone/>
            </a:pPr>
            <a:r>
              <a:rPr lang="es-ES" sz="2400" dirty="0">
                <a:solidFill>
                  <a:srgbClr val="FF0000"/>
                </a:solidFill>
                <a:latin typeface="Trebuchet MS" panose="020B0603020202020204" pitchFamily="34" charset="0"/>
                <a:sym typeface="Symbol" panose="05050102010706020507" pitchFamily="18" charset="2"/>
              </a:rPr>
              <a:t></a:t>
            </a:r>
            <a:r>
              <a:rPr lang="es-ES" sz="2400" dirty="0">
                <a:latin typeface="Trebuchet MS" panose="020B0603020202020204" pitchFamily="34" charset="0"/>
                <a:sym typeface="Symbol" panose="05050102010706020507" pitchFamily="18" charset="2"/>
              </a:rPr>
              <a:t> </a:t>
            </a:r>
            <a:r>
              <a:rPr lang="es-ES" sz="2400" dirty="0">
                <a:latin typeface="Trebuchet MS" panose="020B0603020202020204" pitchFamily="34" charset="0"/>
              </a:rPr>
              <a:t>En </a:t>
            </a:r>
            <a:r>
              <a:rPr lang="es-ES" sz="2400" dirty="0">
                <a:solidFill>
                  <a:srgbClr val="CC00CC"/>
                </a:solidFill>
                <a:latin typeface="Trebuchet MS" panose="020B0603020202020204" pitchFamily="34" charset="0"/>
              </a:rPr>
              <a:t>Moodle:</a:t>
            </a:r>
            <a:r>
              <a:rPr lang="es-ES" sz="2400" dirty="0">
                <a:latin typeface="Trebuchet MS" panose="020B0603020202020204" pitchFamily="34" charset="0"/>
              </a:rPr>
              <a:t> </a:t>
            </a:r>
            <a:r>
              <a:rPr lang="es-ES" sz="2400" dirty="0">
                <a:solidFill>
                  <a:srgbClr val="0099FF"/>
                </a:solidFill>
                <a:latin typeface="Trebuchet MS" panose="020B0603020202020204" pitchFamily="34" charset="0"/>
              </a:rPr>
              <a:t>Boletines de </a:t>
            </a:r>
            <a:r>
              <a:rPr lang="es-ES" sz="2400">
                <a:solidFill>
                  <a:srgbClr val="0099FF"/>
                </a:solidFill>
                <a:latin typeface="Trebuchet MS" panose="020B0603020202020204" pitchFamily="34" charset="0"/>
              </a:rPr>
              <a:t>Prácticas </a:t>
            </a:r>
            <a:r>
              <a:rPr lang="es-ES" sz="2400">
                <a:solidFill>
                  <a:srgbClr val="0000FF"/>
                </a:solidFill>
                <a:latin typeface="Trebuchet MS" panose="020B0603020202020204" pitchFamily="34" charset="0"/>
              </a:rPr>
              <a:t>(en pdf</a:t>
            </a:r>
            <a:r>
              <a:rPr lang="es-ES" sz="2400" dirty="0">
                <a:solidFill>
                  <a:srgbClr val="0000FF"/>
                </a:solidFill>
                <a:latin typeface="Trebuchet MS" panose="020B0603020202020204" pitchFamily="34" charset="0"/>
              </a:rPr>
              <a:t>)</a:t>
            </a:r>
            <a:endParaRPr lang="es-ES" sz="2400" dirty="0">
              <a:solidFill>
                <a:srgbClr val="CC0000"/>
              </a:solidFill>
              <a:latin typeface="Trebuchet MS" panose="020B0603020202020204" pitchFamily="34" charset="0"/>
              <a:sym typeface="Symbol" panose="05050102010706020507" pitchFamily="18" charset="2"/>
            </a:endParaRPr>
          </a:p>
        </p:txBody>
      </p:sp>
      <p:sp>
        <p:nvSpPr>
          <p:cNvPr id="72822" name="Text Box 118"/>
          <p:cNvSpPr txBox="1">
            <a:spLocks noChangeArrowheads="1"/>
          </p:cNvSpPr>
          <p:nvPr/>
        </p:nvSpPr>
        <p:spPr bwMode="auto">
          <a:xfrm>
            <a:off x="1234536" y="1700199"/>
            <a:ext cx="2890774" cy="551090"/>
          </a:xfrm>
          <a:prstGeom prst="rect">
            <a:avLst/>
          </a:prstGeom>
          <a:solidFill>
            <a:srgbClr val="99CCFF"/>
          </a:solidFill>
          <a:ln>
            <a:noFill/>
          </a:ln>
          <a:effectLst/>
        </p:spPr>
        <p:txBody>
          <a:bodyPr wrap="none" lIns="72000" tIns="108000" rIns="72000" bIns="72000" anchor="ctr" anchorCtr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s-ES" sz="2400">
                <a:latin typeface="Trebuchet MS" panose="020B0603020202020204" pitchFamily="34" charset="0"/>
              </a:rPr>
              <a:t>EN EL LABORATORIO</a:t>
            </a:r>
            <a:endParaRPr lang="es-ES" sz="2400" dirty="0">
              <a:latin typeface="Trebuchet MS" panose="020B0603020202020204" pitchFamily="34" charset="0"/>
            </a:endParaRPr>
          </a:p>
        </p:txBody>
      </p:sp>
      <p:sp>
        <p:nvSpPr>
          <p:cNvPr id="18" name="Text Box 2"/>
          <p:cNvSpPr txBox="1">
            <a:spLocks noChangeArrowheads="1"/>
          </p:cNvSpPr>
          <p:nvPr/>
        </p:nvSpPr>
        <p:spPr bwMode="auto">
          <a:xfrm>
            <a:off x="4762114" y="345860"/>
            <a:ext cx="4073525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s-ES" sz="2000">
                <a:solidFill>
                  <a:schemeClr val="accent2"/>
                </a:solidFill>
                <a:latin typeface="Trebuchet MS" panose="020B0603020202020204" pitchFamily="34" charset="0"/>
              </a:rPr>
              <a:t>METODOLOGÍA DE LA ASIGNATURA</a:t>
            </a:r>
          </a:p>
        </p:txBody>
      </p:sp>
      <p:sp>
        <p:nvSpPr>
          <p:cNvPr id="17" name="Text Box 68"/>
          <p:cNvSpPr txBox="1">
            <a:spLocks noChangeArrowheads="1"/>
          </p:cNvSpPr>
          <p:nvPr/>
        </p:nvSpPr>
        <p:spPr bwMode="auto">
          <a:xfrm>
            <a:off x="4935339" y="1065341"/>
            <a:ext cx="2707117" cy="477223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  <a:effectLst/>
        </p:spPr>
        <p:txBody>
          <a:bodyPr wrap="square" lIns="72000" tIns="108000" rIns="72000" bIns="72000" anchor="ctr" anchorCtr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lnSpc>
                <a:spcPct val="80000"/>
              </a:lnSpc>
              <a:spcBef>
                <a:spcPct val="0"/>
              </a:spcBef>
              <a:buFontTx/>
              <a:buNone/>
            </a:pPr>
            <a:r>
              <a:rPr lang="es-ES" sz="2400">
                <a:latin typeface="Trebuchet MS" panose="020B0603020202020204" pitchFamily="34" charset="0"/>
                <a:cs typeface="Times New Roman" panose="02020603050405020304" pitchFamily="18" charset="0"/>
              </a:rPr>
              <a:t>Son 6 de 2,5 horas</a:t>
            </a:r>
            <a:endParaRPr lang="es-ES" sz="2400" dirty="0">
              <a:latin typeface="Trebuchet MS" panose="020B0603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0" name="Text Box 4">
            <a:extLst>
              <a:ext uri="{FF2B5EF4-FFF2-40B4-BE49-F238E27FC236}">
                <a16:creationId xmlns:a16="http://schemas.microsoft.com/office/drawing/2014/main" id="{2C2BB007-07A4-4A79-AA1F-B350347A08B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00881" y="5022096"/>
            <a:ext cx="6827702" cy="12450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tIns="90000" anchor="ctr" anchorCtr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just" eaLnBrk="1" hangingPunct="1">
              <a:spcBef>
                <a:spcPct val="0"/>
              </a:spcBef>
              <a:buFont typeface="Symbol" panose="05050102010706020507" pitchFamily="18" charset="2"/>
              <a:buNone/>
            </a:pPr>
            <a:r>
              <a:rPr lang="es-ES" sz="2400" dirty="0">
                <a:solidFill>
                  <a:srgbClr val="FF0000"/>
                </a:solidFill>
                <a:latin typeface="Trebuchet MS" panose="020B0603020202020204" pitchFamily="34" charset="0"/>
                <a:sym typeface="Symbol" panose="05050102010706020507" pitchFamily="18" charset="2"/>
              </a:rPr>
              <a:t></a:t>
            </a:r>
            <a:r>
              <a:rPr lang="es-ES" sz="2400" dirty="0">
                <a:latin typeface="Trebuchet MS" panose="020B0603020202020204" pitchFamily="34" charset="0"/>
                <a:sym typeface="Symbol" panose="05050102010706020507" pitchFamily="18" charset="2"/>
              </a:rPr>
              <a:t> </a:t>
            </a:r>
            <a:r>
              <a:rPr lang="es-ES" sz="2400" dirty="0">
                <a:solidFill>
                  <a:srgbClr val="FF0000"/>
                </a:solidFill>
                <a:latin typeface="Trebuchet MS" panose="020B0603020202020204" pitchFamily="34" charset="0"/>
                <a:sym typeface="Symbol" panose="05050102010706020507" pitchFamily="18" charset="2"/>
              </a:rPr>
              <a:t>Puntualidad</a:t>
            </a:r>
            <a:r>
              <a:rPr lang="es-ES" sz="2400" dirty="0">
                <a:latin typeface="Trebuchet MS" panose="020B0603020202020204" pitchFamily="34" charset="0"/>
                <a:sym typeface="Symbol" panose="05050102010706020507" pitchFamily="18" charset="2"/>
              </a:rPr>
              <a:t> (para acabar en las </a:t>
            </a:r>
            <a:r>
              <a:rPr lang="es-ES" sz="2400">
                <a:latin typeface="Trebuchet MS" panose="020B0603020202020204" pitchFamily="34" charset="0"/>
                <a:sym typeface="Symbol" panose="05050102010706020507" pitchFamily="18" charset="2"/>
              </a:rPr>
              <a:t>2,5 horas)</a:t>
            </a:r>
            <a:endParaRPr lang="es-ES" sz="2400" dirty="0">
              <a:latin typeface="Trebuchet MS" panose="020B0603020202020204" pitchFamily="34" charset="0"/>
              <a:sym typeface="Symbol" panose="05050102010706020507" pitchFamily="18" charset="2"/>
            </a:endParaRPr>
          </a:p>
          <a:p>
            <a:pPr algn="just" eaLnBrk="1" hangingPunct="1">
              <a:spcBef>
                <a:spcPct val="0"/>
              </a:spcBef>
              <a:buNone/>
            </a:pPr>
            <a:r>
              <a:rPr lang="es-ES" sz="2400">
                <a:latin typeface="Trebuchet MS" panose="020B0603020202020204" pitchFamily="34" charset="0"/>
                <a:sym typeface="Symbol" panose="05050102010706020507" pitchFamily="18" charset="2"/>
              </a:rPr>
              <a:t>   y por subgrupo: </a:t>
            </a:r>
            <a:r>
              <a:rPr lang="es-ES" sz="2400">
                <a:solidFill>
                  <a:srgbClr val="FF0000"/>
                </a:solidFill>
                <a:latin typeface="Trebuchet MS" panose="020B0603020202020204" pitchFamily="34" charset="0"/>
                <a:sym typeface="Symbol" panose="05050102010706020507" pitchFamily="18" charset="2"/>
              </a:rPr>
              <a:t>boli, boletín y calculadora</a:t>
            </a:r>
          </a:p>
          <a:p>
            <a:pPr algn="just" eaLnBrk="1" hangingPunct="1">
              <a:spcBef>
                <a:spcPct val="0"/>
              </a:spcBef>
              <a:buNone/>
            </a:pPr>
            <a:r>
              <a:rPr lang="es-ES" sz="2400">
                <a:latin typeface="Trebuchet MS" panose="020B0603020202020204" pitchFamily="34" charset="0"/>
                <a:sym typeface="Symbol" panose="05050102010706020507" pitchFamily="18" charset="2"/>
              </a:rPr>
              <a:t>   (p</a:t>
            </a:r>
            <a:r>
              <a:rPr lang="es-ES" sz="2400" dirty="0">
                <a:latin typeface="Trebuchet MS" panose="020B0603020202020204" pitchFamily="34" charset="0"/>
                <a:sym typeface="Symbol" panose="05050102010706020507" pitchFamily="18" charset="2"/>
              </a:rPr>
              <a:t>.ej</a:t>
            </a:r>
            <a:r>
              <a:rPr lang="es-ES" sz="2400">
                <a:latin typeface="Trebuchet MS" panose="020B0603020202020204" pitchFamily="34" charset="0"/>
                <a:sym typeface="Symbol" panose="05050102010706020507" pitchFamily="18" charset="2"/>
              </a:rPr>
              <a:t>., la de un móvil, que aporta su cámara)</a:t>
            </a:r>
            <a:endParaRPr lang="es-ES" sz="2400" dirty="0">
              <a:solidFill>
                <a:srgbClr val="CC0000"/>
              </a:solidFill>
              <a:latin typeface="Trebuchet MS" panose="020B0603020202020204" pitchFamily="34" charset="0"/>
              <a:sym typeface="Symbol" panose="05050102010706020507" pitchFamily="18" charset="2"/>
            </a:endParaRPr>
          </a:p>
        </p:txBody>
      </p:sp>
      <p:sp>
        <p:nvSpPr>
          <p:cNvPr id="11" name="Text Box 4">
            <a:extLst>
              <a:ext uri="{FF2B5EF4-FFF2-40B4-BE49-F238E27FC236}">
                <a16:creationId xmlns:a16="http://schemas.microsoft.com/office/drawing/2014/main" id="{19E1B3BF-BCBB-4B08-8288-0A3A41CA519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09923" y="3100851"/>
            <a:ext cx="7115460" cy="5063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tIns="90000" anchor="ctr" anchorCtr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just" eaLnBrk="1" hangingPunct="1">
              <a:spcBef>
                <a:spcPct val="0"/>
              </a:spcBef>
              <a:buFont typeface="Symbol" panose="05050102010706020507" pitchFamily="18" charset="2"/>
              <a:buNone/>
            </a:pPr>
            <a:r>
              <a:rPr lang="es-ES" sz="2400">
                <a:solidFill>
                  <a:srgbClr val="FF0000"/>
                </a:solidFill>
                <a:latin typeface="Trebuchet MS" panose="020B0603020202020204" pitchFamily="34" charset="0"/>
                <a:sym typeface="Symbol" panose="05050102010706020507" pitchFamily="18" charset="2"/>
              </a:rPr>
              <a:t></a:t>
            </a:r>
            <a:r>
              <a:rPr lang="es-ES" sz="2400">
                <a:latin typeface="Trebuchet MS" panose="020B0603020202020204" pitchFamily="34" charset="0"/>
                <a:sym typeface="Symbol" panose="05050102010706020507" pitchFamily="18" charset="2"/>
              </a:rPr>
              <a:t> Sobre: </a:t>
            </a:r>
            <a:r>
              <a:rPr lang="es-ES" sz="2400">
                <a:solidFill>
                  <a:srgbClr val="008000"/>
                </a:solidFill>
                <a:latin typeface="Trebuchet MS" panose="020B0603020202020204" pitchFamily="34" charset="0"/>
                <a:sym typeface="Symbol" panose="05050102010706020507" pitchFamily="18" charset="2"/>
              </a:rPr>
              <a:t>Circuitos (3), Ondas (2), Estado sólido (1)</a:t>
            </a:r>
            <a:endParaRPr lang="es-ES" sz="2400" dirty="0">
              <a:solidFill>
                <a:srgbClr val="008000"/>
              </a:solidFill>
              <a:latin typeface="Trebuchet MS" panose="020B0603020202020204" pitchFamily="34" charset="0"/>
              <a:sym typeface="Symbol" panose="05050102010706020507" pitchFamily="18" charset="2"/>
            </a:endParaRPr>
          </a:p>
        </p:txBody>
      </p:sp>
      <p:sp>
        <p:nvSpPr>
          <p:cNvPr id="12" name="Text Box 68">
            <a:extLst>
              <a:ext uri="{FF2B5EF4-FFF2-40B4-BE49-F238E27FC236}">
                <a16:creationId xmlns:a16="http://schemas.microsoft.com/office/drawing/2014/main" id="{C2F424D2-E183-7422-92CA-C1E95DE2723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35340" y="1720267"/>
            <a:ext cx="2707116" cy="477223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  <a:effectLst/>
        </p:spPr>
        <p:txBody>
          <a:bodyPr wrap="square" lIns="72000" tIns="108000" rIns="72000" bIns="72000" anchor="ctr" anchorCtr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lnSpc>
                <a:spcPct val="80000"/>
              </a:lnSpc>
              <a:spcBef>
                <a:spcPct val="0"/>
              </a:spcBef>
              <a:buFontTx/>
              <a:buNone/>
            </a:pPr>
            <a:r>
              <a:rPr lang="es-ES" sz="2400" dirty="0">
                <a:latin typeface="Trebuchet MS" panose="020B0603020202020204" pitchFamily="34" charset="0"/>
                <a:cs typeface="Times New Roman" panose="02020603050405020304" pitchFamily="18" charset="0"/>
              </a:rPr>
              <a:t>FCCEE P1-N1-06</a:t>
            </a:r>
          </a:p>
        </p:txBody>
      </p:sp>
    </p:spTree>
    <p:extLst>
      <p:ext uri="{BB962C8B-B14F-4D97-AF65-F5344CB8AC3E}">
        <p14:creationId xmlns:p14="http://schemas.microsoft.com/office/powerpoint/2010/main" val="15882915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215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8" dur="500"/>
                                        <p:tgtEl>
                                          <p:spTgt spid="215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8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/>
                                        <p:tgtEl>
                                          <p:spTgt spid="728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9" dur="500"/>
                                        <p:tgtEl>
                                          <p:spTgt spid="728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00"/>
                            </p:stCondLst>
                            <p:childTnLst>
                              <p:par>
                                <p:cTn id="2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4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8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4" dur="500"/>
                                        <p:tgtEl>
                                          <p:spTgt spid="728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9" dur="500"/>
                                        <p:tgtEl>
                                          <p:spTgt spid="727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72708" grpId="0"/>
      <p:bldP spid="22" grpId="0"/>
      <p:bldP spid="21517" grpId="0" animBg="1"/>
      <p:bldP spid="72817" grpId="0"/>
      <p:bldP spid="72822" grpId="0" animBg="1"/>
      <p:bldP spid="17" grpId="0" animBg="1"/>
      <p:bldP spid="20" grpId="0"/>
      <p:bldP spid="11" grpId="0"/>
      <p:bldP spid="12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92" name="Text Box 55"/>
          <p:cNvSpPr txBox="1">
            <a:spLocks noChangeArrowheads="1"/>
          </p:cNvSpPr>
          <p:nvPr/>
        </p:nvSpPr>
        <p:spPr bwMode="auto">
          <a:xfrm>
            <a:off x="1264159" y="788159"/>
            <a:ext cx="7360077" cy="514738"/>
          </a:xfrm>
          <a:prstGeom prst="rect">
            <a:avLst/>
          </a:prstGeom>
          <a:solidFill>
            <a:srgbClr val="99CCFF"/>
          </a:solidFill>
          <a:ln>
            <a:noFill/>
          </a:ln>
          <a:effectLst/>
        </p:spPr>
        <p:txBody>
          <a:bodyPr wrap="square" lIns="108000" tIns="72000" rIns="108000" bIns="72000" anchor="ctr" anchorCtr="1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s-ES" sz="2400">
                <a:latin typeface="Trebuchet MS" panose="020B0603020202020204" pitchFamily="34" charset="0"/>
              </a:rPr>
              <a:t>GRUPOS DE LABORATORIO (L) Y DE AULA (A)</a:t>
            </a:r>
          </a:p>
        </p:txBody>
      </p:sp>
      <p:graphicFrame>
        <p:nvGraphicFramePr>
          <p:cNvPr id="2" name="Tabla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99130955"/>
              </p:ext>
            </p:extLst>
          </p:nvPr>
        </p:nvGraphicFramePr>
        <p:xfrm>
          <a:off x="1271324" y="1492174"/>
          <a:ext cx="7360075" cy="3840896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472015">
                  <a:extLst>
                    <a:ext uri="{9D8B030D-6E8A-4147-A177-3AD203B41FA5}">
                      <a16:colId xmlns:a16="http://schemas.microsoft.com/office/drawing/2014/main" val="3599349372"/>
                    </a:ext>
                  </a:extLst>
                </a:gridCol>
                <a:gridCol w="147201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7201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7201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7201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80112">
                <a:tc>
                  <a:txBody>
                    <a:bodyPr/>
                    <a:lstStyle/>
                    <a:p>
                      <a:pPr algn="ctr"/>
                      <a:r>
                        <a:rPr lang="es-ES" sz="2400" b="0" dirty="0"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rPr>
                        <a:t>Lunes</a:t>
                      </a:r>
                    </a:p>
                  </a:txBody>
                  <a:tcPr marL="91451" marR="91451" marT="45732" marB="457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1BD6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2400" b="0" dirty="0"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rPr>
                        <a:t>Martes</a:t>
                      </a:r>
                    </a:p>
                  </a:txBody>
                  <a:tcPr marL="91451" marR="91451" marT="45732" marB="457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1BD6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2400" b="0" dirty="0"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rPr>
                        <a:t>Miércoles</a:t>
                      </a:r>
                    </a:p>
                  </a:txBody>
                  <a:tcPr marL="91451" marR="91451" marT="45732" marB="457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1BD6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2400" b="0" dirty="0"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rPr>
                        <a:t>Jueves</a:t>
                      </a:r>
                    </a:p>
                  </a:txBody>
                  <a:tcPr marL="91451" marR="91451" marT="45732" marB="457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1BD6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2400" b="0" dirty="0"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rPr>
                        <a:t>Viernes</a:t>
                      </a:r>
                    </a:p>
                  </a:txBody>
                  <a:tcPr marL="91451" marR="91451" marT="45732" marB="457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1BD6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24866033"/>
                  </a:ext>
                </a:extLst>
              </a:tr>
              <a:tr h="480112">
                <a:tc>
                  <a:txBody>
                    <a:bodyPr/>
                    <a:lstStyle/>
                    <a:p>
                      <a:pPr algn="ctr"/>
                      <a:endParaRPr lang="es-ES" sz="2400" b="0" dirty="0">
                        <a:solidFill>
                          <a:schemeClr val="tx1"/>
                        </a:solidFill>
                        <a:latin typeface="Trebuchet MS" panose="020B0603020202020204" pitchFamily="34" charset="0"/>
                      </a:endParaRPr>
                    </a:p>
                  </a:txBody>
                  <a:tcPr marL="91451" marR="91451" marT="45732" marB="457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2400" b="0"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rPr>
                        <a:t>L11</a:t>
                      </a:r>
                      <a:endParaRPr lang="es-ES" sz="2400" b="0" dirty="0">
                        <a:solidFill>
                          <a:schemeClr val="tx1"/>
                        </a:solidFill>
                        <a:latin typeface="Trebuchet MS" panose="020B0603020202020204" pitchFamily="34" charset="0"/>
                      </a:endParaRPr>
                    </a:p>
                  </a:txBody>
                  <a:tcPr marL="91451" marR="91451" marT="45732" marB="457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CC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2400" b="0"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rPr>
                        <a:t>L12 | </a:t>
                      </a:r>
                      <a:r>
                        <a:rPr lang="es-ES" sz="2400" b="0">
                          <a:solidFill>
                            <a:srgbClr val="3333FF"/>
                          </a:solidFill>
                          <a:latin typeface="Trebuchet MS" panose="020B0603020202020204" pitchFamily="34" charset="0"/>
                        </a:rPr>
                        <a:t>A8</a:t>
                      </a:r>
                      <a:endParaRPr lang="es-ES" sz="2400" b="0" dirty="0">
                        <a:solidFill>
                          <a:srgbClr val="3333FF"/>
                        </a:solidFill>
                        <a:latin typeface="Trebuchet MS" panose="020B0603020202020204" pitchFamily="34" charset="0"/>
                      </a:endParaRPr>
                    </a:p>
                  </a:txBody>
                  <a:tcPr marL="91451" marR="91451" marT="45732" marB="457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CC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2400" b="0"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rPr>
                        <a:t>L13</a:t>
                      </a:r>
                      <a:endParaRPr lang="es-ES" sz="2400" b="0" dirty="0">
                        <a:solidFill>
                          <a:srgbClr val="3333FF"/>
                        </a:solidFill>
                        <a:latin typeface="Trebuchet MS" panose="020B0603020202020204" pitchFamily="34" charset="0"/>
                      </a:endParaRPr>
                    </a:p>
                  </a:txBody>
                  <a:tcPr marL="91451" marR="91451" marT="45732" marB="457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CC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2400" b="0"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rPr>
                        <a:t>L14 </a:t>
                      </a:r>
                      <a:r>
                        <a:rPr lang="es-ES" sz="2400" b="0" dirty="0"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rPr>
                        <a:t>| </a:t>
                      </a:r>
                      <a:r>
                        <a:rPr lang="es-ES" sz="2400" b="0" dirty="0">
                          <a:solidFill>
                            <a:srgbClr val="3333FF"/>
                          </a:solidFill>
                          <a:latin typeface="Trebuchet MS" panose="020B0603020202020204" pitchFamily="34" charset="0"/>
                        </a:rPr>
                        <a:t>A7</a:t>
                      </a:r>
                    </a:p>
                  </a:txBody>
                  <a:tcPr marL="91451" marR="91451" marT="45732" marB="457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C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136994"/>
                  </a:ext>
                </a:extLst>
              </a:tr>
              <a:tr h="480112">
                <a:tc>
                  <a:txBody>
                    <a:bodyPr/>
                    <a:lstStyle/>
                    <a:p>
                      <a:pPr algn="ctr"/>
                      <a:endParaRPr lang="es-ES" sz="2400" b="0" dirty="0">
                        <a:solidFill>
                          <a:schemeClr val="tx1"/>
                        </a:solidFill>
                        <a:latin typeface="Trebuchet MS" panose="020B0603020202020204" pitchFamily="34" charset="0"/>
                      </a:endParaRPr>
                    </a:p>
                  </a:txBody>
                  <a:tcPr marL="91451" marR="91451" marT="45732" marB="457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2400" b="0"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rPr>
                        <a:t>08:30</a:t>
                      </a:r>
                    </a:p>
                  </a:txBody>
                  <a:tcPr marL="91451" marR="91451" marT="45732" marB="457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600" b="0"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rPr>
                        <a:t>08:30 | </a:t>
                      </a:r>
                      <a:r>
                        <a:rPr lang="es-ES" sz="1600" b="0">
                          <a:solidFill>
                            <a:srgbClr val="3333FF"/>
                          </a:solidFill>
                          <a:latin typeface="Trebuchet MS" panose="020B0603020202020204" pitchFamily="34" charset="0"/>
                        </a:rPr>
                        <a:t>09:00</a:t>
                      </a:r>
                      <a:endParaRPr lang="es-ES" sz="1600" b="0" dirty="0">
                        <a:solidFill>
                          <a:srgbClr val="3333FF"/>
                        </a:solidFill>
                        <a:latin typeface="Trebuchet MS" panose="020B0603020202020204" pitchFamily="34" charset="0"/>
                      </a:endParaRPr>
                    </a:p>
                  </a:txBody>
                  <a:tcPr marL="91451" marR="91451" marT="45732" marB="457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2400" b="0" dirty="0"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rPr>
                        <a:t>08:30</a:t>
                      </a:r>
                    </a:p>
                  </a:txBody>
                  <a:tcPr marL="91451" marR="91451" marT="45732" marB="457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600" b="0"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rPr>
                        <a:t>08:30 | </a:t>
                      </a:r>
                      <a:r>
                        <a:rPr lang="es-ES" sz="1600" b="0">
                          <a:solidFill>
                            <a:srgbClr val="3333FF"/>
                          </a:solidFill>
                          <a:latin typeface="Trebuchet MS" panose="020B0603020202020204" pitchFamily="34" charset="0"/>
                        </a:rPr>
                        <a:t>09:00</a:t>
                      </a:r>
                      <a:endParaRPr lang="es-ES" sz="1600" b="0" dirty="0">
                        <a:solidFill>
                          <a:schemeClr val="tx1"/>
                        </a:solidFill>
                        <a:latin typeface="Trebuchet MS" panose="020B0603020202020204" pitchFamily="34" charset="0"/>
                      </a:endParaRPr>
                    </a:p>
                  </a:txBody>
                  <a:tcPr marL="91451" marR="91451" marT="45732" marB="457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38288574"/>
                  </a:ext>
                </a:extLst>
              </a:tr>
              <a:tr h="480112">
                <a:tc>
                  <a:txBody>
                    <a:bodyPr/>
                    <a:lstStyle/>
                    <a:p>
                      <a:pPr algn="ctr"/>
                      <a:r>
                        <a:rPr lang="es-ES" sz="2400" b="0" dirty="0"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rPr>
                        <a:t>L1</a:t>
                      </a:r>
                    </a:p>
                  </a:txBody>
                  <a:tcPr marL="91451" marR="91451" marT="45732" marB="457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CC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2400" b="0"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rPr>
                        <a:t>L3</a:t>
                      </a:r>
                      <a:endParaRPr lang="es-ES" sz="2400" b="0" dirty="0">
                        <a:solidFill>
                          <a:schemeClr val="tx1"/>
                        </a:solidFill>
                        <a:latin typeface="Trebuchet MS" panose="020B0603020202020204" pitchFamily="34" charset="0"/>
                      </a:endParaRPr>
                    </a:p>
                  </a:txBody>
                  <a:tcPr marL="91451" marR="91451" marT="45732" marB="457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CC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2400" b="0"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rPr>
                        <a:t>L5</a:t>
                      </a:r>
                      <a:endParaRPr lang="es-ES" sz="2400" b="0" dirty="0">
                        <a:solidFill>
                          <a:schemeClr val="tx1"/>
                        </a:solidFill>
                        <a:latin typeface="Trebuchet MS" panose="020B0603020202020204" pitchFamily="34" charset="0"/>
                      </a:endParaRPr>
                    </a:p>
                  </a:txBody>
                  <a:tcPr marL="91451" marR="91451" marT="45732" marB="457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CC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2400" b="0"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rPr>
                        <a:t>L7</a:t>
                      </a:r>
                      <a:endParaRPr lang="es-ES" sz="2400" b="0" dirty="0">
                        <a:solidFill>
                          <a:schemeClr val="tx1"/>
                        </a:solidFill>
                        <a:latin typeface="Trebuchet MS" panose="020B0603020202020204" pitchFamily="34" charset="0"/>
                      </a:endParaRPr>
                    </a:p>
                  </a:txBody>
                  <a:tcPr marL="91451" marR="91451" marT="45732" marB="457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CC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2400" b="0"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rPr>
                        <a:t>L9 | </a:t>
                      </a:r>
                      <a:r>
                        <a:rPr lang="es-ES" sz="2400" b="0">
                          <a:solidFill>
                            <a:srgbClr val="3333FF"/>
                          </a:solidFill>
                          <a:latin typeface="Trebuchet MS" panose="020B0603020202020204" pitchFamily="34" charset="0"/>
                        </a:rPr>
                        <a:t>A6</a:t>
                      </a:r>
                      <a:endParaRPr lang="es-ES" sz="2400" b="0" dirty="0">
                        <a:solidFill>
                          <a:srgbClr val="3333FF"/>
                        </a:solidFill>
                        <a:latin typeface="Trebuchet MS" panose="020B0603020202020204" pitchFamily="34" charset="0"/>
                      </a:endParaRPr>
                    </a:p>
                  </a:txBody>
                  <a:tcPr marL="91451" marR="91451" marT="45732" marB="457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C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011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2400" b="0" dirty="0"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rPr>
                        <a:t>12:00</a:t>
                      </a:r>
                      <a:endParaRPr lang="es-ES" sz="2400" b="0" dirty="0">
                        <a:solidFill>
                          <a:srgbClr val="FF0000"/>
                        </a:solidFill>
                        <a:latin typeface="Trebuchet MS" panose="020B0603020202020204" pitchFamily="34" charset="0"/>
                      </a:endParaRPr>
                    </a:p>
                  </a:txBody>
                  <a:tcPr marL="91451" marR="91451" marT="45732" marB="457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2400" b="0" dirty="0"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rPr>
                        <a:t>12:00</a:t>
                      </a:r>
                      <a:endParaRPr lang="es-ES" sz="2400" b="0" dirty="0">
                        <a:solidFill>
                          <a:srgbClr val="FF0000"/>
                        </a:solidFill>
                        <a:latin typeface="Trebuchet MS" panose="020B0603020202020204" pitchFamily="34" charset="0"/>
                      </a:endParaRPr>
                    </a:p>
                  </a:txBody>
                  <a:tcPr marL="91451" marR="91451" marT="45732" marB="457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2400" b="0" dirty="0"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rPr>
                        <a:t>12:00</a:t>
                      </a:r>
                      <a:endParaRPr lang="es-ES" sz="2400" b="0" dirty="0">
                        <a:solidFill>
                          <a:srgbClr val="FF0000"/>
                        </a:solidFill>
                        <a:latin typeface="Trebuchet MS" panose="020B0603020202020204" pitchFamily="34" charset="0"/>
                      </a:endParaRPr>
                    </a:p>
                  </a:txBody>
                  <a:tcPr marL="91451" marR="91451" marT="45732" marB="457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2400" b="0" dirty="0"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rPr>
                        <a:t>12:00</a:t>
                      </a:r>
                      <a:endParaRPr lang="es-ES" sz="2400" b="0" dirty="0">
                        <a:solidFill>
                          <a:srgbClr val="FF0000"/>
                        </a:solidFill>
                        <a:latin typeface="Trebuchet MS" panose="020B0603020202020204" pitchFamily="34" charset="0"/>
                      </a:endParaRPr>
                    </a:p>
                  </a:txBody>
                  <a:tcPr marL="91451" marR="91451" marT="45732" marB="457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2400" b="0" dirty="0"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rPr>
                        <a:t>12:00</a:t>
                      </a:r>
                      <a:endParaRPr lang="es-ES" sz="2400" b="0" dirty="0">
                        <a:solidFill>
                          <a:srgbClr val="FF0000"/>
                        </a:solidFill>
                        <a:latin typeface="Trebuchet MS" panose="020B0603020202020204" pitchFamily="34" charset="0"/>
                      </a:endParaRPr>
                    </a:p>
                  </a:txBody>
                  <a:tcPr marL="91451" marR="91451" marT="45732" marB="457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0112">
                <a:tc>
                  <a:txBody>
                    <a:bodyPr/>
                    <a:lstStyle/>
                    <a:p>
                      <a:pPr algn="ctr"/>
                      <a:r>
                        <a:rPr lang="es-ES" sz="2400" b="0"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rPr>
                        <a:t>L2 | </a:t>
                      </a:r>
                      <a:r>
                        <a:rPr lang="es-ES" sz="2400" b="0">
                          <a:solidFill>
                            <a:srgbClr val="3333FF"/>
                          </a:solidFill>
                          <a:latin typeface="Trebuchet MS" panose="020B0603020202020204" pitchFamily="34" charset="0"/>
                        </a:rPr>
                        <a:t>A1</a:t>
                      </a:r>
                      <a:endParaRPr lang="es-ES" sz="2400" b="0" dirty="0">
                        <a:solidFill>
                          <a:srgbClr val="3333FF"/>
                        </a:solidFill>
                        <a:latin typeface="Trebuchet MS" panose="020B0603020202020204" pitchFamily="34" charset="0"/>
                      </a:endParaRPr>
                    </a:p>
                  </a:txBody>
                  <a:tcPr marL="91451" marR="91451" marT="45732" marB="457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CC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2400" b="0"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rPr>
                        <a:t>L4 | </a:t>
                      </a:r>
                      <a:r>
                        <a:rPr lang="es-ES" sz="2400" b="0">
                          <a:solidFill>
                            <a:srgbClr val="3333FF"/>
                          </a:solidFill>
                          <a:latin typeface="Trebuchet MS" panose="020B0603020202020204" pitchFamily="34" charset="0"/>
                        </a:rPr>
                        <a:t>A2</a:t>
                      </a:r>
                      <a:endParaRPr lang="es-ES" sz="2400" b="0" dirty="0">
                        <a:solidFill>
                          <a:srgbClr val="3333FF"/>
                        </a:solidFill>
                        <a:latin typeface="Trebuchet MS" panose="020B0603020202020204" pitchFamily="34" charset="0"/>
                      </a:endParaRPr>
                    </a:p>
                  </a:txBody>
                  <a:tcPr marL="91451" marR="91451" marT="45732" marB="457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CC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2400" b="0"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rPr>
                        <a:t>L6 | </a:t>
                      </a:r>
                      <a:r>
                        <a:rPr lang="es-ES" sz="2400" b="0">
                          <a:solidFill>
                            <a:srgbClr val="3333FF"/>
                          </a:solidFill>
                          <a:latin typeface="Trebuchet MS" panose="020B0603020202020204" pitchFamily="34" charset="0"/>
                        </a:rPr>
                        <a:t>A3</a:t>
                      </a:r>
                      <a:endParaRPr lang="es-ES" sz="2400" b="0" dirty="0">
                        <a:solidFill>
                          <a:srgbClr val="3333FF"/>
                        </a:solidFill>
                        <a:latin typeface="Trebuchet MS" panose="020B0603020202020204" pitchFamily="34" charset="0"/>
                      </a:endParaRPr>
                    </a:p>
                  </a:txBody>
                  <a:tcPr marL="91451" marR="91451" marT="45732" marB="457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CC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2400" b="0"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rPr>
                        <a:t>L8 | </a:t>
                      </a:r>
                      <a:r>
                        <a:rPr lang="es-ES" sz="2400" b="0">
                          <a:solidFill>
                            <a:srgbClr val="3333FF"/>
                          </a:solidFill>
                          <a:latin typeface="Trebuchet MS" panose="020B0603020202020204" pitchFamily="34" charset="0"/>
                        </a:rPr>
                        <a:t>A4</a:t>
                      </a:r>
                      <a:endParaRPr lang="es-ES" sz="2400" b="0" dirty="0">
                        <a:solidFill>
                          <a:srgbClr val="3333FF"/>
                        </a:solidFill>
                        <a:latin typeface="Trebuchet MS" panose="020B0603020202020204" pitchFamily="34" charset="0"/>
                      </a:endParaRPr>
                    </a:p>
                  </a:txBody>
                  <a:tcPr marL="91451" marR="91451" marT="45732" marB="457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CC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2400" b="0"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rPr>
                        <a:t>L10 | </a:t>
                      </a:r>
                      <a:r>
                        <a:rPr lang="es-ES" sz="2400" b="0">
                          <a:solidFill>
                            <a:srgbClr val="3333FF"/>
                          </a:solidFill>
                          <a:latin typeface="Trebuchet MS" panose="020B0603020202020204" pitchFamily="34" charset="0"/>
                        </a:rPr>
                        <a:t>A5</a:t>
                      </a:r>
                      <a:endParaRPr lang="es-ES" sz="2400" b="0" dirty="0">
                        <a:solidFill>
                          <a:srgbClr val="3333FF"/>
                        </a:solidFill>
                        <a:latin typeface="Trebuchet MS" panose="020B0603020202020204" pitchFamily="34" charset="0"/>
                      </a:endParaRPr>
                    </a:p>
                  </a:txBody>
                  <a:tcPr marL="91451" marR="91451" marT="45732" marB="457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C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011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2400" b="0" dirty="0"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rPr>
                        <a:t>16:00</a:t>
                      </a:r>
                    </a:p>
                  </a:txBody>
                  <a:tcPr marL="91451" marR="91451" marT="45732" marB="457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2400" b="0" dirty="0"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rPr>
                        <a:t>16:00</a:t>
                      </a:r>
                    </a:p>
                  </a:txBody>
                  <a:tcPr marL="91451" marR="91451" marT="45732" marB="457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2400" b="0" dirty="0"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rPr>
                        <a:t>16:00</a:t>
                      </a:r>
                    </a:p>
                  </a:txBody>
                  <a:tcPr marL="91451" marR="91451" marT="45732" marB="457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2400" b="0" dirty="0"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rPr>
                        <a:t>16:00</a:t>
                      </a:r>
                    </a:p>
                  </a:txBody>
                  <a:tcPr marL="91451" marR="91451" marT="45732" marB="457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2400" b="0" dirty="0"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rPr>
                        <a:t>16:00</a:t>
                      </a:r>
                    </a:p>
                  </a:txBody>
                  <a:tcPr marL="91451" marR="91451" marT="45732" marB="457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80112">
                <a:tc gridSpan="5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2400" b="0" dirty="0"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rPr>
                        <a:t>GRUPO CONVALIDAR</a:t>
                      </a:r>
                    </a:p>
                  </a:txBody>
                  <a:tcPr marL="91451" marR="91451" marT="45732" marB="457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CCFF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s-ES" sz="2400" b="0" dirty="0">
                        <a:solidFill>
                          <a:schemeClr val="tx1"/>
                        </a:solidFill>
                        <a:latin typeface="Trebuchet MS" panose="020B0603020202020204" pitchFamily="34" charset="0"/>
                      </a:endParaRPr>
                    </a:p>
                  </a:txBody>
                  <a:tcPr marL="91451" marR="91451" marT="45732" marB="457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CCFF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s-ES" sz="2400" b="0" dirty="0">
                        <a:solidFill>
                          <a:schemeClr val="tx1"/>
                        </a:solidFill>
                        <a:latin typeface="Trebuchet MS" panose="020B0603020202020204" pitchFamily="34" charset="0"/>
                      </a:endParaRPr>
                    </a:p>
                  </a:txBody>
                  <a:tcPr marL="91451" marR="91451" marT="45732" marB="457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CCFF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s-ES" sz="2400" b="0" dirty="0">
                        <a:solidFill>
                          <a:schemeClr val="tx1"/>
                        </a:solidFill>
                        <a:latin typeface="Trebuchet MS" panose="020B0603020202020204" pitchFamily="34" charset="0"/>
                      </a:endParaRPr>
                    </a:p>
                  </a:txBody>
                  <a:tcPr marL="91451" marR="91451" marT="45732" marB="457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CCFF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s-ES" sz="2400" b="0" dirty="0">
                        <a:solidFill>
                          <a:schemeClr val="tx1"/>
                        </a:solidFill>
                        <a:latin typeface="Trebuchet MS" panose="020B0603020202020204" pitchFamily="34" charset="0"/>
                      </a:endParaRPr>
                    </a:p>
                  </a:txBody>
                  <a:tcPr marL="91451" marR="91451" marT="45732" marB="457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C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0017154"/>
                  </a:ext>
                </a:extLst>
              </a:tr>
            </a:tbl>
          </a:graphicData>
        </a:graphic>
      </p:graphicFrame>
      <p:sp>
        <p:nvSpPr>
          <p:cNvPr id="11" name="Text Box 2"/>
          <p:cNvSpPr txBox="1">
            <a:spLocks noChangeArrowheads="1"/>
          </p:cNvSpPr>
          <p:nvPr/>
        </p:nvSpPr>
        <p:spPr bwMode="auto">
          <a:xfrm>
            <a:off x="4762114" y="345860"/>
            <a:ext cx="4073525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s-ES" sz="2000">
                <a:solidFill>
                  <a:schemeClr val="accent2"/>
                </a:solidFill>
                <a:latin typeface="Trebuchet MS" panose="020B0603020202020204" pitchFamily="34" charset="0"/>
              </a:rPr>
              <a:t>METODOLOGÍA DE LA ASIGNATURA</a:t>
            </a:r>
          </a:p>
        </p:txBody>
      </p:sp>
      <p:sp>
        <p:nvSpPr>
          <p:cNvPr id="6" name="CuadroTexto 5"/>
          <p:cNvSpPr txBox="1"/>
          <p:nvPr/>
        </p:nvSpPr>
        <p:spPr>
          <a:xfrm>
            <a:off x="182881" y="2081211"/>
            <a:ext cx="2704699" cy="707886"/>
          </a:xfrm>
          <a:prstGeom prst="rect">
            <a:avLst/>
          </a:prstGeom>
          <a:solidFill>
            <a:srgbClr val="FFFF99"/>
          </a:solidFill>
        </p:spPr>
        <p:txBody>
          <a:bodyPr wrap="square" rtlCol="0">
            <a:spAutoFit/>
          </a:bodyPr>
          <a:lstStyle/>
          <a:p>
            <a:pPr algn="ctr">
              <a:lnSpc>
                <a:spcPts val="2400"/>
              </a:lnSpc>
            </a:pPr>
            <a:r>
              <a:rPr lang="es-ES" dirty="0"/>
              <a:t>Turnos T1 y T3:</a:t>
            </a:r>
          </a:p>
          <a:p>
            <a:pPr algn="ctr">
              <a:lnSpc>
                <a:spcPts val="2400"/>
              </a:lnSpc>
            </a:pPr>
            <a:r>
              <a:rPr lang="es-ES" dirty="0"/>
              <a:t>L1 </a:t>
            </a:r>
            <a:r>
              <a:rPr lang="es-ES"/>
              <a:t>a L9 </a:t>
            </a:r>
            <a:r>
              <a:rPr lang="es-ES" dirty="0"/>
              <a:t>| A1 </a:t>
            </a:r>
            <a:r>
              <a:rPr lang="es-ES"/>
              <a:t>a A4 y A6</a:t>
            </a:r>
            <a:endParaRPr lang="es-ES" dirty="0"/>
          </a:p>
        </p:txBody>
      </p:sp>
      <p:sp>
        <p:nvSpPr>
          <p:cNvPr id="12" name="Text Box 60">
            <a:extLst>
              <a:ext uri="{FF2B5EF4-FFF2-40B4-BE49-F238E27FC236}">
                <a16:creationId xmlns:a16="http://schemas.microsoft.com/office/drawing/2014/main" id="{BBF4DCD5-8C5D-49DE-956B-A2E4A5A82AA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45403" y="5594641"/>
            <a:ext cx="7815361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s-ES" sz="2400" dirty="0">
                <a:solidFill>
                  <a:srgbClr val="3333FF"/>
                </a:solidFill>
                <a:latin typeface="Trebuchet MS" panose="020B0603020202020204" pitchFamily="34" charset="0"/>
                <a:sym typeface="Symbol" panose="05050102010706020507" pitchFamily="18" charset="2"/>
              </a:rPr>
              <a:t>A1</a:t>
            </a:r>
            <a:r>
              <a:rPr lang="es-ES" sz="2400" dirty="0">
                <a:latin typeface="Trebuchet MS" panose="020B0603020202020204" pitchFamily="34" charset="0"/>
                <a:sym typeface="Symbol" panose="05050102010706020507" pitchFamily="18" charset="2"/>
              </a:rPr>
              <a:t> = L1 + L2 | </a:t>
            </a:r>
            <a:r>
              <a:rPr lang="es-ES" sz="2400" dirty="0">
                <a:solidFill>
                  <a:srgbClr val="3333FF"/>
                </a:solidFill>
                <a:latin typeface="Trebuchet MS" panose="020B0603020202020204" pitchFamily="34" charset="0"/>
                <a:sym typeface="Symbol" panose="05050102010706020507" pitchFamily="18" charset="2"/>
              </a:rPr>
              <a:t>A3</a:t>
            </a:r>
            <a:r>
              <a:rPr lang="es-ES" sz="2400" dirty="0">
                <a:latin typeface="Trebuchet MS" panose="020B0603020202020204" pitchFamily="34" charset="0"/>
                <a:sym typeface="Symbol" panose="05050102010706020507" pitchFamily="18" charset="2"/>
              </a:rPr>
              <a:t> = L5 + L6 | </a:t>
            </a:r>
            <a:r>
              <a:rPr lang="es-ES" sz="2400" dirty="0">
                <a:solidFill>
                  <a:srgbClr val="3333FF"/>
                </a:solidFill>
                <a:latin typeface="Trebuchet MS" panose="020B0603020202020204" pitchFamily="34" charset="0"/>
                <a:sym typeface="Symbol" panose="05050102010706020507" pitchFamily="18" charset="2"/>
              </a:rPr>
              <a:t>A5</a:t>
            </a:r>
            <a:r>
              <a:rPr lang="es-ES" sz="2400" dirty="0">
                <a:latin typeface="Trebuchet MS" panose="020B0603020202020204" pitchFamily="34" charset="0"/>
                <a:sym typeface="Symbol" panose="05050102010706020507" pitchFamily="18" charset="2"/>
              </a:rPr>
              <a:t> = L10 | </a:t>
            </a:r>
            <a:r>
              <a:rPr lang="es-ES" sz="2400" dirty="0">
                <a:solidFill>
                  <a:srgbClr val="3333FF"/>
                </a:solidFill>
                <a:latin typeface="Trebuchet MS" panose="020B0603020202020204" pitchFamily="34" charset="0"/>
                <a:sym typeface="Symbol" panose="05050102010706020507" pitchFamily="18" charset="2"/>
              </a:rPr>
              <a:t>A7</a:t>
            </a:r>
            <a:r>
              <a:rPr lang="es-ES" sz="2400" dirty="0">
                <a:latin typeface="Trebuchet MS" panose="020B0603020202020204" pitchFamily="34" charset="0"/>
                <a:sym typeface="Symbol" panose="05050102010706020507" pitchFamily="18" charset="2"/>
              </a:rPr>
              <a:t> = L13 </a:t>
            </a:r>
            <a:r>
              <a:rPr lang="es-ES" sz="2400">
                <a:latin typeface="Trebuchet MS" panose="020B0603020202020204" pitchFamily="34" charset="0"/>
                <a:sym typeface="Symbol" panose="05050102010706020507" pitchFamily="18" charset="2"/>
              </a:rPr>
              <a:t>+ L14</a:t>
            </a:r>
            <a:endParaRPr lang="es-ES" sz="2400" dirty="0">
              <a:latin typeface="Trebuchet MS" panose="020B0603020202020204" pitchFamily="34" charset="0"/>
              <a:sym typeface="Symbol" panose="05050102010706020507" pitchFamily="18" charset="2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s-ES" sz="2400" dirty="0">
                <a:solidFill>
                  <a:srgbClr val="3333FF"/>
                </a:solidFill>
                <a:latin typeface="Trebuchet MS" panose="020B0603020202020204" pitchFamily="34" charset="0"/>
                <a:sym typeface="Symbol" panose="05050102010706020507" pitchFamily="18" charset="2"/>
              </a:rPr>
              <a:t>A2</a:t>
            </a:r>
            <a:r>
              <a:rPr lang="es-ES" sz="2400" dirty="0">
                <a:latin typeface="Trebuchet MS" panose="020B0603020202020204" pitchFamily="34" charset="0"/>
                <a:sym typeface="Symbol" panose="05050102010706020507" pitchFamily="18" charset="2"/>
              </a:rPr>
              <a:t> = L3 + L4 | </a:t>
            </a:r>
            <a:r>
              <a:rPr lang="es-ES" sz="2400" dirty="0">
                <a:solidFill>
                  <a:srgbClr val="3333FF"/>
                </a:solidFill>
                <a:latin typeface="Trebuchet MS" panose="020B0603020202020204" pitchFamily="34" charset="0"/>
                <a:sym typeface="Symbol" panose="05050102010706020507" pitchFamily="18" charset="2"/>
              </a:rPr>
              <a:t>A4</a:t>
            </a:r>
            <a:r>
              <a:rPr lang="es-ES" sz="2400" dirty="0">
                <a:latin typeface="Trebuchet MS" panose="020B0603020202020204" pitchFamily="34" charset="0"/>
                <a:sym typeface="Symbol" panose="05050102010706020507" pitchFamily="18" charset="2"/>
              </a:rPr>
              <a:t> = L7 + L8 </a:t>
            </a:r>
            <a:r>
              <a:rPr lang="es-ES" sz="2400">
                <a:latin typeface="Trebuchet MS" panose="020B0603020202020204" pitchFamily="34" charset="0"/>
                <a:sym typeface="Symbol" panose="05050102010706020507" pitchFamily="18" charset="2"/>
              </a:rPr>
              <a:t>| </a:t>
            </a:r>
            <a:r>
              <a:rPr lang="es-ES" sz="2400">
                <a:solidFill>
                  <a:srgbClr val="3333FF"/>
                </a:solidFill>
                <a:latin typeface="Trebuchet MS" panose="020B0603020202020204" pitchFamily="34" charset="0"/>
                <a:sym typeface="Symbol" panose="05050102010706020507" pitchFamily="18" charset="2"/>
              </a:rPr>
              <a:t>A6</a:t>
            </a:r>
            <a:r>
              <a:rPr lang="es-ES" sz="2400">
                <a:latin typeface="Trebuchet MS" panose="020B0603020202020204" pitchFamily="34" charset="0"/>
                <a:sym typeface="Symbol" panose="05050102010706020507" pitchFamily="18" charset="2"/>
              </a:rPr>
              <a:t> </a:t>
            </a:r>
            <a:r>
              <a:rPr lang="es-ES" sz="2400" dirty="0">
                <a:latin typeface="Trebuchet MS" panose="020B0603020202020204" pitchFamily="34" charset="0"/>
                <a:sym typeface="Symbol" panose="05050102010706020507" pitchFamily="18" charset="2"/>
              </a:rPr>
              <a:t>= </a:t>
            </a:r>
            <a:r>
              <a:rPr lang="es-ES" sz="2400">
                <a:latin typeface="Trebuchet MS" panose="020B0603020202020204" pitchFamily="34" charset="0"/>
                <a:sym typeface="Symbol" panose="05050102010706020507" pitchFamily="18" charset="2"/>
              </a:rPr>
              <a:t>L9   | </a:t>
            </a:r>
            <a:r>
              <a:rPr lang="es-ES" sz="2400">
                <a:solidFill>
                  <a:srgbClr val="3333FF"/>
                </a:solidFill>
                <a:latin typeface="Trebuchet MS" panose="020B0603020202020204" pitchFamily="34" charset="0"/>
                <a:sym typeface="Symbol" panose="05050102010706020507" pitchFamily="18" charset="2"/>
              </a:rPr>
              <a:t>A8</a:t>
            </a:r>
            <a:r>
              <a:rPr lang="es-ES" sz="2400">
                <a:latin typeface="Trebuchet MS" panose="020B0603020202020204" pitchFamily="34" charset="0"/>
                <a:sym typeface="Symbol" panose="05050102010706020507" pitchFamily="18" charset="2"/>
              </a:rPr>
              <a:t> = L11 + L12</a:t>
            </a:r>
            <a:endParaRPr lang="es-ES" sz="2400" dirty="0">
              <a:latin typeface="Trebuchet MS" panose="020B0603020202020204" pitchFamily="34" charset="0"/>
              <a:sym typeface="Symbol" panose="05050102010706020507" pitchFamily="18" charset="2"/>
            </a:endParaRPr>
          </a:p>
        </p:txBody>
      </p:sp>
      <p:sp>
        <p:nvSpPr>
          <p:cNvPr id="4" name="Forma libre: forma 3">
            <a:extLst>
              <a:ext uri="{FF2B5EF4-FFF2-40B4-BE49-F238E27FC236}">
                <a16:creationId xmlns:a16="http://schemas.microsoft.com/office/drawing/2014/main" id="{F078D8B1-D868-3ADF-6F4B-3D060250290A}"/>
              </a:ext>
            </a:extLst>
          </p:cNvPr>
          <p:cNvSpPr/>
          <p:nvPr/>
        </p:nvSpPr>
        <p:spPr bwMode="auto">
          <a:xfrm>
            <a:off x="1256044" y="2903974"/>
            <a:ext cx="7385538" cy="1959428"/>
          </a:xfrm>
          <a:custGeom>
            <a:avLst/>
            <a:gdLst>
              <a:gd name="connsiteX0" fmla="*/ 0 w 7385538"/>
              <a:gd name="connsiteY0" fmla="*/ 0 h 1959428"/>
              <a:gd name="connsiteX1" fmla="*/ 7385538 w 7385538"/>
              <a:gd name="connsiteY1" fmla="*/ 30145 h 1959428"/>
              <a:gd name="connsiteX2" fmla="*/ 7375490 w 7385538"/>
              <a:gd name="connsiteY2" fmla="*/ 964641 h 1959428"/>
              <a:gd name="connsiteX3" fmla="*/ 5908431 w 7385538"/>
              <a:gd name="connsiteY3" fmla="*/ 974690 h 1959428"/>
              <a:gd name="connsiteX4" fmla="*/ 5908431 w 7385538"/>
              <a:gd name="connsiteY4" fmla="*/ 1959428 h 1959428"/>
              <a:gd name="connsiteX5" fmla="*/ 0 w 7385538"/>
              <a:gd name="connsiteY5" fmla="*/ 1949380 h 1959428"/>
              <a:gd name="connsiteX6" fmla="*/ 0 w 7385538"/>
              <a:gd name="connsiteY6" fmla="*/ 0 h 19594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7385538" h="1959428">
                <a:moveTo>
                  <a:pt x="0" y="0"/>
                </a:moveTo>
                <a:lnTo>
                  <a:pt x="7385538" y="30145"/>
                </a:lnTo>
                <a:lnTo>
                  <a:pt x="7375490" y="964641"/>
                </a:lnTo>
                <a:lnTo>
                  <a:pt x="5908431" y="974690"/>
                </a:lnTo>
                <a:lnTo>
                  <a:pt x="5908431" y="1959428"/>
                </a:lnTo>
                <a:lnTo>
                  <a:pt x="0" y="1949380"/>
                </a:lnTo>
                <a:lnTo>
                  <a:pt x="0" y="0"/>
                </a:lnTo>
                <a:close/>
              </a:path>
            </a:pathLst>
          </a:custGeom>
          <a:noFill/>
          <a:ln w="762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rebuchet MS" panose="020B0603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235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8" dur="500"/>
                                        <p:tgtEl>
                                          <p:spTgt spid="235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2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3" presetClass="entr" presetSubtype="27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592" grpId="0" animBg="1"/>
      <p:bldP spid="6" grpId="0" animBg="1"/>
      <p:bldP spid="12" grpId="0"/>
      <p:bldP spid="4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92" name="Text Box 55"/>
          <p:cNvSpPr txBox="1">
            <a:spLocks noChangeArrowheads="1"/>
          </p:cNvSpPr>
          <p:nvPr/>
        </p:nvSpPr>
        <p:spPr bwMode="auto">
          <a:xfrm>
            <a:off x="1264159" y="788159"/>
            <a:ext cx="7360077" cy="514738"/>
          </a:xfrm>
          <a:prstGeom prst="rect">
            <a:avLst/>
          </a:prstGeom>
          <a:solidFill>
            <a:srgbClr val="99CCFF"/>
          </a:solidFill>
          <a:ln>
            <a:noFill/>
          </a:ln>
          <a:effectLst/>
        </p:spPr>
        <p:txBody>
          <a:bodyPr wrap="square" lIns="108000" tIns="72000" rIns="108000" bIns="72000" anchor="ctr" anchorCtr="1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s-ES" sz="2400">
                <a:latin typeface="Trebuchet MS" panose="020B0603020202020204" pitchFamily="34" charset="0"/>
              </a:rPr>
              <a:t>GRUPOS DE LABORATORIO (L) Y DE AULA (A)</a:t>
            </a:r>
          </a:p>
        </p:txBody>
      </p:sp>
      <p:graphicFrame>
        <p:nvGraphicFramePr>
          <p:cNvPr id="2" name="Tabla 1"/>
          <p:cNvGraphicFramePr>
            <a:graphicFrameLocks noGrp="1"/>
          </p:cNvGraphicFramePr>
          <p:nvPr/>
        </p:nvGraphicFramePr>
        <p:xfrm>
          <a:off x="1271324" y="1492174"/>
          <a:ext cx="7360075" cy="3840896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472015">
                  <a:extLst>
                    <a:ext uri="{9D8B030D-6E8A-4147-A177-3AD203B41FA5}">
                      <a16:colId xmlns:a16="http://schemas.microsoft.com/office/drawing/2014/main" val="3599349372"/>
                    </a:ext>
                  </a:extLst>
                </a:gridCol>
                <a:gridCol w="147201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7201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7201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7201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80112">
                <a:tc>
                  <a:txBody>
                    <a:bodyPr/>
                    <a:lstStyle/>
                    <a:p>
                      <a:pPr algn="ctr"/>
                      <a:r>
                        <a:rPr lang="es-ES" sz="2400" b="0" dirty="0"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rPr>
                        <a:t>Lunes</a:t>
                      </a:r>
                    </a:p>
                  </a:txBody>
                  <a:tcPr marL="91451" marR="91451" marT="45732" marB="457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1BD6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2400" b="0" dirty="0"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rPr>
                        <a:t>Martes</a:t>
                      </a:r>
                    </a:p>
                  </a:txBody>
                  <a:tcPr marL="91451" marR="91451" marT="45732" marB="457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1BD6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2400" b="0" dirty="0"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rPr>
                        <a:t>Miércoles</a:t>
                      </a:r>
                    </a:p>
                  </a:txBody>
                  <a:tcPr marL="91451" marR="91451" marT="45732" marB="457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1BD6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2400" b="0" dirty="0"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rPr>
                        <a:t>Jueves</a:t>
                      </a:r>
                    </a:p>
                  </a:txBody>
                  <a:tcPr marL="91451" marR="91451" marT="45732" marB="457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1BD6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2400" b="0" dirty="0"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rPr>
                        <a:t>Viernes</a:t>
                      </a:r>
                    </a:p>
                  </a:txBody>
                  <a:tcPr marL="91451" marR="91451" marT="45732" marB="457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1BD6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24866033"/>
                  </a:ext>
                </a:extLst>
              </a:tr>
              <a:tr h="480112">
                <a:tc>
                  <a:txBody>
                    <a:bodyPr/>
                    <a:lstStyle/>
                    <a:p>
                      <a:pPr algn="ctr"/>
                      <a:endParaRPr lang="es-ES" sz="2400" b="0" dirty="0">
                        <a:solidFill>
                          <a:schemeClr val="tx1"/>
                        </a:solidFill>
                        <a:latin typeface="Trebuchet MS" panose="020B0603020202020204" pitchFamily="34" charset="0"/>
                      </a:endParaRPr>
                    </a:p>
                  </a:txBody>
                  <a:tcPr marL="91451" marR="91451" marT="45732" marB="457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2400" b="0"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rPr>
                        <a:t>L11</a:t>
                      </a:r>
                      <a:endParaRPr lang="es-ES" sz="2400" b="0" dirty="0">
                        <a:solidFill>
                          <a:schemeClr val="tx1"/>
                        </a:solidFill>
                        <a:latin typeface="Trebuchet MS" panose="020B0603020202020204" pitchFamily="34" charset="0"/>
                      </a:endParaRPr>
                    </a:p>
                  </a:txBody>
                  <a:tcPr marL="91451" marR="91451" marT="45732" marB="457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CC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2400" b="0"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rPr>
                        <a:t>L12 | </a:t>
                      </a:r>
                      <a:r>
                        <a:rPr lang="es-ES" sz="2400" b="0">
                          <a:solidFill>
                            <a:srgbClr val="3333FF"/>
                          </a:solidFill>
                          <a:latin typeface="Trebuchet MS" panose="020B0603020202020204" pitchFamily="34" charset="0"/>
                        </a:rPr>
                        <a:t>A8</a:t>
                      </a:r>
                      <a:endParaRPr lang="es-ES" sz="2400" b="0" dirty="0">
                        <a:solidFill>
                          <a:srgbClr val="3333FF"/>
                        </a:solidFill>
                        <a:latin typeface="Trebuchet MS" panose="020B0603020202020204" pitchFamily="34" charset="0"/>
                      </a:endParaRPr>
                    </a:p>
                  </a:txBody>
                  <a:tcPr marL="91451" marR="91451" marT="45732" marB="457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CC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2400" b="0"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rPr>
                        <a:t>L13</a:t>
                      </a:r>
                      <a:endParaRPr lang="es-ES" sz="2400" b="0" dirty="0">
                        <a:solidFill>
                          <a:srgbClr val="3333FF"/>
                        </a:solidFill>
                        <a:latin typeface="Trebuchet MS" panose="020B0603020202020204" pitchFamily="34" charset="0"/>
                      </a:endParaRPr>
                    </a:p>
                  </a:txBody>
                  <a:tcPr marL="91451" marR="91451" marT="45732" marB="457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CC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2400" b="0"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rPr>
                        <a:t>L14 </a:t>
                      </a:r>
                      <a:r>
                        <a:rPr lang="es-ES" sz="2400" b="0" dirty="0"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rPr>
                        <a:t>| </a:t>
                      </a:r>
                      <a:r>
                        <a:rPr lang="es-ES" sz="2400" b="0" dirty="0">
                          <a:solidFill>
                            <a:srgbClr val="3333FF"/>
                          </a:solidFill>
                          <a:latin typeface="Trebuchet MS" panose="020B0603020202020204" pitchFamily="34" charset="0"/>
                        </a:rPr>
                        <a:t>A7</a:t>
                      </a:r>
                    </a:p>
                  </a:txBody>
                  <a:tcPr marL="91451" marR="91451" marT="45732" marB="457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C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136994"/>
                  </a:ext>
                </a:extLst>
              </a:tr>
              <a:tr h="480112">
                <a:tc>
                  <a:txBody>
                    <a:bodyPr/>
                    <a:lstStyle/>
                    <a:p>
                      <a:pPr algn="ctr"/>
                      <a:endParaRPr lang="es-ES" sz="2400" b="0" dirty="0">
                        <a:solidFill>
                          <a:schemeClr val="tx1"/>
                        </a:solidFill>
                        <a:latin typeface="Trebuchet MS" panose="020B0603020202020204" pitchFamily="34" charset="0"/>
                      </a:endParaRPr>
                    </a:p>
                  </a:txBody>
                  <a:tcPr marL="91451" marR="91451" marT="45732" marB="457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2400" b="0"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rPr>
                        <a:t>08:30</a:t>
                      </a:r>
                    </a:p>
                  </a:txBody>
                  <a:tcPr marL="91451" marR="91451" marT="45732" marB="457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600" b="0"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rPr>
                        <a:t>08:30 | </a:t>
                      </a:r>
                      <a:r>
                        <a:rPr lang="es-ES" sz="1600" b="0">
                          <a:solidFill>
                            <a:srgbClr val="3333FF"/>
                          </a:solidFill>
                          <a:latin typeface="Trebuchet MS" panose="020B0603020202020204" pitchFamily="34" charset="0"/>
                        </a:rPr>
                        <a:t>09:00</a:t>
                      </a:r>
                      <a:endParaRPr lang="es-ES" sz="1600" b="0" dirty="0">
                        <a:solidFill>
                          <a:srgbClr val="3333FF"/>
                        </a:solidFill>
                        <a:latin typeface="Trebuchet MS" panose="020B0603020202020204" pitchFamily="34" charset="0"/>
                      </a:endParaRPr>
                    </a:p>
                  </a:txBody>
                  <a:tcPr marL="91451" marR="91451" marT="45732" marB="457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2400" b="0" dirty="0"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rPr>
                        <a:t>08:30</a:t>
                      </a:r>
                    </a:p>
                  </a:txBody>
                  <a:tcPr marL="91451" marR="91451" marT="45732" marB="457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600" b="0"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rPr>
                        <a:t>08:30 | </a:t>
                      </a:r>
                      <a:r>
                        <a:rPr lang="es-ES" sz="1600" b="0">
                          <a:solidFill>
                            <a:srgbClr val="3333FF"/>
                          </a:solidFill>
                          <a:latin typeface="Trebuchet MS" panose="020B0603020202020204" pitchFamily="34" charset="0"/>
                        </a:rPr>
                        <a:t>09:00</a:t>
                      </a:r>
                      <a:endParaRPr lang="es-ES" sz="1600" b="0" dirty="0">
                        <a:solidFill>
                          <a:schemeClr val="tx1"/>
                        </a:solidFill>
                        <a:latin typeface="Trebuchet MS" panose="020B0603020202020204" pitchFamily="34" charset="0"/>
                      </a:endParaRPr>
                    </a:p>
                  </a:txBody>
                  <a:tcPr marL="91451" marR="91451" marT="45732" marB="457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38288574"/>
                  </a:ext>
                </a:extLst>
              </a:tr>
              <a:tr h="480112">
                <a:tc>
                  <a:txBody>
                    <a:bodyPr/>
                    <a:lstStyle/>
                    <a:p>
                      <a:pPr algn="ctr"/>
                      <a:r>
                        <a:rPr lang="es-ES" sz="2400" b="0" dirty="0"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rPr>
                        <a:t>L1</a:t>
                      </a:r>
                    </a:p>
                  </a:txBody>
                  <a:tcPr marL="91451" marR="91451" marT="45732" marB="457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CC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2400" b="0"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rPr>
                        <a:t>L3</a:t>
                      </a:r>
                      <a:endParaRPr lang="es-ES" sz="2400" b="0" dirty="0">
                        <a:solidFill>
                          <a:schemeClr val="tx1"/>
                        </a:solidFill>
                        <a:latin typeface="Trebuchet MS" panose="020B0603020202020204" pitchFamily="34" charset="0"/>
                      </a:endParaRPr>
                    </a:p>
                  </a:txBody>
                  <a:tcPr marL="91451" marR="91451" marT="45732" marB="457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CC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2400" b="0"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rPr>
                        <a:t>L5</a:t>
                      </a:r>
                      <a:endParaRPr lang="es-ES" sz="2400" b="0" dirty="0">
                        <a:solidFill>
                          <a:schemeClr val="tx1"/>
                        </a:solidFill>
                        <a:latin typeface="Trebuchet MS" panose="020B0603020202020204" pitchFamily="34" charset="0"/>
                      </a:endParaRPr>
                    </a:p>
                  </a:txBody>
                  <a:tcPr marL="91451" marR="91451" marT="45732" marB="457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CC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2400" b="0"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rPr>
                        <a:t>L7</a:t>
                      </a:r>
                      <a:endParaRPr lang="es-ES" sz="2400" b="0" dirty="0">
                        <a:solidFill>
                          <a:schemeClr val="tx1"/>
                        </a:solidFill>
                        <a:latin typeface="Trebuchet MS" panose="020B0603020202020204" pitchFamily="34" charset="0"/>
                      </a:endParaRPr>
                    </a:p>
                  </a:txBody>
                  <a:tcPr marL="91451" marR="91451" marT="45732" marB="457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CC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2400" b="0"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rPr>
                        <a:t>L9 | </a:t>
                      </a:r>
                      <a:r>
                        <a:rPr lang="es-ES" sz="2400" b="0">
                          <a:solidFill>
                            <a:srgbClr val="3333FF"/>
                          </a:solidFill>
                          <a:latin typeface="Trebuchet MS" panose="020B0603020202020204" pitchFamily="34" charset="0"/>
                        </a:rPr>
                        <a:t>A6</a:t>
                      </a:r>
                      <a:endParaRPr lang="es-ES" sz="2400" b="0" dirty="0">
                        <a:solidFill>
                          <a:srgbClr val="3333FF"/>
                        </a:solidFill>
                        <a:latin typeface="Trebuchet MS" panose="020B0603020202020204" pitchFamily="34" charset="0"/>
                      </a:endParaRPr>
                    </a:p>
                  </a:txBody>
                  <a:tcPr marL="91451" marR="91451" marT="45732" marB="457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C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011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2400" b="0" dirty="0"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rPr>
                        <a:t>12:00</a:t>
                      </a:r>
                      <a:endParaRPr lang="es-ES" sz="2400" b="0" dirty="0">
                        <a:solidFill>
                          <a:srgbClr val="FF0000"/>
                        </a:solidFill>
                        <a:latin typeface="Trebuchet MS" panose="020B0603020202020204" pitchFamily="34" charset="0"/>
                      </a:endParaRPr>
                    </a:p>
                  </a:txBody>
                  <a:tcPr marL="91451" marR="91451" marT="45732" marB="457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2400" b="0" dirty="0"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rPr>
                        <a:t>12:00</a:t>
                      </a:r>
                      <a:endParaRPr lang="es-ES" sz="2400" b="0" dirty="0">
                        <a:solidFill>
                          <a:srgbClr val="FF0000"/>
                        </a:solidFill>
                        <a:latin typeface="Trebuchet MS" panose="020B0603020202020204" pitchFamily="34" charset="0"/>
                      </a:endParaRPr>
                    </a:p>
                  </a:txBody>
                  <a:tcPr marL="91451" marR="91451" marT="45732" marB="457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2400" b="0" dirty="0"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rPr>
                        <a:t>12:00</a:t>
                      </a:r>
                      <a:endParaRPr lang="es-ES" sz="2400" b="0" dirty="0">
                        <a:solidFill>
                          <a:srgbClr val="FF0000"/>
                        </a:solidFill>
                        <a:latin typeface="Trebuchet MS" panose="020B0603020202020204" pitchFamily="34" charset="0"/>
                      </a:endParaRPr>
                    </a:p>
                  </a:txBody>
                  <a:tcPr marL="91451" marR="91451" marT="45732" marB="457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2400" b="0" dirty="0"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rPr>
                        <a:t>12:00</a:t>
                      </a:r>
                      <a:endParaRPr lang="es-ES" sz="2400" b="0" dirty="0">
                        <a:solidFill>
                          <a:srgbClr val="FF0000"/>
                        </a:solidFill>
                        <a:latin typeface="Trebuchet MS" panose="020B0603020202020204" pitchFamily="34" charset="0"/>
                      </a:endParaRPr>
                    </a:p>
                  </a:txBody>
                  <a:tcPr marL="91451" marR="91451" marT="45732" marB="457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2400" b="0" dirty="0"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rPr>
                        <a:t>12:00</a:t>
                      </a:r>
                      <a:endParaRPr lang="es-ES" sz="2400" b="0" dirty="0">
                        <a:solidFill>
                          <a:srgbClr val="FF0000"/>
                        </a:solidFill>
                        <a:latin typeface="Trebuchet MS" panose="020B0603020202020204" pitchFamily="34" charset="0"/>
                      </a:endParaRPr>
                    </a:p>
                  </a:txBody>
                  <a:tcPr marL="91451" marR="91451" marT="45732" marB="457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0112">
                <a:tc>
                  <a:txBody>
                    <a:bodyPr/>
                    <a:lstStyle/>
                    <a:p>
                      <a:pPr algn="ctr"/>
                      <a:r>
                        <a:rPr lang="es-ES" sz="2400" b="0"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rPr>
                        <a:t>L2 | </a:t>
                      </a:r>
                      <a:r>
                        <a:rPr lang="es-ES" sz="2400" b="0">
                          <a:solidFill>
                            <a:srgbClr val="3333FF"/>
                          </a:solidFill>
                          <a:latin typeface="Trebuchet MS" panose="020B0603020202020204" pitchFamily="34" charset="0"/>
                        </a:rPr>
                        <a:t>A1</a:t>
                      </a:r>
                      <a:endParaRPr lang="es-ES" sz="2400" b="0" dirty="0">
                        <a:solidFill>
                          <a:srgbClr val="3333FF"/>
                        </a:solidFill>
                        <a:latin typeface="Trebuchet MS" panose="020B0603020202020204" pitchFamily="34" charset="0"/>
                      </a:endParaRPr>
                    </a:p>
                  </a:txBody>
                  <a:tcPr marL="91451" marR="91451" marT="45732" marB="457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CC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2400" b="0"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rPr>
                        <a:t>L4 | </a:t>
                      </a:r>
                      <a:r>
                        <a:rPr lang="es-ES" sz="2400" b="0">
                          <a:solidFill>
                            <a:srgbClr val="3333FF"/>
                          </a:solidFill>
                          <a:latin typeface="Trebuchet MS" panose="020B0603020202020204" pitchFamily="34" charset="0"/>
                        </a:rPr>
                        <a:t>A2</a:t>
                      </a:r>
                      <a:endParaRPr lang="es-ES" sz="2400" b="0" dirty="0">
                        <a:solidFill>
                          <a:srgbClr val="3333FF"/>
                        </a:solidFill>
                        <a:latin typeface="Trebuchet MS" panose="020B0603020202020204" pitchFamily="34" charset="0"/>
                      </a:endParaRPr>
                    </a:p>
                  </a:txBody>
                  <a:tcPr marL="91451" marR="91451" marT="45732" marB="457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CC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2400" b="0"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rPr>
                        <a:t>L6 | </a:t>
                      </a:r>
                      <a:r>
                        <a:rPr lang="es-ES" sz="2400" b="0">
                          <a:solidFill>
                            <a:srgbClr val="3333FF"/>
                          </a:solidFill>
                          <a:latin typeface="Trebuchet MS" panose="020B0603020202020204" pitchFamily="34" charset="0"/>
                        </a:rPr>
                        <a:t>A3</a:t>
                      </a:r>
                      <a:endParaRPr lang="es-ES" sz="2400" b="0" dirty="0">
                        <a:solidFill>
                          <a:srgbClr val="3333FF"/>
                        </a:solidFill>
                        <a:latin typeface="Trebuchet MS" panose="020B0603020202020204" pitchFamily="34" charset="0"/>
                      </a:endParaRPr>
                    </a:p>
                  </a:txBody>
                  <a:tcPr marL="91451" marR="91451" marT="45732" marB="457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CC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2400" b="0"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rPr>
                        <a:t>L8 | </a:t>
                      </a:r>
                      <a:r>
                        <a:rPr lang="es-ES" sz="2400" b="0">
                          <a:solidFill>
                            <a:srgbClr val="3333FF"/>
                          </a:solidFill>
                          <a:latin typeface="Trebuchet MS" panose="020B0603020202020204" pitchFamily="34" charset="0"/>
                        </a:rPr>
                        <a:t>A4</a:t>
                      </a:r>
                      <a:endParaRPr lang="es-ES" sz="2400" b="0" dirty="0">
                        <a:solidFill>
                          <a:srgbClr val="3333FF"/>
                        </a:solidFill>
                        <a:latin typeface="Trebuchet MS" panose="020B0603020202020204" pitchFamily="34" charset="0"/>
                      </a:endParaRPr>
                    </a:p>
                  </a:txBody>
                  <a:tcPr marL="91451" marR="91451" marT="45732" marB="457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CC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2400" b="0"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rPr>
                        <a:t>L10 | </a:t>
                      </a:r>
                      <a:r>
                        <a:rPr lang="es-ES" sz="2400" b="0">
                          <a:solidFill>
                            <a:srgbClr val="3333FF"/>
                          </a:solidFill>
                          <a:latin typeface="Trebuchet MS" panose="020B0603020202020204" pitchFamily="34" charset="0"/>
                        </a:rPr>
                        <a:t>A5</a:t>
                      </a:r>
                      <a:endParaRPr lang="es-ES" sz="2400" b="0" dirty="0">
                        <a:solidFill>
                          <a:srgbClr val="3333FF"/>
                        </a:solidFill>
                        <a:latin typeface="Trebuchet MS" panose="020B0603020202020204" pitchFamily="34" charset="0"/>
                      </a:endParaRPr>
                    </a:p>
                  </a:txBody>
                  <a:tcPr marL="91451" marR="91451" marT="45732" marB="457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C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011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2400" b="0" dirty="0"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rPr>
                        <a:t>16:00</a:t>
                      </a:r>
                    </a:p>
                  </a:txBody>
                  <a:tcPr marL="91451" marR="91451" marT="45732" marB="457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2400" b="0" dirty="0"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rPr>
                        <a:t>16:00</a:t>
                      </a:r>
                    </a:p>
                  </a:txBody>
                  <a:tcPr marL="91451" marR="91451" marT="45732" marB="457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2400" b="0" dirty="0"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rPr>
                        <a:t>16:00</a:t>
                      </a:r>
                    </a:p>
                  </a:txBody>
                  <a:tcPr marL="91451" marR="91451" marT="45732" marB="457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2400" b="0" dirty="0"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rPr>
                        <a:t>16:00</a:t>
                      </a:r>
                    </a:p>
                  </a:txBody>
                  <a:tcPr marL="91451" marR="91451" marT="45732" marB="457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2400" b="0" dirty="0"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rPr>
                        <a:t>16:00</a:t>
                      </a:r>
                    </a:p>
                  </a:txBody>
                  <a:tcPr marL="91451" marR="91451" marT="45732" marB="457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80112">
                <a:tc gridSpan="5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2400" b="0" dirty="0"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rPr>
                        <a:t>GRUPO CONVALIDAR</a:t>
                      </a:r>
                    </a:p>
                  </a:txBody>
                  <a:tcPr marL="91451" marR="91451" marT="45732" marB="457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CCFF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s-ES" sz="2400" b="0" dirty="0">
                        <a:solidFill>
                          <a:schemeClr val="tx1"/>
                        </a:solidFill>
                        <a:latin typeface="Trebuchet MS" panose="020B0603020202020204" pitchFamily="34" charset="0"/>
                      </a:endParaRPr>
                    </a:p>
                  </a:txBody>
                  <a:tcPr marL="91451" marR="91451" marT="45732" marB="457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CCFF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s-ES" sz="2400" b="0" dirty="0">
                        <a:solidFill>
                          <a:schemeClr val="tx1"/>
                        </a:solidFill>
                        <a:latin typeface="Trebuchet MS" panose="020B0603020202020204" pitchFamily="34" charset="0"/>
                      </a:endParaRPr>
                    </a:p>
                  </a:txBody>
                  <a:tcPr marL="91451" marR="91451" marT="45732" marB="457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CCFF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s-ES" sz="2400" b="0" dirty="0">
                        <a:solidFill>
                          <a:schemeClr val="tx1"/>
                        </a:solidFill>
                        <a:latin typeface="Trebuchet MS" panose="020B0603020202020204" pitchFamily="34" charset="0"/>
                      </a:endParaRPr>
                    </a:p>
                  </a:txBody>
                  <a:tcPr marL="91451" marR="91451" marT="45732" marB="457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CCFF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s-ES" sz="2400" b="0" dirty="0">
                        <a:solidFill>
                          <a:schemeClr val="tx1"/>
                        </a:solidFill>
                        <a:latin typeface="Trebuchet MS" panose="020B0603020202020204" pitchFamily="34" charset="0"/>
                      </a:endParaRPr>
                    </a:p>
                  </a:txBody>
                  <a:tcPr marL="91451" marR="91451" marT="45732" marB="457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C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0017154"/>
                  </a:ext>
                </a:extLst>
              </a:tr>
            </a:tbl>
          </a:graphicData>
        </a:graphic>
      </p:graphicFrame>
      <p:sp>
        <p:nvSpPr>
          <p:cNvPr id="11" name="Text Box 2"/>
          <p:cNvSpPr txBox="1">
            <a:spLocks noChangeArrowheads="1"/>
          </p:cNvSpPr>
          <p:nvPr/>
        </p:nvSpPr>
        <p:spPr bwMode="auto">
          <a:xfrm>
            <a:off x="4762114" y="345860"/>
            <a:ext cx="4073525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s-ES" sz="2000">
                <a:solidFill>
                  <a:schemeClr val="accent2"/>
                </a:solidFill>
                <a:latin typeface="Trebuchet MS" panose="020B0603020202020204" pitchFamily="34" charset="0"/>
              </a:rPr>
              <a:t>METODOLOGÍA DE LA ASIGNATURA</a:t>
            </a:r>
          </a:p>
        </p:txBody>
      </p:sp>
      <p:sp>
        <p:nvSpPr>
          <p:cNvPr id="12" name="Text Box 60">
            <a:extLst>
              <a:ext uri="{FF2B5EF4-FFF2-40B4-BE49-F238E27FC236}">
                <a16:creationId xmlns:a16="http://schemas.microsoft.com/office/drawing/2014/main" id="{BBF4DCD5-8C5D-49DE-956B-A2E4A5A82AA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45403" y="5594641"/>
            <a:ext cx="7815361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s-ES" sz="2400" dirty="0">
                <a:solidFill>
                  <a:srgbClr val="3333FF"/>
                </a:solidFill>
                <a:latin typeface="Trebuchet MS" panose="020B0603020202020204" pitchFamily="34" charset="0"/>
                <a:sym typeface="Symbol" panose="05050102010706020507" pitchFamily="18" charset="2"/>
              </a:rPr>
              <a:t>A1</a:t>
            </a:r>
            <a:r>
              <a:rPr lang="es-ES" sz="2400" dirty="0">
                <a:latin typeface="Trebuchet MS" panose="020B0603020202020204" pitchFamily="34" charset="0"/>
                <a:sym typeface="Symbol" panose="05050102010706020507" pitchFamily="18" charset="2"/>
              </a:rPr>
              <a:t> = L1 + L2 | </a:t>
            </a:r>
            <a:r>
              <a:rPr lang="es-ES" sz="2400" dirty="0">
                <a:solidFill>
                  <a:srgbClr val="3333FF"/>
                </a:solidFill>
                <a:latin typeface="Trebuchet MS" panose="020B0603020202020204" pitchFamily="34" charset="0"/>
                <a:sym typeface="Symbol" panose="05050102010706020507" pitchFamily="18" charset="2"/>
              </a:rPr>
              <a:t>A3</a:t>
            </a:r>
            <a:r>
              <a:rPr lang="es-ES" sz="2400" dirty="0">
                <a:latin typeface="Trebuchet MS" panose="020B0603020202020204" pitchFamily="34" charset="0"/>
                <a:sym typeface="Symbol" panose="05050102010706020507" pitchFamily="18" charset="2"/>
              </a:rPr>
              <a:t> = L5 + L6 | </a:t>
            </a:r>
            <a:r>
              <a:rPr lang="es-ES" sz="2400" dirty="0">
                <a:solidFill>
                  <a:srgbClr val="3333FF"/>
                </a:solidFill>
                <a:latin typeface="Trebuchet MS" panose="020B0603020202020204" pitchFamily="34" charset="0"/>
                <a:sym typeface="Symbol" panose="05050102010706020507" pitchFamily="18" charset="2"/>
              </a:rPr>
              <a:t>A5</a:t>
            </a:r>
            <a:r>
              <a:rPr lang="es-ES" sz="2400" dirty="0">
                <a:latin typeface="Trebuchet MS" panose="020B0603020202020204" pitchFamily="34" charset="0"/>
                <a:sym typeface="Symbol" panose="05050102010706020507" pitchFamily="18" charset="2"/>
              </a:rPr>
              <a:t> = L10 | </a:t>
            </a:r>
            <a:r>
              <a:rPr lang="es-ES" sz="2400" dirty="0">
                <a:solidFill>
                  <a:srgbClr val="3333FF"/>
                </a:solidFill>
                <a:latin typeface="Trebuchet MS" panose="020B0603020202020204" pitchFamily="34" charset="0"/>
                <a:sym typeface="Symbol" panose="05050102010706020507" pitchFamily="18" charset="2"/>
              </a:rPr>
              <a:t>A7</a:t>
            </a:r>
            <a:r>
              <a:rPr lang="es-ES" sz="2400" dirty="0">
                <a:latin typeface="Trebuchet MS" panose="020B0603020202020204" pitchFamily="34" charset="0"/>
                <a:sym typeface="Symbol" panose="05050102010706020507" pitchFamily="18" charset="2"/>
              </a:rPr>
              <a:t> = L13 </a:t>
            </a:r>
            <a:r>
              <a:rPr lang="es-ES" sz="2400">
                <a:latin typeface="Trebuchet MS" panose="020B0603020202020204" pitchFamily="34" charset="0"/>
                <a:sym typeface="Symbol" panose="05050102010706020507" pitchFamily="18" charset="2"/>
              </a:rPr>
              <a:t>+ L14</a:t>
            </a:r>
            <a:endParaRPr lang="es-ES" sz="2400" dirty="0">
              <a:latin typeface="Trebuchet MS" panose="020B0603020202020204" pitchFamily="34" charset="0"/>
              <a:sym typeface="Symbol" panose="05050102010706020507" pitchFamily="18" charset="2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s-ES" sz="2400" dirty="0">
                <a:solidFill>
                  <a:srgbClr val="3333FF"/>
                </a:solidFill>
                <a:latin typeface="Trebuchet MS" panose="020B0603020202020204" pitchFamily="34" charset="0"/>
                <a:sym typeface="Symbol" panose="05050102010706020507" pitchFamily="18" charset="2"/>
              </a:rPr>
              <a:t>A2</a:t>
            </a:r>
            <a:r>
              <a:rPr lang="es-ES" sz="2400" dirty="0">
                <a:latin typeface="Trebuchet MS" panose="020B0603020202020204" pitchFamily="34" charset="0"/>
                <a:sym typeface="Symbol" panose="05050102010706020507" pitchFamily="18" charset="2"/>
              </a:rPr>
              <a:t> = L3 + L4 | </a:t>
            </a:r>
            <a:r>
              <a:rPr lang="es-ES" sz="2400" dirty="0">
                <a:solidFill>
                  <a:srgbClr val="3333FF"/>
                </a:solidFill>
                <a:latin typeface="Trebuchet MS" panose="020B0603020202020204" pitchFamily="34" charset="0"/>
                <a:sym typeface="Symbol" panose="05050102010706020507" pitchFamily="18" charset="2"/>
              </a:rPr>
              <a:t>A4</a:t>
            </a:r>
            <a:r>
              <a:rPr lang="es-ES" sz="2400" dirty="0">
                <a:latin typeface="Trebuchet MS" panose="020B0603020202020204" pitchFamily="34" charset="0"/>
                <a:sym typeface="Symbol" panose="05050102010706020507" pitchFamily="18" charset="2"/>
              </a:rPr>
              <a:t> = L7 + L8 </a:t>
            </a:r>
            <a:r>
              <a:rPr lang="es-ES" sz="2400">
                <a:latin typeface="Trebuchet MS" panose="020B0603020202020204" pitchFamily="34" charset="0"/>
                <a:sym typeface="Symbol" panose="05050102010706020507" pitchFamily="18" charset="2"/>
              </a:rPr>
              <a:t>| </a:t>
            </a:r>
            <a:r>
              <a:rPr lang="es-ES" sz="2400">
                <a:solidFill>
                  <a:srgbClr val="3333FF"/>
                </a:solidFill>
                <a:latin typeface="Trebuchet MS" panose="020B0603020202020204" pitchFamily="34" charset="0"/>
                <a:sym typeface="Symbol" panose="05050102010706020507" pitchFamily="18" charset="2"/>
              </a:rPr>
              <a:t>A6</a:t>
            </a:r>
            <a:r>
              <a:rPr lang="es-ES" sz="2400">
                <a:latin typeface="Trebuchet MS" panose="020B0603020202020204" pitchFamily="34" charset="0"/>
                <a:sym typeface="Symbol" panose="05050102010706020507" pitchFamily="18" charset="2"/>
              </a:rPr>
              <a:t> </a:t>
            </a:r>
            <a:r>
              <a:rPr lang="es-ES" sz="2400" dirty="0">
                <a:latin typeface="Trebuchet MS" panose="020B0603020202020204" pitchFamily="34" charset="0"/>
                <a:sym typeface="Symbol" panose="05050102010706020507" pitchFamily="18" charset="2"/>
              </a:rPr>
              <a:t>= </a:t>
            </a:r>
            <a:r>
              <a:rPr lang="es-ES" sz="2400">
                <a:latin typeface="Trebuchet MS" panose="020B0603020202020204" pitchFamily="34" charset="0"/>
                <a:sym typeface="Symbol" panose="05050102010706020507" pitchFamily="18" charset="2"/>
              </a:rPr>
              <a:t>L9   | </a:t>
            </a:r>
            <a:r>
              <a:rPr lang="es-ES" sz="2400">
                <a:solidFill>
                  <a:srgbClr val="3333FF"/>
                </a:solidFill>
                <a:latin typeface="Trebuchet MS" panose="020B0603020202020204" pitchFamily="34" charset="0"/>
                <a:sym typeface="Symbol" panose="05050102010706020507" pitchFamily="18" charset="2"/>
              </a:rPr>
              <a:t>A8</a:t>
            </a:r>
            <a:r>
              <a:rPr lang="es-ES" sz="2400">
                <a:latin typeface="Trebuchet MS" panose="020B0603020202020204" pitchFamily="34" charset="0"/>
                <a:sym typeface="Symbol" panose="05050102010706020507" pitchFamily="18" charset="2"/>
              </a:rPr>
              <a:t> = L11 + L12</a:t>
            </a:r>
            <a:endParaRPr lang="es-ES" sz="2400" dirty="0">
              <a:latin typeface="Trebuchet MS" panose="020B0603020202020204" pitchFamily="34" charset="0"/>
              <a:sym typeface="Symbol" panose="05050102010706020507" pitchFamily="18" charset="2"/>
            </a:endParaRP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1FB0C3A1-E06E-FDE8-FF30-05D12C65F60D}"/>
              </a:ext>
            </a:extLst>
          </p:cNvPr>
          <p:cNvSpPr/>
          <p:nvPr/>
        </p:nvSpPr>
        <p:spPr bwMode="auto">
          <a:xfrm>
            <a:off x="2733575" y="1973179"/>
            <a:ext cx="5890660" cy="943276"/>
          </a:xfrm>
          <a:prstGeom prst="rect">
            <a:avLst/>
          </a:prstGeom>
          <a:noFill/>
          <a:ln w="762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rebuchet MS" panose="020B0603020202020204" pitchFamily="34" charset="0"/>
            </a:endParaRP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1997C1A1-B528-AA96-74DE-3EC9F519D77C}"/>
              </a:ext>
            </a:extLst>
          </p:cNvPr>
          <p:cNvSpPr/>
          <p:nvPr/>
        </p:nvSpPr>
        <p:spPr bwMode="auto">
          <a:xfrm>
            <a:off x="7161195" y="3893421"/>
            <a:ext cx="1453415" cy="943276"/>
          </a:xfrm>
          <a:prstGeom prst="rect">
            <a:avLst/>
          </a:prstGeom>
          <a:noFill/>
          <a:ln w="762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rebuchet MS" panose="020B0603020202020204" pitchFamily="34" charset="0"/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0930FC9C-CF2E-9930-2572-65B95E7D3A8E}"/>
              </a:ext>
            </a:extLst>
          </p:cNvPr>
          <p:cNvSpPr txBox="1"/>
          <p:nvPr/>
        </p:nvSpPr>
        <p:spPr>
          <a:xfrm>
            <a:off x="153223" y="2090874"/>
            <a:ext cx="2704698" cy="707886"/>
          </a:xfrm>
          <a:prstGeom prst="rect">
            <a:avLst/>
          </a:prstGeom>
          <a:solidFill>
            <a:srgbClr val="FFFF99"/>
          </a:solidFill>
        </p:spPr>
        <p:txBody>
          <a:bodyPr wrap="square" rtlCol="0">
            <a:spAutoFit/>
          </a:bodyPr>
          <a:lstStyle/>
          <a:p>
            <a:pPr algn="ctr">
              <a:lnSpc>
                <a:spcPts val="2400"/>
              </a:lnSpc>
            </a:pPr>
            <a:r>
              <a:rPr lang="es-ES" dirty="0"/>
              <a:t>Turno</a:t>
            </a:r>
            <a:r>
              <a:rPr lang="es-ES" dirty="0">
                <a:solidFill>
                  <a:srgbClr val="FFFF99"/>
                </a:solidFill>
              </a:rPr>
              <a:t>s</a:t>
            </a:r>
            <a:r>
              <a:rPr lang="es-ES" dirty="0"/>
              <a:t>T2:</a:t>
            </a:r>
          </a:p>
          <a:p>
            <a:pPr algn="ctr">
              <a:lnSpc>
                <a:spcPts val="2400"/>
              </a:lnSpc>
            </a:pPr>
            <a:r>
              <a:rPr lang="es-ES"/>
              <a:t>L10 a L14 | A5, A7, A8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184954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37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3" presetClass="entr" presetSubtype="27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7" grpId="0" animBg="1"/>
      <p:bldP spid="3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92" name="Text Box 55"/>
          <p:cNvSpPr txBox="1">
            <a:spLocks noChangeArrowheads="1"/>
          </p:cNvSpPr>
          <p:nvPr/>
        </p:nvSpPr>
        <p:spPr bwMode="auto">
          <a:xfrm>
            <a:off x="1264159" y="788159"/>
            <a:ext cx="7360077" cy="514738"/>
          </a:xfrm>
          <a:prstGeom prst="rect">
            <a:avLst/>
          </a:prstGeom>
          <a:solidFill>
            <a:srgbClr val="99CCFF"/>
          </a:solidFill>
          <a:ln>
            <a:noFill/>
          </a:ln>
          <a:effectLst/>
        </p:spPr>
        <p:txBody>
          <a:bodyPr wrap="square" lIns="108000" tIns="72000" rIns="108000" bIns="72000" anchor="ctr" anchorCtr="1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s-ES" sz="2400">
                <a:latin typeface="Trebuchet MS" panose="020B0603020202020204" pitchFamily="34" charset="0"/>
              </a:rPr>
              <a:t>GRUPOS DE LABORATORIO (L) Y DE AULA (A)</a:t>
            </a:r>
          </a:p>
        </p:txBody>
      </p:sp>
      <p:graphicFrame>
        <p:nvGraphicFramePr>
          <p:cNvPr id="2" name="Tabla 1"/>
          <p:cNvGraphicFramePr>
            <a:graphicFrameLocks noGrp="1"/>
          </p:cNvGraphicFramePr>
          <p:nvPr/>
        </p:nvGraphicFramePr>
        <p:xfrm>
          <a:off x="1271324" y="1492174"/>
          <a:ext cx="7360075" cy="3840896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472015">
                  <a:extLst>
                    <a:ext uri="{9D8B030D-6E8A-4147-A177-3AD203B41FA5}">
                      <a16:colId xmlns:a16="http://schemas.microsoft.com/office/drawing/2014/main" val="3599349372"/>
                    </a:ext>
                  </a:extLst>
                </a:gridCol>
                <a:gridCol w="147201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7201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7201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7201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80112">
                <a:tc>
                  <a:txBody>
                    <a:bodyPr/>
                    <a:lstStyle/>
                    <a:p>
                      <a:pPr algn="ctr"/>
                      <a:r>
                        <a:rPr lang="es-ES" sz="2400" b="0" dirty="0"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rPr>
                        <a:t>Lunes</a:t>
                      </a:r>
                    </a:p>
                  </a:txBody>
                  <a:tcPr marL="91451" marR="91451" marT="45732" marB="457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1BD6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2400" b="0" dirty="0"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rPr>
                        <a:t>Martes</a:t>
                      </a:r>
                    </a:p>
                  </a:txBody>
                  <a:tcPr marL="91451" marR="91451" marT="45732" marB="457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1BD6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2400" b="0" dirty="0"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rPr>
                        <a:t>Miércoles</a:t>
                      </a:r>
                    </a:p>
                  </a:txBody>
                  <a:tcPr marL="91451" marR="91451" marT="45732" marB="457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1BD6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2400" b="0" dirty="0"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rPr>
                        <a:t>Jueves</a:t>
                      </a:r>
                    </a:p>
                  </a:txBody>
                  <a:tcPr marL="91451" marR="91451" marT="45732" marB="457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1BD6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2400" b="0" dirty="0"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rPr>
                        <a:t>Viernes</a:t>
                      </a:r>
                    </a:p>
                  </a:txBody>
                  <a:tcPr marL="91451" marR="91451" marT="45732" marB="457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1BD6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24866033"/>
                  </a:ext>
                </a:extLst>
              </a:tr>
              <a:tr h="480112">
                <a:tc>
                  <a:txBody>
                    <a:bodyPr/>
                    <a:lstStyle/>
                    <a:p>
                      <a:pPr algn="ctr"/>
                      <a:endParaRPr lang="es-ES" sz="2400" b="0" dirty="0">
                        <a:solidFill>
                          <a:schemeClr val="tx1"/>
                        </a:solidFill>
                        <a:latin typeface="Trebuchet MS" panose="020B0603020202020204" pitchFamily="34" charset="0"/>
                      </a:endParaRPr>
                    </a:p>
                  </a:txBody>
                  <a:tcPr marL="91451" marR="91451" marT="45732" marB="457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2400" b="0"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rPr>
                        <a:t>L11</a:t>
                      </a:r>
                      <a:endParaRPr lang="es-ES" sz="2400" b="0" dirty="0">
                        <a:solidFill>
                          <a:schemeClr val="tx1"/>
                        </a:solidFill>
                        <a:latin typeface="Trebuchet MS" panose="020B0603020202020204" pitchFamily="34" charset="0"/>
                      </a:endParaRPr>
                    </a:p>
                  </a:txBody>
                  <a:tcPr marL="91451" marR="91451" marT="45732" marB="457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CC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2400" b="0"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rPr>
                        <a:t>L12 | </a:t>
                      </a:r>
                      <a:r>
                        <a:rPr lang="es-ES" sz="2400" b="0">
                          <a:solidFill>
                            <a:srgbClr val="3333FF"/>
                          </a:solidFill>
                          <a:latin typeface="Trebuchet MS" panose="020B0603020202020204" pitchFamily="34" charset="0"/>
                        </a:rPr>
                        <a:t>A8</a:t>
                      </a:r>
                      <a:endParaRPr lang="es-ES" sz="2400" b="0" dirty="0">
                        <a:solidFill>
                          <a:srgbClr val="3333FF"/>
                        </a:solidFill>
                        <a:latin typeface="Trebuchet MS" panose="020B0603020202020204" pitchFamily="34" charset="0"/>
                      </a:endParaRPr>
                    </a:p>
                  </a:txBody>
                  <a:tcPr marL="91451" marR="91451" marT="45732" marB="457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CC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2400" b="0"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rPr>
                        <a:t>L13</a:t>
                      </a:r>
                      <a:endParaRPr lang="es-ES" sz="2400" b="0" dirty="0">
                        <a:solidFill>
                          <a:srgbClr val="3333FF"/>
                        </a:solidFill>
                        <a:latin typeface="Trebuchet MS" panose="020B0603020202020204" pitchFamily="34" charset="0"/>
                      </a:endParaRPr>
                    </a:p>
                  </a:txBody>
                  <a:tcPr marL="91451" marR="91451" marT="45732" marB="457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CC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2400" b="0"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rPr>
                        <a:t>L14 </a:t>
                      </a:r>
                      <a:r>
                        <a:rPr lang="es-ES" sz="2400" b="0" dirty="0"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rPr>
                        <a:t>| </a:t>
                      </a:r>
                      <a:r>
                        <a:rPr lang="es-ES" sz="2400" b="0" dirty="0">
                          <a:solidFill>
                            <a:srgbClr val="3333FF"/>
                          </a:solidFill>
                          <a:latin typeface="Trebuchet MS" panose="020B0603020202020204" pitchFamily="34" charset="0"/>
                        </a:rPr>
                        <a:t>A7</a:t>
                      </a:r>
                    </a:p>
                  </a:txBody>
                  <a:tcPr marL="91451" marR="91451" marT="45732" marB="457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C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136994"/>
                  </a:ext>
                </a:extLst>
              </a:tr>
              <a:tr h="480112">
                <a:tc>
                  <a:txBody>
                    <a:bodyPr/>
                    <a:lstStyle/>
                    <a:p>
                      <a:pPr algn="ctr"/>
                      <a:endParaRPr lang="es-ES" sz="2400" b="0" dirty="0">
                        <a:solidFill>
                          <a:schemeClr val="tx1"/>
                        </a:solidFill>
                        <a:latin typeface="Trebuchet MS" panose="020B0603020202020204" pitchFamily="34" charset="0"/>
                      </a:endParaRPr>
                    </a:p>
                  </a:txBody>
                  <a:tcPr marL="91451" marR="91451" marT="45732" marB="457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2400" b="0"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rPr>
                        <a:t>08:30</a:t>
                      </a:r>
                    </a:p>
                  </a:txBody>
                  <a:tcPr marL="91451" marR="91451" marT="45732" marB="457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600" b="0"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rPr>
                        <a:t>08:30 | </a:t>
                      </a:r>
                      <a:r>
                        <a:rPr lang="es-ES" sz="1600" b="0">
                          <a:solidFill>
                            <a:srgbClr val="3333FF"/>
                          </a:solidFill>
                          <a:latin typeface="Trebuchet MS" panose="020B0603020202020204" pitchFamily="34" charset="0"/>
                        </a:rPr>
                        <a:t>09:00</a:t>
                      </a:r>
                      <a:endParaRPr lang="es-ES" sz="1600" b="0" dirty="0">
                        <a:solidFill>
                          <a:srgbClr val="3333FF"/>
                        </a:solidFill>
                        <a:latin typeface="Trebuchet MS" panose="020B0603020202020204" pitchFamily="34" charset="0"/>
                      </a:endParaRPr>
                    </a:p>
                  </a:txBody>
                  <a:tcPr marL="91451" marR="91451" marT="45732" marB="457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2400" b="0" dirty="0"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rPr>
                        <a:t>08:30</a:t>
                      </a:r>
                    </a:p>
                  </a:txBody>
                  <a:tcPr marL="91451" marR="91451" marT="45732" marB="457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600" b="0"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rPr>
                        <a:t>08:30 | </a:t>
                      </a:r>
                      <a:r>
                        <a:rPr lang="es-ES" sz="1600" b="0">
                          <a:solidFill>
                            <a:srgbClr val="3333FF"/>
                          </a:solidFill>
                          <a:latin typeface="Trebuchet MS" panose="020B0603020202020204" pitchFamily="34" charset="0"/>
                        </a:rPr>
                        <a:t>09:00</a:t>
                      </a:r>
                      <a:endParaRPr lang="es-ES" sz="1600" b="0" dirty="0">
                        <a:solidFill>
                          <a:schemeClr val="tx1"/>
                        </a:solidFill>
                        <a:latin typeface="Trebuchet MS" panose="020B0603020202020204" pitchFamily="34" charset="0"/>
                      </a:endParaRPr>
                    </a:p>
                  </a:txBody>
                  <a:tcPr marL="91451" marR="91451" marT="45732" marB="457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38288574"/>
                  </a:ext>
                </a:extLst>
              </a:tr>
              <a:tr h="480112">
                <a:tc>
                  <a:txBody>
                    <a:bodyPr/>
                    <a:lstStyle/>
                    <a:p>
                      <a:pPr algn="ctr"/>
                      <a:r>
                        <a:rPr lang="es-ES" sz="2400" b="0" dirty="0"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rPr>
                        <a:t>L1</a:t>
                      </a:r>
                    </a:p>
                  </a:txBody>
                  <a:tcPr marL="91451" marR="91451" marT="45732" marB="457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CC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2400" b="0"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rPr>
                        <a:t>L3</a:t>
                      </a:r>
                      <a:endParaRPr lang="es-ES" sz="2400" b="0" dirty="0">
                        <a:solidFill>
                          <a:schemeClr val="tx1"/>
                        </a:solidFill>
                        <a:latin typeface="Trebuchet MS" panose="020B0603020202020204" pitchFamily="34" charset="0"/>
                      </a:endParaRPr>
                    </a:p>
                  </a:txBody>
                  <a:tcPr marL="91451" marR="91451" marT="45732" marB="457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CC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2400" b="0"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rPr>
                        <a:t>L5</a:t>
                      </a:r>
                      <a:endParaRPr lang="es-ES" sz="2400" b="0" dirty="0">
                        <a:solidFill>
                          <a:schemeClr val="tx1"/>
                        </a:solidFill>
                        <a:latin typeface="Trebuchet MS" panose="020B0603020202020204" pitchFamily="34" charset="0"/>
                      </a:endParaRPr>
                    </a:p>
                  </a:txBody>
                  <a:tcPr marL="91451" marR="91451" marT="45732" marB="457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CC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2400" b="0"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rPr>
                        <a:t>L7</a:t>
                      </a:r>
                      <a:endParaRPr lang="es-ES" sz="2400" b="0" dirty="0">
                        <a:solidFill>
                          <a:schemeClr val="tx1"/>
                        </a:solidFill>
                        <a:latin typeface="Trebuchet MS" panose="020B0603020202020204" pitchFamily="34" charset="0"/>
                      </a:endParaRPr>
                    </a:p>
                  </a:txBody>
                  <a:tcPr marL="91451" marR="91451" marT="45732" marB="457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CC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2400" b="0"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rPr>
                        <a:t>L9 | </a:t>
                      </a:r>
                      <a:r>
                        <a:rPr lang="es-ES" sz="2400" b="0">
                          <a:solidFill>
                            <a:srgbClr val="3333FF"/>
                          </a:solidFill>
                          <a:latin typeface="Trebuchet MS" panose="020B0603020202020204" pitchFamily="34" charset="0"/>
                        </a:rPr>
                        <a:t>A6</a:t>
                      </a:r>
                      <a:endParaRPr lang="es-ES" sz="2400" b="0" dirty="0">
                        <a:solidFill>
                          <a:srgbClr val="3333FF"/>
                        </a:solidFill>
                        <a:latin typeface="Trebuchet MS" panose="020B0603020202020204" pitchFamily="34" charset="0"/>
                      </a:endParaRPr>
                    </a:p>
                  </a:txBody>
                  <a:tcPr marL="91451" marR="91451" marT="45732" marB="457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C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011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2400" b="0" dirty="0"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rPr>
                        <a:t>12:00</a:t>
                      </a:r>
                      <a:endParaRPr lang="es-ES" sz="2400" b="0" dirty="0">
                        <a:solidFill>
                          <a:srgbClr val="FF0000"/>
                        </a:solidFill>
                        <a:latin typeface="Trebuchet MS" panose="020B0603020202020204" pitchFamily="34" charset="0"/>
                      </a:endParaRPr>
                    </a:p>
                  </a:txBody>
                  <a:tcPr marL="91451" marR="91451" marT="45732" marB="457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2400" b="0" dirty="0"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rPr>
                        <a:t>12:00</a:t>
                      </a:r>
                      <a:endParaRPr lang="es-ES" sz="2400" b="0" dirty="0">
                        <a:solidFill>
                          <a:srgbClr val="FF0000"/>
                        </a:solidFill>
                        <a:latin typeface="Trebuchet MS" panose="020B0603020202020204" pitchFamily="34" charset="0"/>
                      </a:endParaRPr>
                    </a:p>
                  </a:txBody>
                  <a:tcPr marL="91451" marR="91451" marT="45732" marB="457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2400" b="0" dirty="0"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rPr>
                        <a:t>12:00</a:t>
                      </a:r>
                      <a:endParaRPr lang="es-ES" sz="2400" b="0" dirty="0">
                        <a:solidFill>
                          <a:srgbClr val="FF0000"/>
                        </a:solidFill>
                        <a:latin typeface="Trebuchet MS" panose="020B0603020202020204" pitchFamily="34" charset="0"/>
                      </a:endParaRPr>
                    </a:p>
                  </a:txBody>
                  <a:tcPr marL="91451" marR="91451" marT="45732" marB="457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2400" b="0" dirty="0"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rPr>
                        <a:t>12:00</a:t>
                      </a:r>
                      <a:endParaRPr lang="es-ES" sz="2400" b="0" dirty="0">
                        <a:solidFill>
                          <a:srgbClr val="FF0000"/>
                        </a:solidFill>
                        <a:latin typeface="Trebuchet MS" panose="020B0603020202020204" pitchFamily="34" charset="0"/>
                      </a:endParaRPr>
                    </a:p>
                  </a:txBody>
                  <a:tcPr marL="91451" marR="91451" marT="45732" marB="457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2400" b="0" dirty="0"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rPr>
                        <a:t>12:00</a:t>
                      </a:r>
                      <a:endParaRPr lang="es-ES" sz="2400" b="0" dirty="0">
                        <a:solidFill>
                          <a:srgbClr val="FF0000"/>
                        </a:solidFill>
                        <a:latin typeface="Trebuchet MS" panose="020B0603020202020204" pitchFamily="34" charset="0"/>
                      </a:endParaRPr>
                    </a:p>
                  </a:txBody>
                  <a:tcPr marL="91451" marR="91451" marT="45732" marB="457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0112">
                <a:tc>
                  <a:txBody>
                    <a:bodyPr/>
                    <a:lstStyle/>
                    <a:p>
                      <a:pPr algn="ctr"/>
                      <a:r>
                        <a:rPr lang="es-ES" sz="2400" b="0"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rPr>
                        <a:t>L2 | </a:t>
                      </a:r>
                      <a:r>
                        <a:rPr lang="es-ES" sz="2400" b="0">
                          <a:solidFill>
                            <a:srgbClr val="3333FF"/>
                          </a:solidFill>
                          <a:latin typeface="Trebuchet MS" panose="020B0603020202020204" pitchFamily="34" charset="0"/>
                        </a:rPr>
                        <a:t>A1</a:t>
                      </a:r>
                      <a:endParaRPr lang="es-ES" sz="2400" b="0" dirty="0">
                        <a:solidFill>
                          <a:srgbClr val="3333FF"/>
                        </a:solidFill>
                        <a:latin typeface="Trebuchet MS" panose="020B0603020202020204" pitchFamily="34" charset="0"/>
                      </a:endParaRPr>
                    </a:p>
                  </a:txBody>
                  <a:tcPr marL="91451" marR="91451" marT="45732" marB="457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CC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2400" b="0"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rPr>
                        <a:t>L4 | </a:t>
                      </a:r>
                      <a:r>
                        <a:rPr lang="es-ES" sz="2400" b="0">
                          <a:solidFill>
                            <a:srgbClr val="3333FF"/>
                          </a:solidFill>
                          <a:latin typeface="Trebuchet MS" panose="020B0603020202020204" pitchFamily="34" charset="0"/>
                        </a:rPr>
                        <a:t>A2</a:t>
                      </a:r>
                      <a:endParaRPr lang="es-ES" sz="2400" b="0" dirty="0">
                        <a:solidFill>
                          <a:srgbClr val="3333FF"/>
                        </a:solidFill>
                        <a:latin typeface="Trebuchet MS" panose="020B0603020202020204" pitchFamily="34" charset="0"/>
                      </a:endParaRPr>
                    </a:p>
                  </a:txBody>
                  <a:tcPr marL="91451" marR="91451" marT="45732" marB="457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CC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2400" b="0"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rPr>
                        <a:t>L6 | </a:t>
                      </a:r>
                      <a:r>
                        <a:rPr lang="es-ES" sz="2400" b="0">
                          <a:solidFill>
                            <a:srgbClr val="3333FF"/>
                          </a:solidFill>
                          <a:latin typeface="Trebuchet MS" panose="020B0603020202020204" pitchFamily="34" charset="0"/>
                        </a:rPr>
                        <a:t>A3</a:t>
                      </a:r>
                      <a:endParaRPr lang="es-ES" sz="2400" b="0" dirty="0">
                        <a:solidFill>
                          <a:srgbClr val="3333FF"/>
                        </a:solidFill>
                        <a:latin typeface="Trebuchet MS" panose="020B0603020202020204" pitchFamily="34" charset="0"/>
                      </a:endParaRPr>
                    </a:p>
                  </a:txBody>
                  <a:tcPr marL="91451" marR="91451" marT="45732" marB="457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CC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2400" b="0"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rPr>
                        <a:t>L8 | </a:t>
                      </a:r>
                      <a:r>
                        <a:rPr lang="es-ES" sz="2400" b="0">
                          <a:solidFill>
                            <a:srgbClr val="3333FF"/>
                          </a:solidFill>
                          <a:latin typeface="Trebuchet MS" panose="020B0603020202020204" pitchFamily="34" charset="0"/>
                        </a:rPr>
                        <a:t>A4</a:t>
                      </a:r>
                      <a:endParaRPr lang="es-ES" sz="2400" b="0" dirty="0">
                        <a:solidFill>
                          <a:srgbClr val="3333FF"/>
                        </a:solidFill>
                        <a:latin typeface="Trebuchet MS" panose="020B0603020202020204" pitchFamily="34" charset="0"/>
                      </a:endParaRPr>
                    </a:p>
                  </a:txBody>
                  <a:tcPr marL="91451" marR="91451" marT="45732" marB="457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CC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2400" b="0"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rPr>
                        <a:t>L10 | </a:t>
                      </a:r>
                      <a:r>
                        <a:rPr lang="es-ES" sz="2400" b="0">
                          <a:solidFill>
                            <a:srgbClr val="3333FF"/>
                          </a:solidFill>
                          <a:latin typeface="Trebuchet MS" panose="020B0603020202020204" pitchFamily="34" charset="0"/>
                        </a:rPr>
                        <a:t>A5</a:t>
                      </a:r>
                      <a:endParaRPr lang="es-ES" sz="2400" b="0" dirty="0">
                        <a:solidFill>
                          <a:srgbClr val="3333FF"/>
                        </a:solidFill>
                        <a:latin typeface="Trebuchet MS" panose="020B0603020202020204" pitchFamily="34" charset="0"/>
                      </a:endParaRPr>
                    </a:p>
                  </a:txBody>
                  <a:tcPr marL="91451" marR="91451" marT="45732" marB="457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C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011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2400" b="0" dirty="0"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rPr>
                        <a:t>16:00</a:t>
                      </a:r>
                    </a:p>
                  </a:txBody>
                  <a:tcPr marL="91451" marR="91451" marT="45732" marB="457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2400" b="0" dirty="0"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rPr>
                        <a:t>16:00</a:t>
                      </a:r>
                    </a:p>
                  </a:txBody>
                  <a:tcPr marL="91451" marR="91451" marT="45732" marB="457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2400" b="0" dirty="0"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rPr>
                        <a:t>16:00</a:t>
                      </a:r>
                    </a:p>
                  </a:txBody>
                  <a:tcPr marL="91451" marR="91451" marT="45732" marB="457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2400" b="0" dirty="0"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rPr>
                        <a:t>16:00</a:t>
                      </a:r>
                    </a:p>
                  </a:txBody>
                  <a:tcPr marL="91451" marR="91451" marT="45732" marB="457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2400" b="0" dirty="0"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rPr>
                        <a:t>16:00</a:t>
                      </a:r>
                    </a:p>
                  </a:txBody>
                  <a:tcPr marL="91451" marR="91451" marT="45732" marB="457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80112">
                <a:tc gridSpan="5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2400" b="0" dirty="0"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rPr>
                        <a:t>GRUPO CONVALIDAR</a:t>
                      </a:r>
                    </a:p>
                  </a:txBody>
                  <a:tcPr marL="91451" marR="91451" marT="45732" marB="457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CCFF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s-ES" sz="2400" b="0" dirty="0">
                        <a:solidFill>
                          <a:schemeClr val="tx1"/>
                        </a:solidFill>
                        <a:latin typeface="Trebuchet MS" panose="020B0603020202020204" pitchFamily="34" charset="0"/>
                      </a:endParaRPr>
                    </a:p>
                  </a:txBody>
                  <a:tcPr marL="91451" marR="91451" marT="45732" marB="457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CCFF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s-ES" sz="2400" b="0" dirty="0">
                        <a:solidFill>
                          <a:schemeClr val="tx1"/>
                        </a:solidFill>
                        <a:latin typeface="Trebuchet MS" panose="020B0603020202020204" pitchFamily="34" charset="0"/>
                      </a:endParaRPr>
                    </a:p>
                  </a:txBody>
                  <a:tcPr marL="91451" marR="91451" marT="45732" marB="457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CCFF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s-ES" sz="2400" b="0" dirty="0">
                        <a:solidFill>
                          <a:schemeClr val="tx1"/>
                        </a:solidFill>
                        <a:latin typeface="Trebuchet MS" panose="020B0603020202020204" pitchFamily="34" charset="0"/>
                      </a:endParaRPr>
                    </a:p>
                  </a:txBody>
                  <a:tcPr marL="91451" marR="91451" marT="45732" marB="457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CCFF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s-ES" sz="2400" b="0" dirty="0">
                        <a:solidFill>
                          <a:schemeClr val="tx1"/>
                        </a:solidFill>
                        <a:latin typeface="Trebuchet MS" panose="020B0603020202020204" pitchFamily="34" charset="0"/>
                      </a:endParaRPr>
                    </a:p>
                  </a:txBody>
                  <a:tcPr marL="91451" marR="91451" marT="45732" marB="457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C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0017154"/>
                  </a:ext>
                </a:extLst>
              </a:tr>
            </a:tbl>
          </a:graphicData>
        </a:graphic>
      </p:graphicFrame>
      <p:sp>
        <p:nvSpPr>
          <p:cNvPr id="11" name="Text Box 2"/>
          <p:cNvSpPr txBox="1">
            <a:spLocks noChangeArrowheads="1"/>
          </p:cNvSpPr>
          <p:nvPr/>
        </p:nvSpPr>
        <p:spPr bwMode="auto">
          <a:xfrm>
            <a:off x="4762114" y="345860"/>
            <a:ext cx="4073525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s-ES" sz="2000">
                <a:solidFill>
                  <a:schemeClr val="accent2"/>
                </a:solidFill>
                <a:latin typeface="Trebuchet MS" panose="020B0603020202020204" pitchFamily="34" charset="0"/>
              </a:rPr>
              <a:t>METODOLOGÍA DE LA ASIGNATURA</a:t>
            </a:r>
          </a:p>
        </p:txBody>
      </p:sp>
      <p:sp>
        <p:nvSpPr>
          <p:cNvPr id="12" name="Text Box 60">
            <a:extLst>
              <a:ext uri="{FF2B5EF4-FFF2-40B4-BE49-F238E27FC236}">
                <a16:creationId xmlns:a16="http://schemas.microsoft.com/office/drawing/2014/main" id="{BBF4DCD5-8C5D-49DE-956B-A2E4A5A82AA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45403" y="5594641"/>
            <a:ext cx="7815361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s-ES" sz="2400" dirty="0">
                <a:solidFill>
                  <a:srgbClr val="3333FF"/>
                </a:solidFill>
                <a:latin typeface="Trebuchet MS" panose="020B0603020202020204" pitchFamily="34" charset="0"/>
                <a:sym typeface="Symbol" panose="05050102010706020507" pitchFamily="18" charset="2"/>
              </a:rPr>
              <a:t>A1</a:t>
            </a:r>
            <a:r>
              <a:rPr lang="es-ES" sz="2400" dirty="0">
                <a:latin typeface="Trebuchet MS" panose="020B0603020202020204" pitchFamily="34" charset="0"/>
                <a:sym typeface="Symbol" panose="05050102010706020507" pitchFamily="18" charset="2"/>
              </a:rPr>
              <a:t> = L1 + L2 | </a:t>
            </a:r>
            <a:r>
              <a:rPr lang="es-ES" sz="2400" dirty="0">
                <a:solidFill>
                  <a:srgbClr val="3333FF"/>
                </a:solidFill>
                <a:latin typeface="Trebuchet MS" panose="020B0603020202020204" pitchFamily="34" charset="0"/>
                <a:sym typeface="Symbol" panose="05050102010706020507" pitchFamily="18" charset="2"/>
              </a:rPr>
              <a:t>A3</a:t>
            </a:r>
            <a:r>
              <a:rPr lang="es-ES" sz="2400" dirty="0">
                <a:latin typeface="Trebuchet MS" panose="020B0603020202020204" pitchFamily="34" charset="0"/>
                <a:sym typeface="Symbol" panose="05050102010706020507" pitchFamily="18" charset="2"/>
              </a:rPr>
              <a:t> = L5 + L6 | </a:t>
            </a:r>
            <a:r>
              <a:rPr lang="es-ES" sz="2400" dirty="0">
                <a:solidFill>
                  <a:srgbClr val="3333FF"/>
                </a:solidFill>
                <a:latin typeface="Trebuchet MS" panose="020B0603020202020204" pitchFamily="34" charset="0"/>
                <a:sym typeface="Symbol" panose="05050102010706020507" pitchFamily="18" charset="2"/>
              </a:rPr>
              <a:t>A5</a:t>
            </a:r>
            <a:r>
              <a:rPr lang="es-ES" sz="2400" dirty="0">
                <a:latin typeface="Trebuchet MS" panose="020B0603020202020204" pitchFamily="34" charset="0"/>
                <a:sym typeface="Symbol" panose="05050102010706020507" pitchFamily="18" charset="2"/>
              </a:rPr>
              <a:t> = L10 | </a:t>
            </a:r>
            <a:r>
              <a:rPr lang="es-ES" sz="2400" dirty="0">
                <a:solidFill>
                  <a:srgbClr val="3333FF"/>
                </a:solidFill>
                <a:latin typeface="Trebuchet MS" panose="020B0603020202020204" pitchFamily="34" charset="0"/>
                <a:sym typeface="Symbol" panose="05050102010706020507" pitchFamily="18" charset="2"/>
              </a:rPr>
              <a:t>A7</a:t>
            </a:r>
            <a:r>
              <a:rPr lang="es-ES" sz="2400" dirty="0">
                <a:latin typeface="Trebuchet MS" panose="020B0603020202020204" pitchFamily="34" charset="0"/>
                <a:sym typeface="Symbol" panose="05050102010706020507" pitchFamily="18" charset="2"/>
              </a:rPr>
              <a:t> = L13 </a:t>
            </a:r>
            <a:r>
              <a:rPr lang="es-ES" sz="2400">
                <a:latin typeface="Trebuchet MS" panose="020B0603020202020204" pitchFamily="34" charset="0"/>
                <a:sym typeface="Symbol" panose="05050102010706020507" pitchFamily="18" charset="2"/>
              </a:rPr>
              <a:t>+ L14</a:t>
            </a:r>
            <a:endParaRPr lang="es-ES" sz="2400" dirty="0">
              <a:latin typeface="Trebuchet MS" panose="020B0603020202020204" pitchFamily="34" charset="0"/>
              <a:sym typeface="Symbol" panose="05050102010706020507" pitchFamily="18" charset="2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s-ES" sz="2400" dirty="0">
                <a:solidFill>
                  <a:srgbClr val="3333FF"/>
                </a:solidFill>
                <a:latin typeface="Trebuchet MS" panose="020B0603020202020204" pitchFamily="34" charset="0"/>
                <a:sym typeface="Symbol" panose="05050102010706020507" pitchFamily="18" charset="2"/>
              </a:rPr>
              <a:t>A2</a:t>
            </a:r>
            <a:r>
              <a:rPr lang="es-ES" sz="2400" dirty="0">
                <a:latin typeface="Trebuchet MS" panose="020B0603020202020204" pitchFamily="34" charset="0"/>
                <a:sym typeface="Symbol" panose="05050102010706020507" pitchFamily="18" charset="2"/>
              </a:rPr>
              <a:t> = L3 + L4 | </a:t>
            </a:r>
            <a:r>
              <a:rPr lang="es-ES" sz="2400" dirty="0">
                <a:solidFill>
                  <a:srgbClr val="3333FF"/>
                </a:solidFill>
                <a:latin typeface="Trebuchet MS" panose="020B0603020202020204" pitchFamily="34" charset="0"/>
                <a:sym typeface="Symbol" panose="05050102010706020507" pitchFamily="18" charset="2"/>
              </a:rPr>
              <a:t>A4</a:t>
            </a:r>
            <a:r>
              <a:rPr lang="es-ES" sz="2400" dirty="0">
                <a:latin typeface="Trebuchet MS" panose="020B0603020202020204" pitchFamily="34" charset="0"/>
                <a:sym typeface="Symbol" panose="05050102010706020507" pitchFamily="18" charset="2"/>
              </a:rPr>
              <a:t> = L7 + L8 </a:t>
            </a:r>
            <a:r>
              <a:rPr lang="es-ES" sz="2400">
                <a:latin typeface="Trebuchet MS" panose="020B0603020202020204" pitchFamily="34" charset="0"/>
                <a:sym typeface="Symbol" panose="05050102010706020507" pitchFamily="18" charset="2"/>
              </a:rPr>
              <a:t>| </a:t>
            </a:r>
            <a:r>
              <a:rPr lang="es-ES" sz="2400">
                <a:solidFill>
                  <a:srgbClr val="3333FF"/>
                </a:solidFill>
                <a:latin typeface="Trebuchet MS" panose="020B0603020202020204" pitchFamily="34" charset="0"/>
                <a:sym typeface="Symbol" panose="05050102010706020507" pitchFamily="18" charset="2"/>
              </a:rPr>
              <a:t>A6</a:t>
            </a:r>
            <a:r>
              <a:rPr lang="es-ES" sz="2400">
                <a:latin typeface="Trebuchet MS" panose="020B0603020202020204" pitchFamily="34" charset="0"/>
                <a:sym typeface="Symbol" panose="05050102010706020507" pitchFamily="18" charset="2"/>
              </a:rPr>
              <a:t> </a:t>
            </a:r>
            <a:r>
              <a:rPr lang="es-ES" sz="2400" dirty="0">
                <a:latin typeface="Trebuchet MS" panose="020B0603020202020204" pitchFamily="34" charset="0"/>
                <a:sym typeface="Symbol" panose="05050102010706020507" pitchFamily="18" charset="2"/>
              </a:rPr>
              <a:t>= </a:t>
            </a:r>
            <a:r>
              <a:rPr lang="es-ES" sz="2400">
                <a:latin typeface="Trebuchet MS" panose="020B0603020202020204" pitchFamily="34" charset="0"/>
                <a:sym typeface="Symbol" panose="05050102010706020507" pitchFamily="18" charset="2"/>
              </a:rPr>
              <a:t>L9   | </a:t>
            </a:r>
            <a:r>
              <a:rPr lang="es-ES" sz="2400">
                <a:solidFill>
                  <a:srgbClr val="3333FF"/>
                </a:solidFill>
                <a:latin typeface="Trebuchet MS" panose="020B0603020202020204" pitchFamily="34" charset="0"/>
                <a:sym typeface="Symbol" panose="05050102010706020507" pitchFamily="18" charset="2"/>
              </a:rPr>
              <a:t>A8</a:t>
            </a:r>
            <a:r>
              <a:rPr lang="es-ES" sz="2400">
                <a:latin typeface="Trebuchet MS" panose="020B0603020202020204" pitchFamily="34" charset="0"/>
                <a:sym typeface="Symbol" panose="05050102010706020507" pitchFamily="18" charset="2"/>
              </a:rPr>
              <a:t> = L11 + L12</a:t>
            </a:r>
            <a:endParaRPr lang="es-ES" sz="2400" dirty="0">
              <a:latin typeface="Trebuchet MS" panose="020B0603020202020204" pitchFamily="34" charset="0"/>
              <a:sym typeface="Symbol" panose="05050102010706020507" pitchFamily="18" charset="2"/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BF31D946-643E-1E0D-B716-898FB42AB7B5}"/>
              </a:ext>
            </a:extLst>
          </p:cNvPr>
          <p:cNvSpPr txBox="1"/>
          <p:nvPr/>
        </p:nvSpPr>
        <p:spPr>
          <a:xfrm>
            <a:off x="875902" y="2106859"/>
            <a:ext cx="1703671" cy="707886"/>
          </a:xfrm>
          <a:prstGeom prst="rect">
            <a:avLst/>
          </a:prstGeom>
          <a:solidFill>
            <a:srgbClr val="FFFF99"/>
          </a:solidFill>
        </p:spPr>
        <p:txBody>
          <a:bodyPr wrap="square" rtlCol="0">
            <a:spAutoFit/>
          </a:bodyPr>
          <a:lstStyle/>
          <a:p>
            <a:pPr algn="ctr">
              <a:lnSpc>
                <a:spcPts val="2400"/>
              </a:lnSpc>
            </a:pPr>
            <a:r>
              <a:rPr lang="es-ES"/>
              <a:t>EN PRINCIPIO </a:t>
            </a:r>
            <a:r>
              <a:rPr lang="es-ES" dirty="0"/>
              <a:t>CERRADOS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18581F82-80ED-0635-3154-4F327ABFA2F4}"/>
              </a:ext>
            </a:extLst>
          </p:cNvPr>
          <p:cNvSpPr/>
          <p:nvPr/>
        </p:nvSpPr>
        <p:spPr bwMode="auto">
          <a:xfrm>
            <a:off x="2743200" y="1973179"/>
            <a:ext cx="2945330" cy="943276"/>
          </a:xfrm>
          <a:prstGeom prst="rect">
            <a:avLst/>
          </a:prstGeom>
          <a:noFill/>
          <a:ln w="762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rebuchet MS" panose="020B0603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983977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27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92" name="Text Box 55"/>
          <p:cNvSpPr txBox="1">
            <a:spLocks noChangeArrowheads="1"/>
          </p:cNvSpPr>
          <p:nvPr/>
        </p:nvSpPr>
        <p:spPr bwMode="auto">
          <a:xfrm>
            <a:off x="1264159" y="788159"/>
            <a:ext cx="7360077" cy="514738"/>
          </a:xfrm>
          <a:prstGeom prst="rect">
            <a:avLst/>
          </a:prstGeom>
          <a:solidFill>
            <a:srgbClr val="99CCFF"/>
          </a:solidFill>
          <a:ln>
            <a:noFill/>
          </a:ln>
          <a:effectLst/>
        </p:spPr>
        <p:txBody>
          <a:bodyPr wrap="square" lIns="108000" tIns="72000" rIns="108000" bIns="72000" anchor="ctr" anchorCtr="1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s-ES" sz="2400">
                <a:latin typeface="Trebuchet MS" panose="020B0603020202020204" pitchFamily="34" charset="0"/>
              </a:rPr>
              <a:t>GRUPOS DE LABORATORIO (L) Y DE AULA (A)</a:t>
            </a:r>
          </a:p>
        </p:txBody>
      </p:sp>
      <p:graphicFrame>
        <p:nvGraphicFramePr>
          <p:cNvPr id="2" name="Tabla 1"/>
          <p:cNvGraphicFramePr>
            <a:graphicFrameLocks noGrp="1"/>
          </p:cNvGraphicFramePr>
          <p:nvPr/>
        </p:nvGraphicFramePr>
        <p:xfrm>
          <a:off x="1271324" y="1492174"/>
          <a:ext cx="7360075" cy="3840896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472015">
                  <a:extLst>
                    <a:ext uri="{9D8B030D-6E8A-4147-A177-3AD203B41FA5}">
                      <a16:colId xmlns:a16="http://schemas.microsoft.com/office/drawing/2014/main" val="3599349372"/>
                    </a:ext>
                  </a:extLst>
                </a:gridCol>
                <a:gridCol w="147201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7201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7201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7201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80112">
                <a:tc>
                  <a:txBody>
                    <a:bodyPr/>
                    <a:lstStyle/>
                    <a:p>
                      <a:pPr algn="ctr"/>
                      <a:r>
                        <a:rPr lang="es-ES" sz="2400" b="0" dirty="0"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rPr>
                        <a:t>Lunes</a:t>
                      </a:r>
                    </a:p>
                  </a:txBody>
                  <a:tcPr marL="91451" marR="91451" marT="45732" marB="457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1BD6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2400" b="0" dirty="0"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rPr>
                        <a:t>Martes</a:t>
                      </a:r>
                    </a:p>
                  </a:txBody>
                  <a:tcPr marL="91451" marR="91451" marT="45732" marB="457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1BD6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2400" b="0" dirty="0"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rPr>
                        <a:t>Miércoles</a:t>
                      </a:r>
                    </a:p>
                  </a:txBody>
                  <a:tcPr marL="91451" marR="91451" marT="45732" marB="457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1BD6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2400" b="0" dirty="0"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rPr>
                        <a:t>Jueves</a:t>
                      </a:r>
                    </a:p>
                  </a:txBody>
                  <a:tcPr marL="91451" marR="91451" marT="45732" marB="457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1BD6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2400" b="0" dirty="0"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rPr>
                        <a:t>Viernes</a:t>
                      </a:r>
                    </a:p>
                  </a:txBody>
                  <a:tcPr marL="91451" marR="91451" marT="45732" marB="457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1BD6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24866033"/>
                  </a:ext>
                </a:extLst>
              </a:tr>
              <a:tr h="480112">
                <a:tc>
                  <a:txBody>
                    <a:bodyPr/>
                    <a:lstStyle/>
                    <a:p>
                      <a:pPr algn="ctr"/>
                      <a:endParaRPr lang="es-ES" sz="2400" b="0" dirty="0">
                        <a:solidFill>
                          <a:schemeClr val="tx1"/>
                        </a:solidFill>
                        <a:latin typeface="Trebuchet MS" panose="020B0603020202020204" pitchFamily="34" charset="0"/>
                      </a:endParaRPr>
                    </a:p>
                  </a:txBody>
                  <a:tcPr marL="91451" marR="91451" marT="45732" marB="457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2400" b="0"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rPr>
                        <a:t>L11</a:t>
                      </a:r>
                      <a:endParaRPr lang="es-ES" sz="2400" b="0" dirty="0">
                        <a:solidFill>
                          <a:schemeClr val="tx1"/>
                        </a:solidFill>
                        <a:latin typeface="Trebuchet MS" panose="020B0603020202020204" pitchFamily="34" charset="0"/>
                      </a:endParaRPr>
                    </a:p>
                  </a:txBody>
                  <a:tcPr marL="91451" marR="91451" marT="45732" marB="457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CC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2400" b="0"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rPr>
                        <a:t>L12 | </a:t>
                      </a:r>
                      <a:r>
                        <a:rPr lang="es-ES" sz="2400" b="0">
                          <a:solidFill>
                            <a:srgbClr val="3333FF"/>
                          </a:solidFill>
                          <a:latin typeface="Trebuchet MS" panose="020B0603020202020204" pitchFamily="34" charset="0"/>
                        </a:rPr>
                        <a:t>A8</a:t>
                      </a:r>
                      <a:endParaRPr lang="es-ES" sz="2400" b="0" dirty="0">
                        <a:solidFill>
                          <a:srgbClr val="3333FF"/>
                        </a:solidFill>
                        <a:latin typeface="Trebuchet MS" panose="020B0603020202020204" pitchFamily="34" charset="0"/>
                      </a:endParaRPr>
                    </a:p>
                  </a:txBody>
                  <a:tcPr marL="91451" marR="91451" marT="45732" marB="457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CC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2400" b="0"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rPr>
                        <a:t>L13</a:t>
                      </a:r>
                      <a:endParaRPr lang="es-ES" sz="2400" b="0" dirty="0">
                        <a:solidFill>
                          <a:srgbClr val="3333FF"/>
                        </a:solidFill>
                        <a:latin typeface="Trebuchet MS" panose="020B0603020202020204" pitchFamily="34" charset="0"/>
                      </a:endParaRPr>
                    </a:p>
                  </a:txBody>
                  <a:tcPr marL="91451" marR="91451" marT="45732" marB="457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CC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2400" b="0"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rPr>
                        <a:t>L14 </a:t>
                      </a:r>
                      <a:r>
                        <a:rPr lang="es-ES" sz="2400" b="0" dirty="0"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rPr>
                        <a:t>| </a:t>
                      </a:r>
                      <a:r>
                        <a:rPr lang="es-ES" sz="2400" b="0" dirty="0">
                          <a:solidFill>
                            <a:srgbClr val="3333FF"/>
                          </a:solidFill>
                          <a:latin typeface="Trebuchet MS" panose="020B0603020202020204" pitchFamily="34" charset="0"/>
                        </a:rPr>
                        <a:t>A7</a:t>
                      </a:r>
                    </a:p>
                  </a:txBody>
                  <a:tcPr marL="91451" marR="91451" marT="45732" marB="457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C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136994"/>
                  </a:ext>
                </a:extLst>
              </a:tr>
              <a:tr h="480112">
                <a:tc>
                  <a:txBody>
                    <a:bodyPr/>
                    <a:lstStyle/>
                    <a:p>
                      <a:pPr algn="ctr"/>
                      <a:endParaRPr lang="es-ES" sz="2400" b="0" dirty="0">
                        <a:solidFill>
                          <a:schemeClr val="tx1"/>
                        </a:solidFill>
                        <a:latin typeface="Trebuchet MS" panose="020B0603020202020204" pitchFamily="34" charset="0"/>
                      </a:endParaRPr>
                    </a:p>
                  </a:txBody>
                  <a:tcPr marL="91451" marR="91451" marT="45732" marB="457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2400" b="0"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rPr>
                        <a:t>08:30</a:t>
                      </a:r>
                    </a:p>
                  </a:txBody>
                  <a:tcPr marL="91451" marR="91451" marT="45732" marB="457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600" b="0"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rPr>
                        <a:t>08:30 | </a:t>
                      </a:r>
                      <a:r>
                        <a:rPr lang="es-ES" sz="1600" b="0">
                          <a:solidFill>
                            <a:srgbClr val="3333FF"/>
                          </a:solidFill>
                          <a:latin typeface="Trebuchet MS" panose="020B0603020202020204" pitchFamily="34" charset="0"/>
                        </a:rPr>
                        <a:t>09:00</a:t>
                      </a:r>
                      <a:endParaRPr lang="es-ES" sz="1600" b="0" dirty="0">
                        <a:solidFill>
                          <a:srgbClr val="3333FF"/>
                        </a:solidFill>
                        <a:latin typeface="Trebuchet MS" panose="020B0603020202020204" pitchFamily="34" charset="0"/>
                      </a:endParaRPr>
                    </a:p>
                  </a:txBody>
                  <a:tcPr marL="91451" marR="91451" marT="45732" marB="457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2400" b="0" dirty="0"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rPr>
                        <a:t>08:30</a:t>
                      </a:r>
                    </a:p>
                  </a:txBody>
                  <a:tcPr marL="91451" marR="91451" marT="45732" marB="457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600" b="0"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rPr>
                        <a:t>08:30 | </a:t>
                      </a:r>
                      <a:r>
                        <a:rPr lang="es-ES" sz="1600" b="0">
                          <a:solidFill>
                            <a:srgbClr val="3333FF"/>
                          </a:solidFill>
                          <a:latin typeface="Trebuchet MS" panose="020B0603020202020204" pitchFamily="34" charset="0"/>
                        </a:rPr>
                        <a:t>09:00</a:t>
                      </a:r>
                      <a:endParaRPr lang="es-ES" sz="1600" b="0" dirty="0">
                        <a:solidFill>
                          <a:schemeClr val="tx1"/>
                        </a:solidFill>
                        <a:latin typeface="Trebuchet MS" panose="020B0603020202020204" pitchFamily="34" charset="0"/>
                      </a:endParaRPr>
                    </a:p>
                  </a:txBody>
                  <a:tcPr marL="91451" marR="91451" marT="45732" marB="457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38288574"/>
                  </a:ext>
                </a:extLst>
              </a:tr>
              <a:tr h="480112">
                <a:tc>
                  <a:txBody>
                    <a:bodyPr/>
                    <a:lstStyle/>
                    <a:p>
                      <a:pPr algn="ctr"/>
                      <a:r>
                        <a:rPr lang="es-ES" sz="2400" b="0" dirty="0"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rPr>
                        <a:t>L1</a:t>
                      </a:r>
                    </a:p>
                  </a:txBody>
                  <a:tcPr marL="91451" marR="91451" marT="45732" marB="457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CC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2400" b="0"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rPr>
                        <a:t>L3</a:t>
                      </a:r>
                      <a:endParaRPr lang="es-ES" sz="2400" b="0" dirty="0">
                        <a:solidFill>
                          <a:schemeClr val="tx1"/>
                        </a:solidFill>
                        <a:latin typeface="Trebuchet MS" panose="020B0603020202020204" pitchFamily="34" charset="0"/>
                      </a:endParaRPr>
                    </a:p>
                  </a:txBody>
                  <a:tcPr marL="91451" marR="91451" marT="45732" marB="457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CC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2400" b="0"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rPr>
                        <a:t>L5</a:t>
                      </a:r>
                      <a:endParaRPr lang="es-ES" sz="2400" b="0" dirty="0">
                        <a:solidFill>
                          <a:schemeClr val="tx1"/>
                        </a:solidFill>
                        <a:latin typeface="Trebuchet MS" panose="020B0603020202020204" pitchFamily="34" charset="0"/>
                      </a:endParaRPr>
                    </a:p>
                  </a:txBody>
                  <a:tcPr marL="91451" marR="91451" marT="45732" marB="457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CC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2400" b="0"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rPr>
                        <a:t>L7</a:t>
                      </a:r>
                      <a:endParaRPr lang="es-ES" sz="2400" b="0" dirty="0">
                        <a:solidFill>
                          <a:schemeClr val="tx1"/>
                        </a:solidFill>
                        <a:latin typeface="Trebuchet MS" panose="020B0603020202020204" pitchFamily="34" charset="0"/>
                      </a:endParaRPr>
                    </a:p>
                  </a:txBody>
                  <a:tcPr marL="91451" marR="91451" marT="45732" marB="457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CC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2400" b="0"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rPr>
                        <a:t>L9 | </a:t>
                      </a:r>
                      <a:r>
                        <a:rPr lang="es-ES" sz="2400" b="0">
                          <a:solidFill>
                            <a:srgbClr val="3333FF"/>
                          </a:solidFill>
                          <a:latin typeface="Trebuchet MS" panose="020B0603020202020204" pitchFamily="34" charset="0"/>
                        </a:rPr>
                        <a:t>A6</a:t>
                      </a:r>
                      <a:endParaRPr lang="es-ES" sz="2400" b="0" dirty="0">
                        <a:solidFill>
                          <a:srgbClr val="3333FF"/>
                        </a:solidFill>
                        <a:latin typeface="Trebuchet MS" panose="020B0603020202020204" pitchFamily="34" charset="0"/>
                      </a:endParaRPr>
                    </a:p>
                  </a:txBody>
                  <a:tcPr marL="91451" marR="91451" marT="45732" marB="457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C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011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2400" b="0" dirty="0"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rPr>
                        <a:t>12:00</a:t>
                      </a:r>
                      <a:endParaRPr lang="es-ES" sz="2400" b="0" dirty="0">
                        <a:solidFill>
                          <a:srgbClr val="FF0000"/>
                        </a:solidFill>
                        <a:latin typeface="Trebuchet MS" panose="020B0603020202020204" pitchFamily="34" charset="0"/>
                      </a:endParaRPr>
                    </a:p>
                  </a:txBody>
                  <a:tcPr marL="91451" marR="91451" marT="45732" marB="457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2400" b="0" dirty="0"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rPr>
                        <a:t>12:00</a:t>
                      </a:r>
                      <a:endParaRPr lang="es-ES" sz="2400" b="0" dirty="0">
                        <a:solidFill>
                          <a:srgbClr val="FF0000"/>
                        </a:solidFill>
                        <a:latin typeface="Trebuchet MS" panose="020B0603020202020204" pitchFamily="34" charset="0"/>
                      </a:endParaRPr>
                    </a:p>
                  </a:txBody>
                  <a:tcPr marL="91451" marR="91451" marT="45732" marB="457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2400" b="0" dirty="0"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rPr>
                        <a:t>12:00</a:t>
                      </a:r>
                      <a:endParaRPr lang="es-ES" sz="2400" b="0" dirty="0">
                        <a:solidFill>
                          <a:srgbClr val="FF0000"/>
                        </a:solidFill>
                        <a:latin typeface="Trebuchet MS" panose="020B0603020202020204" pitchFamily="34" charset="0"/>
                      </a:endParaRPr>
                    </a:p>
                  </a:txBody>
                  <a:tcPr marL="91451" marR="91451" marT="45732" marB="457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2400" b="0" dirty="0"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rPr>
                        <a:t>12:00</a:t>
                      </a:r>
                      <a:endParaRPr lang="es-ES" sz="2400" b="0" dirty="0">
                        <a:solidFill>
                          <a:srgbClr val="FF0000"/>
                        </a:solidFill>
                        <a:latin typeface="Trebuchet MS" panose="020B0603020202020204" pitchFamily="34" charset="0"/>
                      </a:endParaRPr>
                    </a:p>
                  </a:txBody>
                  <a:tcPr marL="91451" marR="91451" marT="45732" marB="457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2400" b="0" dirty="0"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rPr>
                        <a:t>12:00</a:t>
                      </a:r>
                      <a:endParaRPr lang="es-ES" sz="2400" b="0" dirty="0">
                        <a:solidFill>
                          <a:srgbClr val="FF0000"/>
                        </a:solidFill>
                        <a:latin typeface="Trebuchet MS" panose="020B0603020202020204" pitchFamily="34" charset="0"/>
                      </a:endParaRPr>
                    </a:p>
                  </a:txBody>
                  <a:tcPr marL="91451" marR="91451" marT="45732" marB="457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0112">
                <a:tc>
                  <a:txBody>
                    <a:bodyPr/>
                    <a:lstStyle/>
                    <a:p>
                      <a:pPr algn="ctr"/>
                      <a:r>
                        <a:rPr lang="es-ES" sz="2400" b="0"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rPr>
                        <a:t>L2 | </a:t>
                      </a:r>
                      <a:r>
                        <a:rPr lang="es-ES" sz="2400" b="0">
                          <a:solidFill>
                            <a:srgbClr val="3333FF"/>
                          </a:solidFill>
                          <a:latin typeface="Trebuchet MS" panose="020B0603020202020204" pitchFamily="34" charset="0"/>
                        </a:rPr>
                        <a:t>A1</a:t>
                      </a:r>
                      <a:endParaRPr lang="es-ES" sz="2400" b="0" dirty="0">
                        <a:solidFill>
                          <a:srgbClr val="3333FF"/>
                        </a:solidFill>
                        <a:latin typeface="Trebuchet MS" panose="020B0603020202020204" pitchFamily="34" charset="0"/>
                      </a:endParaRPr>
                    </a:p>
                  </a:txBody>
                  <a:tcPr marL="91451" marR="91451" marT="45732" marB="457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CC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2400" b="0"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rPr>
                        <a:t>L4 | </a:t>
                      </a:r>
                      <a:r>
                        <a:rPr lang="es-ES" sz="2400" b="0">
                          <a:solidFill>
                            <a:srgbClr val="3333FF"/>
                          </a:solidFill>
                          <a:latin typeface="Trebuchet MS" panose="020B0603020202020204" pitchFamily="34" charset="0"/>
                        </a:rPr>
                        <a:t>A2</a:t>
                      </a:r>
                      <a:endParaRPr lang="es-ES" sz="2400" b="0" dirty="0">
                        <a:solidFill>
                          <a:srgbClr val="3333FF"/>
                        </a:solidFill>
                        <a:latin typeface="Trebuchet MS" panose="020B0603020202020204" pitchFamily="34" charset="0"/>
                      </a:endParaRPr>
                    </a:p>
                  </a:txBody>
                  <a:tcPr marL="91451" marR="91451" marT="45732" marB="457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CC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2400" b="0"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rPr>
                        <a:t>L6 | </a:t>
                      </a:r>
                      <a:r>
                        <a:rPr lang="es-ES" sz="2400" b="0">
                          <a:solidFill>
                            <a:srgbClr val="3333FF"/>
                          </a:solidFill>
                          <a:latin typeface="Trebuchet MS" panose="020B0603020202020204" pitchFamily="34" charset="0"/>
                        </a:rPr>
                        <a:t>A3</a:t>
                      </a:r>
                      <a:endParaRPr lang="es-ES" sz="2400" b="0" dirty="0">
                        <a:solidFill>
                          <a:srgbClr val="3333FF"/>
                        </a:solidFill>
                        <a:latin typeface="Trebuchet MS" panose="020B0603020202020204" pitchFamily="34" charset="0"/>
                      </a:endParaRPr>
                    </a:p>
                  </a:txBody>
                  <a:tcPr marL="91451" marR="91451" marT="45732" marB="457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CC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2400" b="0"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rPr>
                        <a:t>L8 | </a:t>
                      </a:r>
                      <a:r>
                        <a:rPr lang="es-ES" sz="2400" b="0">
                          <a:solidFill>
                            <a:srgbClr val="3333FF"/>
                          </a:solidFill>
                          <a:latin typeface="Trebuchet MS" panose="020B0603020202020204" pitchFamily="34" charset="0"/>
                        </a:rPr>
                        <a:t>A4</a:t>
                      </a:r>
                      <a:endParaRPr lang="es-ES" sz="2400" b="0" dirty="0">
                        <a:solidFill>
                          <a:srgbClr val="3333FF"/>
                        </a:solidFill>
                        <a:latin typeface="Trebuchet MS" panose="020B0603020202020204" pitchFamily="34" charset="0"/>
                      </a:endParaRPr>
                    </a:p>
                  </a:txBody>
                  <a:tcPr marL="91451" marR="91451" marT="45732" marB="457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CC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2400" b="0"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rPr>
                        <a:t>L10 | </a:t>
                      </a:r>
                      <a:r>
                        <a:rPr lang="es-ES" sz="2400" b="0">
                          <a:solidFill>
                            <a:srgbClr val="3333FF"/>
                          </a:solidFill>
                          <a:latin typeface="Trebuchet MS" panose="020B0603020202020204" pitchFamily="34" charset="0"/>
                        </a:rPr>
                        <a:t>A5</a:t>
                      </a:r>
                      <a:endParaRPr lang="es-ES" sz="2400" b="0" dirty="0">
                        <a:solidFill>
                          <a:srgbClr val="3333FF"/>
                        </a:solidFill>
                        <a:latin typeface="Trebuchet MS" panose="020B0603020202020204" pitchFamily="34" charset="0"/>
                      </a:endParaRPr>
                    </a:p>
                  </a:txBody>
                  <a:tcPr marL="91451" marR="91451" marT="45732" marB="457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C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011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2400" b="0" dirty="0"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rPr>
                        <a:t>16:00</a:t>
                      </a:r>
                    </a:p>
                  </a:txBody>
                  <a:tcPr marL="91451" marR="91451" marT="45732" marB="457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2400" b="0" dirty="0"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rPr>
                        <a:t>16:00</a:t>
                      </a:r>
                    </a:p>
                  </a:txBody>
                  <a:tcPr marL="91451" marR="91451" marT="45732" marB="457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2400" b="0" dirty="0"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rPr>
                        <a:t>16:00</a:t>
                      </a:r>
                    </a:p>
                  </a:txBody>
                  <a:tcPr marL="91451" marR="91451" marT="45732" marB="457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2400" b="0" dirty="0"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rPr>
                        <a:t>16:00</a:t>
                      </a:r>
                    </a:p>
                  </a:txBody>
                  <a:tcPr marL="91451" marR="91451" marT="45732" marB="457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2400" b="0" dirty="0"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rPr>
                        <a:t>16:00</a:t>
                      </a:r>
                    </a:p>
                  </a:txBody>
                  <a:tcPr marL="91451" marR="91451" marT="45732" marB="457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80112">
                <a:tc gridSpan="5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2400" b="0" dirty="0"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rPr>
                        <a:t>GRUPO CONVALIDAR</a:t>
                      </a:r>
                    </a:p>
                  </a:txBody>
                  <a:tcPr marL="91451" marR="91451" marT="45732" marB="457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CCFF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s-ES" sz="2400" b="0" dirty="0">
                        <a:solidFill>
                          <a:schemeClr val="tx1"/>
                        </a:solidFill>
                        <a:latin typeface="Trebuchet MS" panose="020B0603020202020204" pitchFamily="34" charset="0"/>
                      </a:endParaRPr>
                    </a:p>
                  </a:txBody>
                  <a:tcPr marL="91451" marR="91451" marT="45732" marB="457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CCFF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s-ES" sz="2400" b="0" dirty="0">
                        <a:solidFill>
                          <a:schemeClr val="tx1"/>
                        </a:solidFill>
                        <a:latin typeface="Trebuchet MS" panose="020B0603020202020204" pitchFamily="34" charset="0"/>
                      </a:endParaRPr>
                    </a:p>
                  </a:txBody>
                  <a:tcPr marL="91451" marR="91451" marT="45732" marB="457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CCFF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s-ES" sz="2400" b="0" dirty="0">
                        <a:solidFill>
                          <a:schemeClr val="tx1"/>
                        </a:solidFill>
                        <a:latin typeface="Trebuchet MS" panose="020B0603020202020204" pitchFamily="34" charset="0"/>
                      </a:endParaRPr>
                    </a:p>
                  </a:txBody>
                  <a:tcPr marL="91451" marR="91451" marT="45732" marB="457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CCFF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s-ES" sz="2400" b="0" dirty="0">
                        <a:solidFill>
                          <a:schemeClr val="tx1"/>
                        </a:solidFill>
                        <a:latin typeface="Trebuchet MS" panose="020B0603020202020204" pitchFamily="34" charset="0"/>
                      </a:endParaRPr>
                    </a:p>
                  </a:txBody>
                  <a:tcPr marL="91451" marR="91451" marT="45732" marB="457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C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0017154"/>
                  </a:ext>
                </a:extLst>
              </a:tr>
            </a:tbl>
          </a:graphicData>
        </a:graphic>
      </p:graphicFrame>
      <p:sp>
        <p:nvSpPr>
          <p:cNvPr id="11" name="Text Box 2"/>
          <p:cNvSpPr txBox="1">
            <a:spLocks noChangeArrowheads="1"/>
          </p:cNvSpPr>
          <p:nvPr/>
        </p:nvSpPr>
        <p:spPr bwMode="auto">
          <a:xfrm>
            <a:off x="4762114" y="345860"/>
            <a:ext cx="4073525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s-ES" sz="2000">
                <a:solidFill>
                  <a:schemeClr val="accent2"/>
                </a:solidFill>
                <a:latin typeface="Trebuchet MS" panose="020B0603020202020204" pitchFamily="34" charset="0"/>
              </a:rPr>
              <a:t>METODOLOGÍA DE LA ASIGNATURA</a:t>
            </a:r>
          </a:p>
        </p:txBody>
      </p:sp>
      <p:sp>
        <p:nvSpPr>
          <p:cNvPr id="7" name="Text Box 60">
            <a:extLst>
              <a:ext uri="{FF2B5EF4-FFF2-40B4-BE49-F238E27FC236}">
                <a16:creationId xmlns:a16="http://schemas.microsoft.com/office/drawing/2014/main" id="{7C0FA9A2-790E-FD15-EE9B-D78913DEB36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39033" y="5560544"/>
            <a:ext cx="7610333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s-ES" sz="2400">
                <a:solidFill>
                  <a:srgbClr val="FF0000"/>
                </a:solidFill>
                <a:latin typeface="Trebuchet MS" panose="020B0603020202020204" pitchFamily="34" charset="0"/>
                <a:sym typeface="Symbol" panose="05050102010706020507" pitchFamily="18" charset="2"/>
              </a:rPr>
              <a:t>Hay </a:t>
            </a:r>
            <a:r>
              <a:rPr lang="es-ES" sz="2400" dirty="0">
                <a:solidFill>
                  <a:srgbClr val="FF0000"/>
                </a:solidFill>
                <a:latin typeface="Trebuchet MS" panose="020B0603020202020204" pitchFamily="34" charset="0"/>
                <a:sym typeface="Symbol" panose="05050102010706020507" pitchFamily="18" charset="2"/>
              </a:rPr>
              <a:t>que apuntarse a uno </a:t>
            </a:r>
            <a:r>
              <a:rPr lang="es-ES" sz="2400">
                <a:solidFill>
                  <a:srgbClr val="FF0000"/>
                </a:solidFill>
                <a:latin typeface="Trebuchet MS" panose="020B0603020202020204" pitchFamily="34" charset="0"/>
                <a:sym typeface="Symbol" panose="05050102010706020507" pitchFamily="18" charset="2"/>
              </a:rPr>
              <a:t>en Moodle del 17/9 a las</a:t>
            </a:r>
            <a:endParaRPr lang="es-ES" sz="2400" dirty="0">
              <a:solidFill>
                <a:srgbClr val="FF0000"/>
              </a:solidFill>
              <a:latin typeface="Trebuchet MS" panose="020B0603020202020204" pitchFamily="34" charset="0"/>
              <a:sym typeface="Symbol" panose="05050102010706020507" pitchFamily="18" charset="2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s-ES" sz="2400">
                <a:solidFill>
                  <a:srgbClr val="FF0000"/>
                </a:solidFill>
                <a:latin typeface="Trebuchet MS" panose="020B0603020202020204" pitchFamily="34" charset="0"/>
                <a:sym typeface="Symbol" panose="05050102010706020507" pitchFamily="18" charset="2"/>
              </a:rPr>
              <a:t>  12 (T2), o 18/9 a las 16 (T1 y T3), al 11/10 a las 12</a:t>
            </a:r>
            <a:endParaRPr lang="es-ES" sz="2400" dirty="0">
              <a:solidFill>
                <a:srgbClr val="FF0000"/>
              </a:solidFill>
              <a:latin typeface="Trebuchet MS" panose="020B0603020202020204" pitchFamily="34" charset="0"/>
              <a:sym typeface="Symbol" panose="05050102010706020507" pitchFamily="18" charset="2"/>
            </a:endParaRPr>
          </a:p>
        </p:txBody>
      </p:sp>
      <p:sp>
        <p:nvSpPr>
          <p:cNvPr id="3" name="Forma libre: forma 2">
            <a:extLst>
              <a:ext uri="{FF2B5EF4-FFF2-40B4-BE49-F238E27FC236}">
                <a16:creationId xmlns:a16="http://schemas.microsoft.com/office/drawing/2014/main" id="{AD4DC063-8028-36D1-3405-0BC9D6664986}"/>
              </a:ext>
            </a:extLst>
          </p:cNvPr>
          <p:cNvSpPr/>
          <p:nvPr/>
        </p:nvSpPr>
        <p:spPr bwMode="auto">
          <a:xfrm>
            <a:off x="1256044" y="2903974"/>
            <a:ext cx="7385538" cy="1959428"/>
          </a:xfrm>
          <a:custGeom>
            <a:avLst/>
            <a:gdLst>
              <a:gd name="connsiteX0" fmla="*/ 0 w 7385538"/>
              <a:gd name="connsiteY0" fmla="*/ 0 h 1959428"/>
              <a:gd name="connsiteX1" fmla="*/ 7385538 w 7385538"/>
              <a:gd name="connsiteY1" fmla="*/ 30145 h 1959428"/>
              <a:gd name="connsiteX2" fmla="*/ 7375490 w 7385538"/>
              <a:gd name="connsiteY2" fmla="*/ 964641 h 1959428"/>
              <a:gd name="connsiteX3" fmla="*/ 5908431 w 7385538"/>
              <a:gd name="connsiteY3" fmla="*/ 974690 h 1959428"/>
              <a:gd name="connsiteX4" fmla="*/ 5908431 w 7385538"/>
              <a:gd name="connsiteY4" fmla="*/ 1959428 h 1959428"/>
              <a:gd name="connsiteX5" fmla="*/ 0 w 7385538"/>
              <a:gd name="connsiteY5" fmla="*/ 1949380 h 1959428"/>
              <a:gd name="connsiteX6" fmla="*/ 0 w 7385538"/>
              <a:gd name="connsiteY6" fmla="*/ 0 h 19594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7385538" h="1959428">
                <a:moveTo>
                  <a:pt x="0" y="0"/>
                </a:moveTo>
                <a:lnTo>
                  <a:pt x="7385538" y="30145"/>
                </a:lnTo>
                <a:lnTo>
                  <a:pt x="7375490" y="964641"/>
                </a:lnTo>
                <a:lnTo>
                  <a:pt x="5908431" y="974690"/>
                </a:lnTo>
                <a:lnTo>
                  <a:pt x="5908431" y="1959428"/>
                </a:lnTo>
                <a:lnTo>
                  <a:pt x="0" y="1949380"/>
                </a:lnTo>
                <a:lnTo>
                  <a:pt x="0" y="0"/>
                </a:lnTo>
                <a:close/>
              </a:path>
            </a:pathLst>
          </a:custGeom>
          <a:noFill/>
          <a:ln w="762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rebuchet MS" panose="020B0603020202020204" pitchFamily="34" charset="0"/>
            </a:endParaRP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566ADDB4-CBDA-355C-445E-A1AD5D4770E2}"/>
              </a:ext>
            </a:extLst>
          </p:cNvPr>
          <p:cNvSpPr/>
          <p:nvPr/>
        </p:nvSpPr>
        <p:spPr bwMode="auto">
          <a:xfrm>
            <a:off x="5672831" y="1973179"/>
            <a:ext cx="2951404" cy="943276"/>
          </a:xfrm>
          <a:prstGeom prst="rect">
            <a:avLst/>
          </a:prstGeom>
          <a:noFill/>
          <a:ln w="762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rebuchet MS" panose="020B0603020202020204" pitchFamily="34" charset="0"/>
            </a:endParaRP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90ECD42A-9266-B4B9-0DBB-643CA495AFE8}"/>
              </a:ext>
            </a:extLst>
          </p:cNvPr>
          <p:cNvSpPr/>
          <p:nvPr/>
        </p:nvSpPr>
        <p:spPr bwMode="auto">
          <a:xfrm>
            <a:off x="7161195" y="3893421"/>
            <a:ext cx="1453415" cy="943276"/>
          </a:xfrm>
          <a:prstGeom prst="rect">
            <a:avLst/>
          </a:prstGeom>
          <a:noFill/>
          <a:ln w="762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rebuchet MS" panose="020B0603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252548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92" name="Text Box 55"/>
          <p:cNvSpPr txBox="1">
            <a:spLocks noChangeArrowheads="1"/>
          </p:cNvSpPr>
          <p:nvPr/>
        </p:nvSpPr>
        <p:spPr bwMode="auto">
          <a:xfrm>
            <a:off x="1264159" y="788159"/>
            <a:ext cx="7360077" cy="514738"/>
          </a:xfrm>
          <a:prstGeom prst="rect">
            <a:avLst/>
          </a:prstGeom>
          <a:solidFill>
            <a:srgbClr val="99CCFF"/>
          </a:solidFill>
          <a:ln>
            <a:noFill/>
          </a:ln>
          <a:effectLst/>
        </p:spPr>
        <p:txBody>
          <a:bodyPr wrap="square" lIns="108000" tIns="72000" rIns="108000" bIns="72000" anchor="ctr" anchorCtr="1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s-ES" sz="2400">
                <a:latin typeface="Trebuchet MS" panose="020B0603020202020204" pitchFamily="34" charset="0"/>
              </a:rPr>
              <a:t>GRUPOS DE LABORATORIO (L) Y DE AULA (A)</a:t>
            </a:r>
          </a:p>
        </p:txBody>
      </p:sp>
      <p:graphicFrame>
        <p:nvGraphicFramePr>
          <p:cNvPr id="2" name="Tabla 1"/>
          <p:cNvGraphicFramePr>
            <a:graphicFrameLocks noGrp="1"/>
          </p:cNvGraphicFramePr>
          <p:nvPr/>
        </p:nvGraphicFramePr>
        <p:xfrm>
          <a:off x="1271324" y="1492174"/>
          <a:ext cx="7360075" cy="3840896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472015">
                  <a:extLst>
                    <a:ext uri="{9D8B030D-6E8A-4147-A177-3AD203B41FA5}">
                      <a16:colId xmlns:a16="http://schemas.microsoft.com/office/drawing/2014/main" val="3599349372"/>
                    </a:ext>
                  </a:extLst>
                </a:gridCol>
                <a:gridCol w="147201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7201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7201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7201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80112">
                <a:tc>
                  <a:txBody>
                    <a:bodyPr/>
                    <a:lstStyle/>
                    <a:p>
                      <a:pPr algn="ctr"/>
                      <a:r>
                        <a:rPr lang="es-ES" sz="2400" b="0" dirty="0"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rPr>
                        <a:t>Lunes</a:t>
                      </a:r>
                    </a:p>
                  </a:txBody>
                  <a:tcPr marL="91451" marR="91451" marT="45732" marB="457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1BD6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2400" b="0" dirty="0"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rPr>
                        <a:t>Martes</a:t>
                      </a:r>
                    </a:p>
                  </a:txBody>
                  <a:tcPr marL="91451" marR="91451" marT="45732" marB="457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1BD6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2400" b="0" dirty="0"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rPr>
                        <a:t>Miércoles</a:t>
                      </a:r>
                    </a:p>
                  </a:txBody>
                  <a:tcPr marL="91451" marR="91451" marT="45732" marB="457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1BD6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2400" b="0" dirty="0"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rPr>
                        <a:t>Jueves</a:t>
                      </a:r>
                    </a:p>
                  </a:txBody>
                  <a:tcPr marL="91451" marR="91451" marT="45732" marB="457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1BD6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2400" b="0" dirty="0"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rPr>
                        <a:t>Viernes</a:t>
                      </a:r>
                    </a:p>
                  </a:txBody>
                  <a:tcPr marL="91451" marR="91451" marT="45732" marB="457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1BD6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24866033"/>
                  </a:ext>
                </a:extLst>
              </a:tr>
              <a:tr h="480112">
                <a:tc>
                  <a:txBody>
                    <a:bodyPr/>
                    <a:lstStyle/>
                    <a:p>
                      <a:pPr algn="ctr"/>
                      <a:endParaRPr lang="es-ES" sz="2400" b="0" dirty="0">
                        <a:solidFill>
                          <a:schemeClr val="tx1"/>
                        </a:solidFill>
                        <a:latin typeface="Trebuchet MS" panose="020B0603020202020204" pitchFamily="34" charset="0"/>
                      </a:endParaRPr>
                    </a:p>
                  </a:txBody>
                  <a:tcPr marL="91451" marR="91451" marT="45732" marB="457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2400" b="0"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rPr>
                        <a:t>L11</a:t>
                      </a:r>
                      <a:endParaRPr lang="es-ES" sz="2400" b="0" dirty="0">
                        <a:solidFill>
                          <a:schemeClr val="tx1"/>
                        </a:solidFill>
                        <a:latin typeface="Trebuchet MS" panose="020B0603020202020204" pitchFamily="34" charset="0"/>
                      </a:endParaRPr>
                    </a:p>
                  </a:txBody>
                  <a:tcPr marL="91451" marR="91451" marT="45732" marB="457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CC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2400" b="0"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rPr>
                        <a:t>L12 | </a:t>
                      </a:r>
                      <a:r>
                        <a:rPr lang="es-ES" sz="2400" b="0">
                          <a:solidFill>
                            <a:srgbClr val="3333FF"/>
                          </a:solidFill>
                          <a:latin typeface="Trebuchet MS" panose="020B0603020202020204" pitchFamily="34" charset="0"/>
                        </a:rPr>
                        <a:t>A8</a:t>
                      </a:r>
                      <a:endParaRPr lang="es-ES" sz="2400" b="0" dirty="0">
                        <a:solidFill>
                          <a:srgbClr val="3333FF"/>
                        </a:solidFill>
                        <a:latin typeface="Trebuchet MS" panose="020B0603020202020204" pitchFamily="34" charset="0"/>
                      </a:endParaRPr>
                    </a:p>
                  </a:txBody>
                  <a:tcPr marL="91451" marR="91451" marT="45732" marB="457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CC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2400" b="0"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rPr>
                        <a:t>L13</a:t>
                      </a:r>
                      <a:endParaRPr lang="es-ES" sz="2400" b="0" dirty="0">
                        <a:solidFill>
                          <a:srgbClr val="3333FF"/>
                        </a:solidFill>
                        <a:latin typeface="Trebuchet MS" panose="020B0603020202020204" pitchFamily="34" charset="0"/>
                      </a:endParaRPr>
                    </a:p>
                  </a:txBody>
                  <a:tcPr marL="91451" marR="91451" marT="45732" marB="457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CC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2400" b="0"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rPr>
                        <a:t>L14 </a:t>
                      </a:r>
                      <a:r>
                        <a:rPr lang="es-ES" sz="2400" b="0" dirty="0"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rPr>
                        <a:t>| </a:t>
                      </a:r>
                      <a:r>
                        <a:rPr lang="es-ES" sz="2400" b="0" dirty="0">
                          <a:solidFill>
                            <a:srgbClr val="3333FF"/>
                          </a:solidFill>
                          <a:latin typeface="Trebuchet MS" panose="020B0603020202020204" pitchFamily="34" charset="0"/>
                        </a:rPr>
                        <a:t>A7</a:t>
                      </a:r>
                    </a:p>
                  </a:txBody>
                  <a:tcPr marL="91451" marR="91451" marT="45732" marB="457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C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136994"/>
                  </a:ext>
                </a:extLst>
              </a:tr>
              <a:tr h="480112">
                <a:tc>
                  <a:txBody>
                    <a:bodyPr/>
                    <a:lstStyle/>
                    <a:p>
                      <a:pPr algn="ctr"/>
                      <a:endParaRPr lang="es-ES" sz="2400" b="0" dirty="0">
                        <a:solidFill>
                          <a:schemeClr val="tx1"/>
                        </a:solidFill>
                        <a:latin typeface="Trebuchet MS" panose="020B0603020202020204" pitchFamily="34" charset="0"/>
                      </a:endParaRPr>
                    </a:p>
                  </a:txBody>
                  <a:tcPr marL="91451" marR="91451" marT="45732" marB="457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2400" b="0"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rPr>
                        <a:t>08:30</a:t>
                      </a:r>
                    </a:p>
                  </a:txBody>
                  <a:tcPr marL="91451" marR="91451" marT="45732" marB="457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600" b="0"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rPr>
                        <a:t>08:30 | </a:t>
                      </a:r>
                      <a:r>
                        <a:rPr lang="es-ES" sz="1600" b="0">
                          <a:solidFill>
                            <a:srgbClr val="3333FF"/>
                          </a:solidFill>
                          <a:latin typeface="Trebuchet MS" panose="020B0603020202020204" pitchFamily="34" charset="0"/>
                        </a:rPr>
                        <a:t>09:00</a:t>
                      </a:r>
                      <a:endParaRPr lang="es-ES" sz="1600" b="0" dirty="0">
                        <a:solidFill>
                          <a:srgbClr val="3333FF"/>
                        </a:solidFill>
                        <a:latin typeface="Trebuchet MS" panose="020B0603020202020204" pitchFamily="34" charset="0"/>
                      </a:endParaRPr>
                    </a:p>
                  </a:txBody>
                  <a:tcPr marL="91451" marR="91451" marT="45732" marB="457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2400" b="0" dirty="0"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rPr>
                        <a:t>08:30</a:t>
                      </a:r>
                    </a:p>
                  </a:txBody>
                  <a:tcPr marL="91451" marR="91451" marT="45732" marB="457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600" b="0"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rPr>
                        <a:t>08:30 | </a:t>
                      </a:r>
                      <a:r>
                        <a:rPr lang="es-ES" sz="1600" b="0">
                          <a:solidFill>
                            <a:srgbClr val="3333FF"/>
                          </a:solidFill>
                          <a:latin typeface="Trebuchet MS" panose="020B0603020202020204" pitchFamily="34" charset="0"/>
                        </a:rPr>
                        <a:t>09:00</a:t>
                      </a:r>
                      <a:endParaRPr lang="es-ES" sz="1600" b="0" dirty="0">
                        <a:solidFill>
                          <a:schemeClr val="tx1"/>
                        </a:solidFill>
                        <a:latin typeface="Trebuchet MS" panose="020B0603020202020204" pitchFamily="34" charset="0"/>
                      </a:endParaRPr>
                    </a:p>
                  </a:txBody>
                  <a:tcPr marL="91451" marR="91451" marT="45732" marB="457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38288574"/>
                  </a:ext>
                </a:extLst>
              </a:tr>
              <a:tr h="480112">
                <a:tc>
                  <a:txBody>
                    <a:bodyPr/>
                    <a:lstStyle/>
                    <a:p>
                      <a:pPr algn="ctr"/>
                      <a:r>
                        <a:rPr lang="es-ES" sz="2400" b="0" dirty="0"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rPr>
                        <a:t>L1</a:t>
                      </a:r>
                    </a:p>
                  </a:txBody>
                  <a:tcPr marL="91451" marR="91451" marT="45732" marB="457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CC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2400" b="0"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rPr>
                        <a:t>L3</a:t>
                      </a:r>
                      <a:endParaRPr lang="es-ES" sz="2400" b="0" dirty="0">
                        <a:solidFill>
                          <a:schemeClr val="tx1"/>
                        </a:solidFill>
                        <a:latin typeface="Trebuchet MS" panose="020B0603020202020204" pitchFamily="34" charset="0"/>
                      </a:endParaRPr>
                    </a:p>
                  </a:txBody>
                  <a:tcPr marL="91451" marR="91451" marT="45732" marB="457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CC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2400" b="0"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rPr>
                        <a:t>L5</a:t>
                      </a:r>
                      <a:endParaRPr lang="es-ES" sz="2400" b="0" dirty="0">
                        <a:solidFill>
                          <a:schemeClr val="tx1"/>
                        </a:solidFill>
                        <a:latin typeface="Trebuchet MS" panose="020B0603020202020204" pitchFamily="34" charset="0"/>
                      </a:endParaRPr>
                    </a:p>
                  </a:txBody>
                  <a:tcPr marL="91451" marR="91451" marT="45732" marB="457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CC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2400" b="0"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rPr>
                        <a:t>L7</a:t>
                      </a:r>
                      <a:endParaRPr lang="es-ES" sz="2400" b="0" dirty="0">
                        <a:solidFill>
                          <a:schemeClr val="tx1"/>
                        </a:solidFill>
                        <a:latin typeface="Trebuchet MS" panose="020B0603020202020204" pitchFamily="34" charset="0"/>
                      </a:endParaRPr>
                    </a:p>
                  </a:txBody>
                  <a:tcPr marL="91451" marR="91451" marT="45732" marB="457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CC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2400" b="0"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rPr>
                        <a:t>L9 | </a:t>
                      </a:r>
                      <a:r>
                        <a:rPr lang="es-ES" sz="2400" b="0">
                          <a:solidFill>
                            <a:srgbClr val="3333FF"/>
                          </a:solidFill>
                          <a:latin typeface="Trebuchet MS" panose="020B0603020202020204" pitchFamily="34" charset="0"/>
                        </a:rPr>
                        <a:t>A6</a:t>
                      </a:r>
                      <a:endParaRPr lang="es-ES" sz="2400" b="0" dirty="0">
                        <a:solidFill>
                          <a:srgbClr val="3333FF"/>
                        </a:solidFill>
                        <a:latin typeface="Trebuchet MS" panose="020B0603020202020204" pitchFamily="34" charset="0"/>
                      </a:endParaRPr>
                    </a:p>
                  </a:txBody>
                  <a:tcPr marL="91451" marR="91451" marT="45732" marB="457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C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011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2400" b="0" dirty="0"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rPr>
                        <a:t>12:00</a:t>
                      </a:r>
                      <a:endParaRPr lang="es-ES" sz="2400" b="0" dirty="0">
                        <a:solidFill>
                          <a:srgbClr val="FF0000"/>
                        </a:solidFill>
                        <a:latin typeface="Trebuchet MS" panose="020B0603020202020204" pitchFamily="34" charset="0"/>
                      </a:endParaRPr>
                    </a:p>
                  </a:txBody>
                  <a:tcPr marL="91451" marR="91451" marT="45732" marB="457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2400" b="0" dirty="0"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rPr>
                        <a:t>12:00</a:t>
                      </a:r>
                      <a:endParaRPr lang="es-ES" sz="2400" b="0" dirty="0">
                        <a:solidFill>
                          <a:srgbClr val="FF0000"/>
                        </a:solidFill>
                        <a:latin typeface="Trebuchet MS" panose="020B0603020202020204" pitchFamily="34" charset="0"/>
                      </a:endParaRPr>
                    </a:p>
                  </a:txBody>
                  <a:tcPr marL="91451" marR="91451" marT="45732" marB="457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2400" b="0" dirty="0"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rPr>
                        <a:t>12:00</a:t>
                      </a:r>
                      <a:endParaRPr lang="es-ES" sz="2400" b="0" dirty="0">
                        <a:solidFill>
                          <a:srgbClr val="FF0000"/>
                        </a:solidFill>
                        <a:latin typeface="Trebuchet MS" panose="020B0603020202020204" pitchFamily="34" charset="0"/>
                      </a:endParaRPr>
                    </a:p>
                  </a:txBody>
                  <a:tcPr marL="91451" marR="91451" marT="45732" marB="457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2400" b="0" dirty="0"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rPr>
                        <a:t>12:00</a:t>
                      </a:r>
                      <a:endParaRPr lang="es-ES" sz="2400" b="0" dirty="0">
                        <a:solidFill>
                          <a:srgbClr val="FF0000"/>
                        </a:solidFill>
                        <a:latin typeface="Trebuchet MS" panose="020B0603020202020204" pitchFamily="34" charset="0"/>
                      </a:endParaRPr>
                    </a:p>
                  </a:txBody>
                  <a:tcPr marL="91451" marR="91451" marT="45732" marB="457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2400" b="0" dirty="0"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rPr>
                        <a:t>12:00</a:t>
                      </a:r>
                      <a:endParaRPr lang="es-ES" sz="2400" b="0" dirty="0">
                        <a:solidFill>
                          <a:srgbClr val="FF0000"/>
                        </a:solidFill>
                        <a:latin typeface="Trebuchet MS" panose="020B0603020202020204" pitchFamily="34" charset="0"/>
                      </a:endParaRPr>
                    </a:p>
                  </a:txBody>
                  <a:tcPr marL="91451" marR="91451" marT="45732" marB="457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0112">
                <a:tc>
                  <a:txBody>
                    <a:bodyPr/>
                    <a:lstStyle/>
                    <a:p>
                      <a:pPr algn="ctr"/>
                      <a:r>
                        <a:rPr lang="es-ES" sz="2400" b="0"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rPr>
                        <a:t>L2 | </a:t>
                      </a:r>
                      <a:r>
                        <a:rPr lang="es-ES" sz="2400" b="0">
                          <a:solidFill>
                            <a:srgbClr val="3333FF"/>
                          </a:solidFill>
                          <a:latin typeface="Trebuchet MS" panose="020B0603020202020204" pitchFamily="34" charset="0"/>
                        </a:rPr>
                        <a:t>A1</a:t>
                      </a:r>
                      <a:endParaRPr lang="es-ES" sz="2400" b="0" dirty="0">
                        <a:solidFill>
                          <a:srgbClr val="3333FF"/>
                        </a:solidFill>
                        <a:latin typeface="Trebuchet MS" panose="020B0603020202020204" pitchFamily="34" charset="0"/>
                      </a:endParaRPr>
                    </a:p>
                  </a:txBody>
                  <a:tcPr marL="91451" marR="91451" marT="45732" marB="457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CC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2400" b="0"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rPr>
                        <a:t>L4 | </a:t>
                      </a:r>
                      <a:r>
                        <a:rPr lang="es-ES" sz="2400" b="0">
                          <a:solidFill>
                            <a:srgbClr val="3333FF"/>
                          </a:solidFill>
                          <a:latin typeface="Trebuchet MS" panose="020B0603020202020204" pitchFamily="34" charset="0"/>
                        </a:rPr>
                        <a:t>A2</a:t>
                      </a:r>
                      <a:endParaRPr lang="es-ES" sz="2400" b="0" dirty="0">
                        <a:solidFill>
                          <a:srgbClr val="3333FF"/>
                        </a:solidFill>
                        <a:latin typeface="Trebuchet MS" panose="020B0603020202020204" pitchFamily="34" charset="0"/>
                      </a:endParaRPr>
                    </a:p>
                  </a:txBody>
                  <a:tcPr marL="91451" marR="91451" marT="45732" marB="457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CC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2400" b="0"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rPr>
                        <a:t>L6 | </a:t>
                      </a:r>
                      <a:r>
                        <a:rPr lang="es-ES" sz="2400" b="0">
                          <a:solidFill>
                            <a:srgbClr val="3333FF"/>
                          </a:solidFill>
                          <a:latin typeface="Trebuchet MS" panose="020B0603020202020204" pitchFamily="34" charset="0"/>
                        </a:rPr>
                        <a:t>A3</a:t>
                      </a:r>
                      <a:endParaRPr lang="es-ES" sz="2400" b="0" dirty="0">
                        <a:solidFill>
                          <a:srgbClr val="3333FF"/>
                        </a:solidFill>
                        <a:latin typeface="Trebuchet MS" panose="020B0603020202020204" pitchFamily="34" charset="0"/>
                      </a:endParaRPr>
                    </a:p>
                  </a:txBody>
                  <a:tcPr marL="91451" marR="91451" marT="45732" marB="457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CC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2400" b="0"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rPr>
                        <a:t>L8 | </a:t>
                      </a:r>
                      <a:r>
                        <a:rPr lang="es-ES" sz="2400" b="0">
                          <a:solidFill>
                            <a:srgbClr val="3333FF"/>
                          </a:solidFill>
                          <a:latin typeface="Trebuchet MS" panose="020B0603020202020204" pitchFamily="34" charset="0"/>
                        </a:rPr>
                        <a:t>A4</a:t>
                      </a:r>
                      <a:endParaRPr lang="es-ES" sz="2400" b="0" dirty="0">
                        <a:solidFill>
                          <a:srgbClr val="3333FF"/>
                        </a:solidFill>
                        <a:latin typeface="Trebuchet MS" panose="020B0603020202020204" pitchFamily="34" charset="0"/>
                      </a:endParaRPr>
                    </a:p>
                  </a:txBody>
                  <a:tcPr marL="91451" marR="91451" marT="45732" marB="457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CC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2400" b="0"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rPr>
                        <a:t>L10 | </a:t>
                      </a:r>
                      <a:r>
                        <a:rPr lang="es-ES" sz="2400" b="0">
                          <a:solidFill>
                            <a:srgbClr val="3333FF"/>
                          </a:solidFill>
                          <a:latin typeface="Trebuchet MS" panose="020B0603020202020204" pitchFamily="34" charset="0"/>
                        </a:rPr>
                        <a:t>A5</a:t>
                      </a:r>
                      <a:endParaRPr lang="es-ES" sz="2400" b="0" dirty="0">
                        <a:solidFill>
                          <a:srgbClr val="3333FF"/>
                        </a:solidFill>
                        <a:latin typeface="Trebuchet MS" panose="020B0603020202020204" pitchFamily="34" charset="0"/>
                      </a:endParaRPr>
                    </a:p>
                  </a:txBody>
                  <a:tcPr marL="91451" marR="91451" marT="45732" marB="457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C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011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2400" b="0" dirty="0"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rPr>
                        <a:t>16:00</a:t>
                      </a:r>
                    </a:p>
                  </a:txBody>
                  <a:tcPr marL="91451" marR="91451" marT="45732" marB="457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2400" b="0" dirty="0"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rPr>
                        <a:t>16:00</a:t>
                      </a:r>
                    </a:p>
                  </a:txBody>
                  <a:tcPr marL="91451" marR="91451" marT="45732" marB="457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2400" b="0" dirty="0"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rPr>
                        <a:t>16:00</a:t>
                      </a:r>
                    </a:p>
                  </a:txBody>
                  <a:tcPr marL="91451" marR="91451" marT="45732" marB="457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2400" b="0" dirty="0"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rPr>
                        <a:t>16:00</a:t>
                      </a:r>
                    </a:p>
                  </a:txBody>
                  <a:tcPr marL="91451" marR="91451" marT="45732" marB="457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2400" b="0" dirty="0"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rPr>
                        <a:t>16:00</a:t>
                      </a:r>
                    </a:p>
                  </a:txBody>
                  <a:tcPr marL="91451" marR="91451" marT="45732" marB="457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80112">
                <a:tc gridSpan="5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2400" b="0" dirty="0"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rPr>
                        <a:t>GRUPO CONVALIDAR</a:t>
                      </a:r>
                    </a:p>
                  </a:txBody>
                  <a:tcPr marL="91451" marR="91451" marT="45732" marB="457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CCFF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s-ES" sz="2400" b="0" dirty="0">
                        <a:solidFill>
                          <a:schemeClr val="tx1"/>
                        </a:solidFill>
                        <a:latin typeface="Trebuchet MS" panose="020B0603020202020204" pitchFamily="34" charset="0"/>
                      </a:endParaRPr>
                    </a:p>
                  </a:txBody>
                  <a:tcPr marL="91451" marR="91451" marT="45732" marB="457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CCFF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s-ES" sz="2400" b="0" dirty="0">
                        <a:solidFill>
                          <a:schemeClr val="tx1"/>
                        </a:solidFill>
                        <a:latin typeface="Trebuchet MS" panose="020B0603020202020204" pitchFamily="34" charset="0"/>
                      </a:endParaRPr>
                    </a:p>
                  </a:txBody>
                  <a:tcPr marL="91451" marR="91451" marT="45732" marB="457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CCFF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s-ES" sz="2400" b="0" dirty="0">
                        <a:solidFill>
                          <a:schemeClr val="tx1"/>
                        </a:solidFill>
                        <a:latin typeface="Trebuchet MS" panose="020B0603020202020204" pitchFamily="34" charset="0"/>
                      </a:endParaRPr>
                    </a:p>
                  </a:txBody>
                  <a:tcPr marL="91451" marR="91451" marT="45732" marB="457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CCFF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s-ES" sz="2400" b="0" dirty="0">
                        <a:solidFill>
                          <a:schemeClr val="tx1"/>
                        </a:solidFill>
                        <a:latin typeface="Trebuchet MS" panose="020B0603020202020204" pitchFamily="34" charset="0"/>
                      </a:endParaRPr>
                    </a:p>
                  </a:txBody>
                  <a:tcPr marL="91451" marR="91451" marT="45732" marB="457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C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0017154"/>
                  </a:ext>
                </a:extLst>
              </a:tr>
            </a:tbl>
          </a:graphicData>
        </a:graphic>
      </p:graphicFrame>
      <p:sp>
        <p:nvSpPr>
          <p:cNvPr id="11" name="Text Box 2"/>
          <p:cNvSpPr txBox="1">
            <a:spLocks noChangeArrowheads="1"/>
          </p:cNvSpPr>
          <p:nvPr/>
        </p:nvSpPr>
        <p:spPr bwMode="auto">
          <a:xfrm>
            <a:off x="4762114" y="345860"/>
            <a:ext cx="4073525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s-ES" sz="2000">
                <a:solidFill>
                  <a:schemeClr val="accent2"/>
                </a:solidFill>
                <a:latin typeface="Trebuchet MS" panose="020B0603020202020204" pitchFamily="34" charset="0"/>
              </a:rPr>
              <a:t>METODOLOGÍA DE LA ASIGNATURA</a:t>
            </a:r>
          </a:p>
        </p:txBody>
      </p:sp>
      <p:sp>
        <p:nvSpPr>
          <p:cNvPr id="3" name="Text Box 60">
            <a:extLst>
              <a:ext uri="{FF2B5EF4-FFF2-40B4-BE49-F238E27FC236}">
                <a16:creationId xmlns:a16="http://schemas.microsoft.com/office/drawing/2014/main" id="{6DFF97E5-6402-AA56-13DE-328CBA19EFC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96783" y="5317163"/>
            <a:ext cx="7610333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s-ES" sz="2400" dirty="0">
                <a:solidFill>
                  <a:srgbClr val="FF0000"/>
                </a:solidFill>
                <a:latin typeface="Trebuchet MS" panose="020B0603020202020204" pitchFamily="34" charset="0"/>
                <a:sym typeface="Symbol" panose="05050102010706020507" pitchFamily="18" charset="2"/>
              </a:rPr>
              <a:t></a:t>
            </a:r>
            <a:r>
              <a:rPr lang="es-ES" sz="2400" dirty="0">
                <a:latin typeface="Trebuchet MS" panose="020B0603020202020204" pitchFamily="34" charset="0"/>
                <a:sym typeface="Symbol" panose="05050102010706020507" pitchFamily="18" charset="2"/>
              </a:rPr>
              <a:t> Si uno quiere cambiar de grupo,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s-ES" sz="2400" dirty="0">
                <a:latin typeface="Trebuchet MS" panose="020B0603020202020204" pitchFamily="34" charset="0"/>
                <a:sym typeface="Symbol" panose="05050102010706020507" pitchFamily="18" charset="2"/>
              </a:rPr>
              <a:t>   basta con elegir el nuevo si no está lleno</a:t>
            </a:r>
          </a:p>
        </p:txBody>
      </p:sp>
      <p:sp>
        <p:nvSpPr>
          <p:cNvPr id="4" name="Text Box 60">
            <a:extLst>
              <a:ext uri="{FF2B5EF4-FFF2-40B4-BE49-F238E27FC236}">
                <a16:creationId xmlns:a16="http://schemas.microsoft.com/office/drawing/2014/main" id="{5185B9B1-1445-5470-2D52-AA90B7F2A8E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96784" y="6163769"/>
            <a:ext cx="6079916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s-ES" sz="2400">
                <a:solidFill>
                  <a:srgbClr val="FF0000"/>
                </a:solidFill>
                <a:latin typeface="Trebuchet MS" panose="020B0603020202020204" pitchFamily="34" charset="0"/>
                <a:sym typeface="Symbol" panose="05050102010706020507" pitchFamily="18" charset="2"/>
              </a:rPr>
              <a:t></a:t>
            </a:r>
            <a:r>
              <a:rPr lang="es-ES" sz="2400">
                <a:latin typeface="Trebuchet MS" panose="020B0603020202020204" pitchFamily="34" charset="0"/>
                <a:sym typeface="Symbol" panose="05050102010706020507" pitchFamily="18" charset="2"/>
              </a:rPr>
              <a:t> </a:t>
            </a:r>
            <a:r>
              <a:rPr lang="es-ES" sz="2400">
                <a:highlight>
                  <a:srgbClr val="FFFF00"/>
                </a:highlight>
                <a:latin typeface="Trebuchet MS" panose="020B0603020202020204" pitchFamily="34" charset="0"/>
                <a:sym typeface="Symbol" panose="05050102010706020507" pitchFamily="18" charset="2"/>
              </a:rPr>
              <a:t>Cada grupo de laboratorio</a:t>
            </a:r>
            <a:r>
              <a:rPr lang="es-ES" sz="2400">
                <a:latin typeface="Trebuchet MS" panose="020B0603020202020204" pitchFamily="34" charset="0"/>
                <a:sym typeface="Symbol" panose="05050102010706020507" pitchFamily="18" charset="2"/>
              </a:rPr>
              <a:t>: 15 alumnos</a:t>
            </a:r>
            <a:endParaRPr lang="es-ES" sz="2400" dirty="0">
              <a:latin typeface="Trebuchet MS" panose="020B0603020202020204" pitchFamily="34" charset="0"/>
              <a:sym typeface="Symbol" panose="05050102010706020507" pitchFamily="18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27585543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92" name="Text Box 55"/>
          <p:cNvSpPr txBox="1">
            <a:spLocks noChangeArrowheads="1"/>
          </p:cNvSpPr>
          <p:nvPr/>
        </p:nvSpPr>
        <p:spPr bwMode="auto">
          <a:xfrm>
            <a:off x="1264159" y="788159"/>
            <a:ext cx="7360077" cy="514738"/>
          </a:xfrm>
          <a:prstGeom prst="rect">
            <a:avLst/>
          </a:prstGeom>
          <a:solidFill>
            <a:srgbClr val="99CCFF"/>
          </a:solidFill>
          <a:ln>
            <a:noFill/>
          </a:ln>
          <a:effectLst/>
        </p:spPr>
        <p:txBody>
          <a:bodyPr wrap="square" lIns="108000" tIns="72000" rIns="108000" bIns="72000" anchor="ctr" anchorCtr="1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s-ES" sz="2400">
                <a:latin typeface="Trebuchet MS" panose="020B0603020202020204" pitchFamily="34" charset="0"/>
              </a:rPr>
              <a:t>GRUPOS DE LABORATORIO (L) Y DE AULA (A)</a:t>
            </a:r>
          </a:p>
        </p:txBody>
      </p:sp>
      <p:graphicFrame>
        <p:nvGraphicFramePr>
          <p:cNvPr id="2" name="Tabla 1"/>
          <p:cNvGraphicFramePr>
            <a:graphicFrameLocks noGrp="1"/>
          </p:cNvGraphicFramePr>
          <p:nvPr/>
        </p:nvGraphicFramePr>
        <p:xfrm>
          <a:off x="1271324" y="1492174"/>
          <a:ext cx="7360075" cy="3840896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472015">
                  <a:extLst>
                    <a:ext uri="{9D8B030D-6E8A-4147-A177-3AD203B41FA5}">
                      <a16:colId xmlns:a16="http://schemas.microsoft.com/office/drawing/2014/main" val="3599349372"/>
                    </a:ext>
                  </a:extLst>
                </a:gridCol>
                <a:gridCol w="147201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7201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7201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7201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80112">
                <a:tc>
                  <a:txBody>
                    <a:bodyPr/>
                    <a:lstStyle/>
                    <a:p>
                      <a:pPr algn="ctr"/>
                      <a:r>
                        <a:rPr lang="es-ES" sz="2400" b="0" dirty="0"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rPr>
                        <a:t>Lunes</a:t>
                      </a:r>
                    </a:p>
                  </a:txBody>
                  <a:tcPr marL="91451" marR="91451" marT="45732" marB="457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1BD6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2400" b="0" dirty="0"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rPr>
                        <a:t>Martes</a:t>
                      </a:r>
                    </a:p>
                  </a:txBody>
                  <a:tcPr marL="91451" marR="91451" marT="45732" marB="457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1BD6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2400" b="0" dirty="0"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rPr>
                        <a:t>Miércoles</a:t>
                      </a:r>
                    </a:p>
                  </a:txBody>
                  <a:tcPr marL="91451" marR="91451" marT="45732" marB="457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1BD6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2400" b="0" dirty="0"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rPr>
                        <a:t>Jueves</a:t>
                      </a:r>
                    </a:p>
                  </a:txBody>
                  <a:tcPr marL="91451" marR="91451" marT="45732" marB="457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1BD6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2400" b="0" dirty="0"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rPr>
                        <a:t>Viernes</a:t>
                      </a:r>
                    </a:p>
                  </a:txBody>
                  <a:tcPr marL="91451" marR="91451" marT="45732" marB="457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1BD6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24866033"/>
                  </a:ext>
                </a:extLst>
              </a:tr>
              <a:tr h="480112">
                <a:tc>
                  <a:txBody>
                    <a:bodyPr/>
                    <a:lstStyle/>
                    <a:p>
                      <a:pPr algn="ctr"/>
                      <a:endParaRPr lang="es-ES" sz="2400" b="0" dirty="0">
                        <a:solidFill>
                          <a:schemeClr val="tx1"/>
                        </a:solidFill>
                        <a:latin typeface="Trebuchet MS" panose="020B0603020202020204" pitchFamily="34" charset="0"/>
                      </a:endParaRPr>
                    </a:p>
                  </a:txBody>
                  <a:tcPr marL="91451" marR="91451" marT="45732" marB="457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2400" b="0"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rPr>
                        <a:t>L11</a:t>
                      </a:r>
                      <a:endParaRPr lang="es-ES" sz="2400" b="0" dirty="0">
                        <a:solidFill>
                          <a:schemeClr val="tx1"/>
                        </a:solidFill>
                        <a:latin typeface="Trebuchet MS" panose="020B0603020202020204" pitchFamily="34" charset="0"/>
                      </a:endParaRPr>
                    </a:p>
                  </a:txBody>
                  <a:tcPr marL="91451" marR="91451" marT="45732" marB="457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CC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2400" b="0"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rPr>
                        <a:t>L12 | </a:t>
                      </a:r>
                      <a:r>
                        <a:rPr lang="es-ES" sz="2400" b="0">
                          <a:solidFill>
                            <a:srgbClr val="3333FF"/>
                          </a:solidFill>
                          <a:latin typeface="Trebuchet MS" panose="020B0603020202020204" pitchFamily="34" charset="0"/>
                        </a:rPr>
                        <a:t>A8</a:t>
                      </a:r>
                      <a:endParaRPr lang="es-ES" sz="2400" b="0" dirty="0">
                        <a:solidFill>
                          <a:srgbClr val="3333FF"/>
                        </a:solidFill>
                        <a:latin typeface="Trebuchet MS" panose="020B0603020202020204" pitchFamily="34" charset="0"/>
                      </a:endParaRPr>
                    </a:p>
                  </a:txBody>
                  <a:tcPr marL="91451" marR="91451" marT="45732" marB="457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CC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2400" b="0"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rPr>
                        <a:t>L13</a:t>
                      </a:r>
                      <a:endParaRPr lang="es-ES" sz="2400" b="0" dirty="0">
                        <a:solidFill>
                          <a:srgbClr val="3333FF"/>
                        </a:solidFill>
                        <a:latin typeface="Trebuchet MS" panose="020B0603020202020204" pitchFamily="34" charset="0"/>
                      </a:endParaRPr>
                    </a:p>
                  </a:txBody>
                  <a:tcPr marL="91451" marR="91451" marT="45732" marB="457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CC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2400" b="0"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rPr>
                        <a:t>L14 </a:t>
                      </a:r>
                      <a:r>
                        <a:rPr lang="es-ES" sz="2400" b="0" dirty="0"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rPr>
                        <a:t>| </a:t>
                      </a:r>
                      <a:r>
                        <a:rPr lang="es-ES" sz="2400" b="0" dirty="0">
                          <a:solidFill>
                            <a:srgbClr val="3333FF"/>
                          </a:solidFill>
                          <a:latin typeface="Trebuchet MS" panose="020B0603020202020204" pitchFamily="34" charset="0"/>
                        </a:rPr>
                        <a:t>A7</a:t>
                      </a:r>
                    </a:p>
                  </a:txBody>
                  <a:tcPr marL="91451" marR="91451" marT="45732" marB="457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C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136994"/>
                  </a:ext>
                </a:extLst>
              </a:tr>
              <a:tr h="480112">
                <a:tc>
                  <a:txBody>
                    <a:bodyPr/>
                    <a:lstStyle/>
                    <a:p>
                      <a:pPr algn="ctr"/>
                      <a:endParaRPr lang="es-ES" sz="2400" b="0" dirty="0">
                        <a:solidFill>
                          <a:schemeClr val="tx1"/>
                        </a:solidFill>
                        <a:latin typeface="Trebuchet MS" panose="020B0603020202020204" pitchFamily="34" charset="0"/>
                      </a:endParaRPr>
                    </a:p>
                  </a:txBody>
                  <a:tcPr marL="91451" marR="91451" marT="45732" marB="457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2400" b="0"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rPr>
                        <a:t>08:30</a:t>
                      </a:r>
                    </a:p>
                  </a:txBody>
                  <a:tcPr marL="91451" marR="91451" marT="45732" marB="457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600" b="0"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rPr>
                        <a:t>08:30 | </a:t>
                      </a:r>
                      <a:r>
                        <a:rPr lang="es-ES" sz="1600" b="0">
                          <a:solidFill>
                            <a:srgbClr val="3333FF"/>
                          </a:solidFill>
                          <a:latin typeface="Trebuchet MS" panose="020B0603020202020204" pitchFamily="34" charset="0"/>
                        </a:rPr>
                        <a:t>09:00</a:t>
                      </a:r>
                      <a:endParaRPr lang="es-ES" sz="1600" b="0" dirty="0">
                        <a:solidFill>
                          <a:srgbClr val="3333FF"/>
                        </a:solidFill>
                        <a:latin typeface="Trebuchet MS" panose="020B0603020202020204" pitchFamily="34" charset="0"/>
                      </a:endParaRPr>
                    </a:p>
                  </a:txBody>
                  <a:tcPr marL="91451" marR="91451" marT="45732" marB="457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2400" b="0" dirty="0"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rPr>
                        <a:t>08:30</a:t>
                      </a:r>
                    </a:p>
                  </a:txBody>
                  <a:tcPr marL="91451" marR="91451" marT="45732" marB="457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600" b="0"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rPr>
                        <a:t>08:30 | </a:t>
                      </a:r>
                      <a:r>
                        <a:rPr lang="es-ES" sz="1600" b="0">
                          <a:solidFill>
                            <a:srgbClr val="3333FF"/>
                          </a:solidFill>
                          <a:latin typeface="Trebuchet MS" panose="020B0603020202020204" pitchFamily="34" charset="0"/>
                        </a:rPr>
                        <a:t>09:00</a:t>
                      </a:r>
                      <a:endParaRPr lang="es-ES" sz="1600" b="0" dirty="0">
                        <a:solidFill>
                          <a:schemeClr val="tx1"/>
                        </a:solidFill>
                        <a:latin typeface="Trebuchet MS" panose="020B0603020202020204" pitchFamily="34" charset="0"/>
                      </a:endParaRPr>
                    </a:p>
                  </a:txBody>
                  <a:tcPr marL="91451" marR="91451" marT="45732" marB="457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38288574"/>
                  </a:ext>
                </a:extLst>
              </a:tr>
              <a:tr h="480112">
                <a:tc>
                  <a:txBody>
                    <a:bodyPr/>
                    <a:lstStyle/>
                    <a:p>
                      <a:pPr algn="ctr"/>
                      <a:r>
                        <a:rPr lang="es-ES" sz="2400" b="0" dirty="0"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rPr>
                        <a:t>L1</a:t>
                      </a:r>
                    </a:p>
                  </a:txBody>
                  <a:tcPr marL="91451" marR="91451" marT="45732" marB="457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CC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2400" b="0"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rPr>
                        <a:t>L3</a:t>
                      </a:r>
                      <a:endParaRPr lang="es-ES" sz="2400" b="0" dirty="0">
                        <a:solidFill>
                          <a:schemeClr val="tx1"/>
                        </a:solidFill>
                        <a:latin typeface="Trebuchet MS" panose="020B0603020202020204" pitchFamily="34" charset="0"/>
                      </a:endParaRPr>
                    </a:p>
                  </a:txBody>
                  <a:tcPr marL="91451" marR="91451" marT="45732" marB="457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CC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2400" b="0"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rPr>
                        <a:t>L5</a:t>
                      </a:r>
                      <a:endParaRPr lang="es-ES" sz="2400" b="0" dirty="0">
                        <a:solidFill>
                          <a:schemeClr val="tx1"/>
                        </a:solidFill>
                        <a:latin typeface="Trebuchet MS" panose="020B0603020202020204" pitchFamily="34" charset="0"/>
                      </a:endParaRPr>
                    </a:p>
                  </a:txBody>
                  <a:tcPr marL="91451" marR="91451" marT="45732" marB="457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CC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2400" b="0"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rPr>
                        <a:t>L7</a:t>
                      </a:r>
                      <a:endParaRPr lang="es-ES" sz="2400" b="0" dirty="0">
                        <a:solidFill>
                          <a:schemeClr val="tx1"/>
                        </a:solidFill>
                        <a:latin typeface="Trebuchet MS" panose="020B0603020202020204" pitchFamily="34" charset="0"/>
                      </a:endParaRPr>
                    </a:p>
                  </a:txBody>
                  <a:tcPr marL="91451" marR="91451" marT="45732" marB="457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CC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2400" b="0"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rPr>
                        <a:t>L9 | </a:t>
                      </a:r>
                      <a:r>
                        <a:rPr lang="es-ES" sz="2400" b="0">
                          <a:solidFill>
                            <a:srgbClr val="3333FF"/>
                          </a:solidFill>
                          <a:latin typeface="Trebuchet MS" panose="020B0603020202020204" pitchFamily="34" charset="0"/>
                        </a:rPr>
                        <a:t>A6</a:t>
                      </a:r>
                      <a:endParaRPr lang="es-ES" sz="2400" b="0" dirty="0">
                        <a:solidFill>
                          <a:srgbClr val="3333FF"/>
                        </a:solidFill>
                        <a:latin typeface="Trebuchet MS" panose="020B0603020202020204" pitchFamily="34" charset="0"/>
                      </a:endParaRPr>
                    </a:p>
                  </a:txBody>
                  <a:tcPr marL="91451" marR="91451" marT="45732" marB="457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C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011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2400" b="0" dirty="0"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rPr>
                        <a:t>12:00</a:t>
                      </a:r>
                      <a:endParaRPr lang="es-ES" sz="2400" b="0" dirty="0">
                        <a:solidFill>
                          <a:srgbClr val="FF0000"/>
                        </a:solidFill>
                        <a:latin typeface="Trebuchet MS" panose="020B0603020202020204" pitchFamily="34" charset="0"/>
                      </a:endParaRPr>
                    </a:p>
                  </a:txBody>
                  <a:tcPr marL="91451" marR="91451" marT="45732" marB="457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2400" b="0" dirty="0"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rPr>
                        <a:t>12:00</a:t>
                      </a:r>
                      <a:endParaRPr lang="es-ES" sz="2400" b="0" dirty="0">
                        <a:solidFill>
                          <a:srgbClr val="FF0000"/>
                        </a:solidFill>
                        <a:latin typeface="Trebuchet MS" panose="020B0603020202020204" pitchFamily="34" charset="0"/>
                      </a:endParaRPr>
                    </a:p>
                  </a:txBody>
                  <a:tcPr marL="91451" marR="91451" marT="45732" marB="457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2400" b="0" dirty="0"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rPr>
                        <a:t>12:00</a:t>
                      </a:r>
                      <a:endParaRPr lang="es-ES" sz="2400" b="0" dirty="0">
                        <a:solidFill>
                          <a:srgbClr val="FF0000"/>
                        </a:solidFill>
                        <a:latin typeface="Trebuchet MS" panose="020B0603020202020204" pitchFamily="34" charset="0"/>
                      </a:endParaRPr>
                    </a:p>
                  </a:txBody>
                  <a:tcPr marL="91451" marR="91451" marT="45732" marB="457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2400" b="0" dirty="0"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rPr>
                        <a:t>12:00</a:t>
                      </a:r>
                      <a:endParaRPr lang="es-ES" sz="2400" b="0" dirty="0">
                        <a:solidFill>
                          <a:srgbClr val="FF0000"/>
                        </a:solidFill>
                        <a:latin typeface="Trebuchet MS" panose="020B0603020202020204" pitchFamily="34" charset="0"/>
                      </a:endParaRPr>
                    </a:p>
                  </a:txBody>
                  <a:tcPr marL="91451" marR="91451" marT="45732" marB="457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2400" b="0" dirty="0"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rPr>
                        <a:t>12:00</a:t>
                      </a:r>
                      <a:endParaRPr lang="es-ES" sz="2400" b="0" dirty="0">
                        <a:solidFill>
                          <a:srgbClr val="FF0000"/>
                        </a:solidFill>
                        <a:latin typeface="Trebuchet MS" panose="020B0603020202020204" pitchFamily="34" charset="0"/>
                      </a:endParaRPr>
                    </a:p>
                  </a:txBody>
                  <a:tcPr marL="91451" marR="91451" marT="45732" marB="457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0112">
                <a:tc>
                  <a:txBody>
                    <a:bodyPr/>
                    <a:lstStyle/>
                    <a:p>
                      <a:pPr algn="ctr"/>
                      <a:r>
                        <a:rPr lang="es-ES" sz="2400" b="0"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rPr>
                        <a:t>L2 | </a:t>
                      </a:r>
                      <a:r>
                        <a:rPr lang="es-ES" sz="2400" b="0">
                          <a:solidFill>
                            <a:srgbClr val="3333FF"/>
                          </a:solidFill>
                          <a:latin typeface="Trebuchet MS" panose="020B0603020202020204" pitchFamily="34" charset="0"/>
                        </a:rPr>
                        <a:t>A1</a:t>
                      </a:r>
                      <a:endParaRPr lang="es-ES" sz="2400" b="0" dirty="0">
                        <a:solidFill>
                          <a:srgbClr val="3333FF"/>
                        </a:solidFill>
                        <a:latin typeface="Trebuchet MS" panose="020B0603020202020204" pitchFamily="34" charset="0"/>
                      </a:endParaRPr>
                    </a:p>
                  </a:txBody>
                  <a:tcPr marL="91451" marR="91451" marT="45732" marB="457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CC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2400" b="0"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rPr>
                        <a:t>L4 | </a:t>
                      </a:r>
                      <a:r>
                        <a:rPr lang="es-ES" sz="2400" b="0">
                          <a:solidFill>
                            <a:srgbClr val="3333FF"/>
                          </a:solidFill>
                          <a:latin typeface="Trebuchet MS" panose="020B0603020202020204" pitchFamily="34" charset="0"/>
                        </a:rPr>
                        <a:t>A2</a:t>
                      </a:r>
                      <a:endParaRPr lang="es-ES" sz="2400" b="0" dirty="0">
                        <a:solidFill>
                          <a:srgbClr val="3333FF"/>
                        </a:solidFill>
                        <a:latin typeface="Trebuchet MS" panose="020B0603020202020204" pitchFamily="34" charset="0"/>
                      </a:endParaRPr>
                    </a:p>
                  </a:txBody>
                  <a:tcPr marL="91451" marR="91451" marT="45732" marB="457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CC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2400" b="0"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rPr>
                        <a:t>L6 | </a:t>
                      </a:r>
                      <a:r>
                        <a:rPr lang="es-ES" sz="2400" b="0">
                          <a:solidFill>
                            <a:srgbClr val="3333FF"/>
                          </a:solidFill>
                          <a:latin typeface="Trebuchet MS" panose="020B0603020202020204" pitchFamily="34" charset="0"/>
                        </a:rPr>
                        <a:t>A3</a:t>
                      </a:r>
                      <a:endParaRPr lang="es-ES" sz="2400" b="0" dirty="0">
                        <a:solidFill>
                          <a:srgbClr val="3333FF"/>
                        </a:solidFill>
                        <a:latin typeface="Trebuchet MS" panose="020B0603020202020204" pitchFamily="34" charset="0"/>
                      </a:endParaRPr>
                    </a:p>
                  </a:txBody>
                  <a:tcPr marL="91451" marR="91451" marT="45732" marB="457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CC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2400" b="0"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rPr>
                        <a:t>L8 | </a:t>
                      </a:r>
                      <a:r>
                        <a:rPr lang="es-ES" sz="2400" b="0">
                          <a:solidFill>
                            <a:srgbClr val="3333FF"/>
                          </a:solidFill>
                          <a:latin typeface="Trebuchet MS" panose="020B0603020202020204" pitchFamily="34" charset="0"/>
                        </a:rPr>
                        <a:t>A4</a:t>
                      </a:r>
                      <a:endParaRPr lang="es-ES" sz="2400" b="0" dirty="0">
                        <a:solidFill>
                          <a:srgbClr val="3333FF"/>
                        </a:solidFill>
                        <a:latin typeface="Trebuchet MS" panose="020B0603020202020204" pitchFamily="34" charset="0"/>
                      </a:endParaRPr>
                    </a:p>
                  </a:txBody>
                  <a:tcPr marL="91451" marR="91451" marT="45732" marB="457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CC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2400" b="0"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rPr>
                        <a:t>L10 | </a:t>
                      </a:r>
                      <a:r>
                        <a:rPr lang="es-ES" sz="2400" b="0">
                          <a:solidFill>
                            <a:srgbClr val="3333FF"/>
                          </a:solidFill>
                          <a:latin typeface="Trebuchet MS" panose="020B0603020202020204" pitchFamily="34" charset="0"/>
                        </a:rPr>
                        <a:t>A5</a:t>
                      </a:r>
                      <a:endParaRPr lang="es-ES" sz="2400" b="0" dirty="0">
                        <a:solidFill>
                          <a:srgbClr val="3333FF"/>
                        </a:solidFill>
                        <a:latin typeface="Trebuchet MS" panose="020B0603020202020204" pitchFamily="34" charset="0"/>
                      </a:endParaRPr>
                    </a:p>
                  </a:txBody>
                  <a:tcPr marL="91451" marR="91451" marT="45732" marB="457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C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011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2400" b="0" dirty="0"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rPr>
                        <a:t>16:00</a:t>
                      </a:r>
                    </a:p>
                  </a:txBody>
                  <a:tcPr marL="91451" marR="91451" marT="45732" marB="457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2400" b="0" dirty="0"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rPr>
                        <a:t>16:00</a:t>
                      </a:r>
                    </a:p>
                  </a:txBody>
                  <a:tcPr marL="91451" marR="91451" marT="45732" marB="457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2400" b="0" dirty="0"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rPr>
                        <a:t>16:00</a:t>
                      </a:r>
                    </a:p>
                  </a:txBody>
                  <a:tcPr marL="91451" marR="91451" marT="45732" marB="457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2400" b="0" dirty="0"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rPr>
                        <a:t>16:00</a:t>
                      </a:r>
                    </a:p>
                  </a:txBody>
                  <a:tcPr marL="91451" marR="91451" marT="45732" marB="457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2400" b="0" dirty="0"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rPr>
                        <a:t>16:00</a:t>
                      </a:r>
                    </a:p>
                  </a:txBody>
                  <a:tcPr marL="91451" marR="91451" marT="45732" marB="457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80112">
                <a:tc gridSpan="5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2400" b="0" dirty="0"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rPr>
                        <a:t>GRUPO CONVALIDAR</a:t>
                      </a:r>
                    </a:p>
                  </a:txBody>
                  <a:tcPr marL="91451" marR="91451" marT="45732" marB="457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CCFF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s-ES" sz="2400" b="0" dirty="0">
                        <a:solidFill>
                          <a:schemeClr val="tx1"/>
                        </a:solidFill>
                        <a:latin typeface="Trebuchet MS" panose="020B0603020202020204" pitchFamily="34" charset="0"/>
                      </a:endParaRPr>
                    </a:p>
                  </a:txBody>
                  <a:tcPr marL="91451" marR="91451" marT="45732" marB="457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CCFF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s-ES" sz="2400" b="0" dirty="0">
                        <a:solidFill>
                          <a:schemeClr val="tx1"/>
                        </a:solidFill>
                        <a:latin typeface="Trebuchet MS" panose="020B0603020202020204" pitchFamily="34" charset="0"/>
                      </a:endParaRPr>
                    </a:p>
                  </a:txBody>
                  <a:tcPr marL="91451" marR="91451" marT="45732" marB="457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CCFF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s-ES" sz="2400" b="0" dirty="0">
                        <a:solidFill>
                          <a:schemeClr val="tx1"/>
                        </a:solidFill>
                        <a:latin typeface="Trebuchet MS" panose="020B0603020202020204" pitchFamily="34" charset="0"/>
                      </a:endParaRPr>
                    </a:p>
                  </a:txBody>
                  <a:tcPr marL="91451" marR="91451" marT="45732" marB="457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CCFF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s-ES" sz="2400" b="0" dirty="0">
                        <a:solidFill>
                          <a:schemeClr val="tx1"/>
                        </a:solidFill>
                        <a:latin typeface="Trebuchet MS" panose="020B0603020202020204" pitchFamily="34" charset="0"/>
                      </a:endParaRPr>
                    </a:p>
                  </a:txBody>
                  <a:tcPr marL="91451" marR="91451" marT="45732" marB="457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C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0017154"/>
                  </a:ext>
                </a:extLst>
              </a:tr>
            </a:tbl>
          </a:graphicData>
        </a:graphic>
      </p:graphicFrame>
      <p:sp>
        <p:nvSpPr>
          <p:cNvPr id="11" name="Text Box 2"/>
          <p:cNvSpPr txBox="1">
            <a:spLocks noChangeArrowheads="1"/>
          </p:cNvSpPr>
          <p:nvPr/>
        </p:nvSpPr>
        <p:spPr bwMode="auto">
          <a:xfrm>
            <a:off x="4762114" y="345860"/>
            <a:ext cx="4073525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s-ES" sz="2000">
                <a:solidFill>
                  <a:schemeClr val="accent2"/>
                </a:solidFill>
                <a:latin typeface="Trebuchet MS" panose="020B0603020202020204" pitchFamily="34" charset="0"/>
              </a:rPr>
              <a:t>METODOLOGÍA DE LA ASIGNATURA</a:t>
            </a:r>
          </a:p>
        </p:txBody>
      </p:sp>
      <p:sp>
        <p:nvSpPr>
          <p:cNvPr id="3" name="Text Box 60">
            <a:extLst>
              <a:ext uri="{FF2B5EF4-FFF2-40B4-BE49-F238E27FC236}">
                <a16:creationId xmlns:a16="http://schemas.microsoft.com/office/drawing/2014/main" id="{4F08B233-66AA-E277-37A6-7144ABDC5D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87155" y="5603436"/>
            <a:ext cx="7796071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s-ES" sz="2400" dirty="0">
                <a:solidFill>
                  <a:srgbClr val="FF0000"/>
                </a:solidFill>
                <a:latin typeface="Trebuchet MS" panose="020B0603020202020204" pitchFamily="34" charset="0"/>
                <a:sym typeface="Symbol" panose="05050102010706020507" pitchFamily="18" charset="2"/>
              </a:rPr>
              <a:t></a:t>
            </a:r>
            <a:r>
              <a:rPr lang="es-ES" sz="2400" dirty="0">
                <a:latin typeface="Trebuchet MS" panose="020B0603020202020204" pitchFamily="34" charset="0"/>
                <a:sym typeface="Symbol" panose="05050102010706020507" pitchFamily="18" charset="2"/>
              </a:rPr>
              <a:t> En </a:t>
            </a:r>
            <a:r>
              <a:rPr lang="es-ES" sz="2400" dirty="0">
                <a:solidFill>
                  <a:srgbClr val="CC00CC"/>
                </a:solidFill>
                <a:latin typeface="Trebuchet MS" panose="020B0603020202020204" pitchFamily="34" charset="0"/>
                <a:sym typeface="Symbol" panose="05050102010706020507" pitchFamily="18" charset="2"/>
              </a:rPr>
              <a:t>Moodle:</a:t>
            </a:r>
            <a:r>
              <a:rPr lang="es-ES" sz="2400" dirty="0">
                <a:latin typeface="Trebuchet MS" panose="020B0603020202020204" pitchFamily="34" charset="0"/>
                <a:sym typeface="Symbol" panose="05050102010706020507" pitchFamily="18" charset="2"/>
              </a:rPr>
              <a:t> </a:t>
            </a:r>
            <a:r>
              <a:rPr lang="es-ES" sz="2400" dirty="0">
                <a:solidFill>
                  <a:srgbClr val="0099FF"/>
                </a:solidFill>
                <a:latin typeface="Trebuchet MS" panose="020B0603020202020204" pitchFamily="34" charset="0"/>
                <a:sym typeface="Symbol" panose="05050102010706020507" pitchFamily="18" charset="2"/>
              </a:rPr>
              <a:t>Calendario</a:t>
            </a:r>
            <a:r>
              <a:rPr lang="es-ES" sz="2400" dirty="0">
                <a:latin typeface="Trebuchet MS" panose="020B0603020202020204" pitchFamily="34" charset="0"/>
                <a:sym typeface="Symbol" panose="05050102010706020507" pitchFamily="18" charset="2"/>
              </a:rPr>
              <a:t> </a:t>
            </a:r>
            <a:r>
              <a:rPr lang="es-ES" sz="2400">
                <a:solidFill>
                  <a:srgbClr val="0099FF"/>
                </a:solidFill>
                <a:latin typeface="Trebuchet MS" panose="020B0603020202020204" pitchFamily="34" charset="0"/>
                <a:sym typeface="Symbol" panose="05050102010706020507" pitchFamily="18" charset="2"/>
              </a:rPr>
              <a:t>de Sesiones (fechas y lugares)</a:t>
            </a:r>
            <a:endParaRPr lang="es-ES" sz="2400" dirty="0">
              <a:solidFill>
                <a:srgbClr val="0099FF"/>
              </a:solidFill>
              <a:latin typeface="Trebuchet MS" panose="020B0603020202020204" pitchFamily="34" charset="0"/>
              <a:sym typeface="Symbol" panose="05050102010706020507" pitchFamily="18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35744292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92" name="Text Box 55"/>
          <p:cNvSpPr txBox="1">
            <a:spLocks noChangeArrowheads="1"/>
          </p:cNvSpPr>
          <p:nvPr/>
        </p:nvSpPr>
        <p:spPr bwMode="auto">
          <a:xfrm>
            <a:off x="1264159" y="788159"/>
            <a:ext cx="7360077" cy="514738"/>
          </a:xfrm>
          <a:prstGeom prst="rect">
            <a:avLst/>
          </a:prstGeom>
          <a:solidFill>
            <a:srgbClr val="99CCFF"/>
          </a:solidFill>
          <a:ln>
            <a:noFill/>
          </a:ln>
          <a:effectLst/>
        </p:spPr>
        <p:txBody>
          <a:bodyPr wrap="square" lIns="108000" tIns="72000" rIns="108000" bIns="72000" anchor="ctr" anchorCtr="1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s-ES" sz="2400">
                <a:latin typeface="Trebuchet MS" panose="020B0603020202020204" pitchFamily="34" charset="0"/>
              </a:rPr>
              <a:t>GRUPOS DE LABORATORIO (L) Y DE AULA (A)</a:t>
            </a:r>
          </a:p>
        </p:txBody>
      </p:sp>
      <p:graphicFrame>
        <p:nvGraphicFramePr>
          <p:cNvPr id="2" name="Tabla 1"/>
          <p:cNvGraphicFramePr>
            <a:graphicFrameLocks noGrp="1"/>
          </p:cNvGraphicFramePr>
          <p:nvPr/>
        </p:nvGraphicFramePr>
        <p:xfrm>
          <a:off x="1271324" y="1492174"/>
          <a:ext cx="7360075" cy="3840896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472015">
                  <a:extLst>
                    <a:ext uri="{9D8B030D-6E8A-4147-A177-3AD203B41FA5}">
                      <a16:colId xmlns:a16="http://schemas.microsoft.com/office/drawing/2014/main" val="3599349372"/>
                    </a:ext>
                  </a:extLst>
                </a:gridCol>
                <a:gridCol w="147201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7201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7201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7201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80112">
                <a:tc>
                  <a:txBody>
                    <a:bodyPr/>
                    <a:lstStyle/>
                    <a:p>
                      <a:pPr algn="ctr"/>
                      <a:r>
                        <a:rPr lang="es-ES" sz="2400" b="0" dirty="0"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rPr>
                        <a:t>Lunes</a:t>
                      </a:r>
                    </a:p>
                  </a:txBody>
                  <a:tcPr marL="91451" marR="91451" marT="45732" marB="457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1BD6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2400" b="0" dirty="0"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rPr>
                        <a:t>Martes</a:t>
                      </a:r>
                    </a:p>
                  </a:txBody>
                  <a:tcPr marL="91451" marR="91451" marT="45732" marB="457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1BD6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2400" b="0" dirty="0"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rPr>
                        <a:t>Miércoles</a:t>
                      </a:r>
                    </a:p>
                  </a:txBody>
                  <a:tcPr marL="91451" marR="91451" marT="45732" marB="457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1BD6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2400" b="0" dirty="0"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rPr>
                        <a:t>Jueves</a:t>
                      </a:r>
                    </a:p>
                  </a:txBody>
                  <a:tcPr marL="91451" marR="91451" marT="45732" marB="457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1BD6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2400" b="0" dirty="0"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rPr>
                        <a:t>Viernes</a:t>
                      </a:r>
                    </a:p>
                  </a:txBody>
                  <a:tcPr marL="91451" marR="91451" marT="45732" marB="457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1BD6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24866033"/>
                  </a:ext>
                </a:extLst>
              </a:tr>
              <a:tr h="480112">
                <a:tc>
                  <a:txBody>
                    <a:bodyPr/>
                    <a:lstStyle/>
                    <a:p>
                      <a:pPr algn="ctr"/>
                      <a:endParaRPr lang="es-ES" sz="2400" b="0" dirty="0">
                        <a:solidFill>
                          <a:schemeClr val="tx1"/>
                        </a:solidFill>
                        <a:latin typeface="Trebuchet MS" panose="020B0603020202020204" pitchFamily="34" charset="0"/>
                      </a:endParaRPr>
                    </a:p>
                  </a:txBody>
                  <a:tcPr marL="91451" marR="91451" marT="45732" marB="457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2400" b="0"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rPr>
                        <a:t>L11</a:t>
                      </a:r>
                      <a:endParaRPr lang="es-ES" sz="2400" b="0" dirty="0">
                        <a:solidFill>
                          <a:schemeClr val="tx1"/>
                        </a:solidFill>
                        <a:latin typeface="Trebuchet MS" panose="020B0603020202020204" pitchFamily="34" charset="0"/>
                      </a:endParaRPr>
                    </a:p>
                  </a:txBody>
                  <a:tcPr marL="91451" marR="91451" marT="45732" marB="457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CC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2400" b="0"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rPr>
                        <a:t>L12 | </a:t>
                      </a:r>
                      <a:r>
                        <a:rPr lang="es-ES" sz="2400" b="0">
                          <a:solidFill>
                            <a:srgbClr val="3333FF"/>
                          </a:solidFill>
                          <a:latin typeface="Trebuchet MS" panose="020B0603020202020204" pitchFamily="34" charset="0"/>
                        </a:rPr>
                        <a:t>A8</a:t>
                      </a:r>
                      <a:endParaRPr lang="es-ES" sz="2400" b="0" dirty="0">
                        <a:solidFill>
                          <a:srgbClr val="3333FF"/>
                        </a:solidFill>
                        <a:latin typeface="Trebuchet MS" panose="020B0603020202020204" pitchFamily="34" charset="0"/>
                      </a:endParaRPr>
                    </a:p>
                  </a:txBody>
                  <a:tcPr marL="91451" marR="91451" marT="45732" marB="457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CC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2400" b="0"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rPr>
                        <a:t>L13</a:t>
                      </a:r>
                      <a:endParaRPr lang="es-ES" sz="2400" b="0" dirty="0">
                        <a:solidFill>
                          <a:srgbClr val="3333FF"/>
                        </a:solidFill>
                        <a:latin typeface="Trebuchet MS" panose="020B0603020202020204" pitchFamily="34" charset="0"/>
                      </a:endParaRPr>
                    </a:p>
                  </a:txBody>
                  <a:tcPr marL="91451" marR="91451" marT="45732" marB="457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CC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2400" b="0"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rPr>
                        <a:t>L14 </a:t>
                      </a:r>
                      <a:r>
                        <a:rPr lang="es-ES" sz="2400" b="0" dirty="0"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rPr>
                        <a:t>| </a:t>
                      </a:r>
                      <a:r>
                        <a:rPr lang="es-ES" sz="2400" b="0" dirty="0">
                          <a:solidFill>
                            <a:srgbClr val="3333FF"/>
                          </a:solidFill>
                          <a:latin typeface="Trebuchet MS" panose="020B0603020202020204" pitchFamily="34" charset="0"/>
                        </a:rPr>
                        <a:t>A7</a:t>
                      </a:r>
                    </a:p>
                  </a:txBody>
                  <a:tcPr marL="91451" marR="91451" marT="45732" marB="457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C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136994"/>
                  </a:ext>
                </a:extLst>
              </a:tr>
              <a:tr h="480112">
                <a:tc>
                  <a:txBody>
                    <a:bodyPr/>
                    <a:lstStyle/>
                    <a:p>
                      <a:pPr algn="ctr"/>
                      <a:endParaRPr lang="es-ES" sz="2400" b="0" dirty="0">
                        <a:solidFill>
                          <a:schemeClr val="tx1"/>
                        </a:solidFill>
                        <a:latin typeface="Trebuchet MS" panose="020B0603020202020204" pitchFamily="34" charset="0"/>
                      </a:endParaRPr>
                    </a:p>
                  </a:txBody>
                  <a:tcPr marL="91451" marR="91451" marT="45732" marB="457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2400" b="0"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rPr>
                        <a:t>08:30</a:t>
                      </a:r>
                    </a:p>
                  </a:txBody>
                  <a:tcPr marL="91451" marR="91451" marT="45732" marB="457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600" b="0"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rPr>
                        <a:t>08:30 | </a:t>
                      </a:r>
                      <a:r>
                        <a:rPr lang="es-ES" sz="1600" b="0">
                          <a:solidFill>
                            <a:srgbClr val="3333FF"/>
                          </a:solidFill>
                          <a:latin typeface="Trebuchet MS" panose="020B0603020202020204" pitchFamily="34" charset="0"/>
                        </a:rPr>
                        <a:t>09:00</a:t>
                      </a:r>
                      <a:endParaRPr lang="es-ES" sz="1600" b="0" dirty="0">
                        <a:solidFill>
                          <a:srgbClr val="3333FF"/>
                        </a:solidFill>
                        <a:latin typeface="Trebuchet MS" panose="020B0603020202020204" pitchFamily="34" charset="0"/>
                      </a:endParaRPr>
                    </a:p>
                  </a:txBody>
                  <a:tcPr marL="91451" marR="91451" marT="45732" marB="457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2400" b="0" dirty="0"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rPr>
                        <a:t>08:30</a:t>
                      </a:r>
                    </a:p>
                  </a:txBody>
                  <a:tcPr marL="91451" marR="91451" marT="45732" marB="457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600" b="0"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rPr>
                        <a:t>08:30 | </a:t>
                      </a:r>
                      <a:r>
                        <a:rPr lang="es-ES" sz="1600" b="0">
                          <a:solidFill>
                            <a:srgbClr val="3333FF"/>
                          </a:solidFill>
                          <a:latin typeface="Trebuchet MS" panose="020B0603020202020204" pitchFamily="34" charset="0"/>
                        </a:rPr>
                        <a:t>09:00</a:t>
                      </a:r>
                      <a:endParaRPr lang="es-ES" sz="1600" b="0" dirty="0">
                        <a:solidFill>
                          <a:schemeClr val="tx1"/>
                        </a:solidFill>
                        <a:latin typeface="Trebuchet MS" panose="020B0603020202020204" pitchFamily="34" charset="0"/>
                      </a:endParaRPr>
                    </a:p>
                  </a:txBody>
                  <a:tcPr marL="91451" marR="91451" marT="45732" marB="457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38288574"/>
                  </a:ext>
                </a:extLst>
              </a:tr>
              <a:tr h="480112">
                <a:tc>
                  <a:txBody>
                    <a:bodyPr/>
                    <a:lstStyle/>
                    <a:p>
                      <a:pPr algn="ctr"/>
                      <a:r>
                        <a:rPr lang="es-ES" sz="2400" b="0" dirty="0"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rPr>
                        <a:t>L1</a:t>
                      </a:r>
                    </a:p>
                  </a:txBody>
                  <a:tcPr marL="91451" marR="91451" marT="45732" marB="457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CC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2400" b="0"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rPr>
                        <a:t>L3</a:t>
                      </a:r>
                      <a:endParaRPr lang="es-ES" sz="2400" b="0" dirty="0">
                        <a:solidFill>
                          <a:schemeClr val="tx1"/>
                        </a:solidFill>
                        <a:latin typeface="Trebuchet MS" panose="020B0603020202020204" pitchFamily="34" charset="0"/>
                      </a:endParaRPr>
                    </a:p>
                  </a:txBody>
                  <a:tcPr marL="91451" marR="91451" marT="45732" marB="457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CC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2400" b="0"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rPr>
                        <a:t>L5</a:t>
                      </a:r>
                      <a:endParaRPr lang="es-ES" sz="2400" b="0" dirty="0">
                        <a:solidFill>
                          <a:schemeClr val="tx1"/>
                        </a:solidFill>
                        <a:latin typeface="Trebuchet MS" panose="020B0603020202020204" pitchFamily="34" charset="0"/>
                      </a:endParaRPr>
                    </a:p>
                  </a:txBody>
                  <a:tcPr marL="91451" marR="91451" marT="45732" marB="457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CC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2400" b="0"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rPr>
                        <a:t>L7</a:t>
                      </a:r>
                      <a:endParaRPr lang="es-ES" sz="2400" b="0" dirty="0">
                        <a:solidFill>
                          <a:schemeClr val="tx1"/>
                        </a:solidFill>
                        <a:latin typeface="Trebuchet MS" panose="020B0603020202020204" pitchFamily="34" charset="0"/>
                      </a:endParaRPr>
                    </a:p>
                  </a:txBody>
                  <a:tcPr marL="91451" marR="91451" marT="45732" marB="457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CC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2400" b="0"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rPr>
                        <a:t>L9 | </a:t>
                      </a:r>
                      <a:r>
                        <a:rPr lang="es-ES" sz="2400" b="0">
                          <a:solidFill>
                            <a:srgbClr val="3333FF"/>
                          </a:solidFill>
                          <a:latin typeface="Trebuchet MS" panose="020B0603020202020204" pitchFamily="34" charset="0"/>
                        </a:rPr>
                        <a:t>A6</a:t>
                      </a:r>
                      <a:endParaRPr lang="es-ES" sz="2400" b="0" dirty="0">
                        <a:solidFill>
                          <a:srgbClr val="3333FF"/>
                        </a:solidFill>
                        <a:latin typeface="Trebuchet MS" panose="020B0603020202020204" pitchFamily="34" charset="0"/>
                      </a:endParaRPr>
                    </a:p>
                  </a:txBody>
                  <a:tcPr marL="91451" marR="91451" marT="45732" marB="457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C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011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2400" b="0" dirty="0"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rPr>
                        <a:t>12:00</a:t>
                      </a:r>
                      <a:endParaRPr lang="es-ES" sz="2400" b="0" dirty="0">
                        <a:solidFill>
                          <a:srgbClr val="FF0000"/>
                        </a:solidFill>
                        <a:latin typeface="Trebuchet MS" panose="020B0603020202020204" pitchFamily="34" charset="0"/>
                      </a:endParaRPr>
                    </a:p>
                  </a:txBody>
                  <a:tcPr marL="91451" marR="91451" marT="45732" marB="457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2400" b="0" dirty="0"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rPr>
                        <a:t>12:00</a:t>
                      </a:r>
                      <a:endParaRPr lang="es-ES" sz="2400" b="0" dirty="0">
                        <a:solidFill>
                          <a:srgbClr val="FF0000"/>
                        </a:solidFill>
                        <a:latin typeface="Trebuchet MS" panose="020B0603020202020204" pitchFamily="34" charset="0"/>
                      </a:endParaRPr>
                    </a:p>
                  </a:txBody>
                  <a:tcPr marL="91451" marR="91451" marT="45732" marB="457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2400" b="0" dirty="0"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rPr>
                        <a:t>12:00</a:t>
                      </a:r>
                      <a:endParaRPr lang="es-ES" sz="2400" b="0" dirty="0">
                        <a:solidFill>
                          <a:srgbClr val="FF0000"/>
                        </a:solidFill>
                        <a:latin typeface="Trebuchet MS" panose="020B0603020202020204" pitchFamily="34" charset="0"/>
                      </a:endParaRPr>
                    </a:p>
                  </a:txBody>
                  <a:tcPr marL="91451" marR="91451" marT="45732" marB="457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2400" b="0" dirty="0"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rPr>
                        <a:t>12:00</a:t>
                      </a:r>
                      <a:endParaRPr lang="es-ES" sz="2400" b="0" dirty="0">
                        <a:solidFill>
                          <a:srgbClr val="FF0000"/>
                        </a:solidFill>
                        <a:latin typeface="Trebuchet MS" panose="020B0603020202020204" pitchFamily="34" charset="0"/>
                      </a:endParaRPr>
                    </a:p>
                  </a:txBody>
                  <a:tcPr marL="91451" marR="91451" marT="45732" marB="457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2400" b="0" dirty="0"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rPr>
                        <a:t>12:00</a:t>
                      </a:r>
                      <a:endParaRPr lang="es-ES" sz="2400" b="0" dirty="0">
                        <a:solidFill>
                          <a:srgbClr val="FF0000"/>
                        </a:solidFill>
                        <a:latin typeface="Trebuchet MS" panose="020B0603020202020204" pitchFamily="34" charset="0"/>
                      </a:endParaRPr>
                    </a:p>
                  </a:txBody>
                  <a:tcPr marL="91451" marR="91451" marT="45732" marB="457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0112">
                <a:tc>
                  <a:txBody>
                    <a:bodyPr/>
                    <a:lstStyle/>
                    <a:p>
                      <a:pPr algn="ctr"/>
                      <a:r>
                        <a:rPr lang="es-ES" sz="2400" b="0"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rPr>
                        <a:t>L2 | </a:t>
                      </a:r>
                      <a:r>
                        <a:rPr lang="es-ES" sz="2400" b="0">
                          <a:solidFill>
                            <a:srgbClr val="3333FF"/>
                          </a:solidFill>
                          <a:latin typeface="Trebuchet MS" panose="020B0603020202020204" pitchFamily="34" charset="0"/>
                        </a:rPr>
                        <a:t>A1</a:t>
                      </a:r>
                      <a:endParaRPr lang="es-ES" sz="2400" b="0" dirty="0">
                        <a:solidFill>
                          <a:srgbClr val="3333FF"/>
                        </a:solidFill>
                        <a:latin typeface="Trebuchet MS" panose="020B0603020202020204" pitchFamily="34" charset="0"/>
                      </a:endParaRPr>
                    </a:p>
                  </a:txBody>
                  <a:tcPr marL="91451" marR="91451" marT="45732" marB="457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CC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2400" b="0"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rPr>
                        <a:t>L4 | </a:t>
                      </a:r>
                      <a:r>
                        <a:rPr lang="es-ES" sz="2400" b="0">
                          <a:solidFill>
                            <a:srgbClr val="3333FF"/>
                          </a:solidFill>
                          <a:latin typeface="Trebuchet MS" panose="020B0603020202020204" pitchFamily="34" charset="0"/>
                        </a:rPr>
                        <a:t>A2</a:t>
                      </a:r>
                      <a:endParaRPr lang="es-ES" sz="2400" b="0" dirty="0">
                        <a:solidFill>
                          <a:srgbClr val="3333FF"/>
                        </a:solidFill>
                        <a:latin typeface="Trebuchet MS" panose="020B0603020202020204" pitchFamily="34" charset="0"/>
                      </a:endParaRPr>
                    </a:p>
                  </a:txBody>
                  <a:tcPr marL="91451" marR="91451" marT="45732" marB="457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CC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2400" b="0"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rPr>
                        <a:t>L6 | </a:t>
                      </a:r>
                      <a:r>
                        <a:rPr lang="es-ES" sz="2400" b="0">
                          <a:solidFill>
                            <a:srgbClr val="3333FF"/>
                          </a:solidFill>
                          <a:latin typeface="Trebuchet MS" panose="020B0603020202020204" pitchFamily="34" charset="0"/>
                        </a:rPr>
                        <a:t>A3</a:t>
                      </a:r>
                      <a:endParaRPr lang="es-ES" sz="2400" b="0" dirty="0">
                        <a:solidFill>
                          <a:srgbClr val="3333FF"/>
                        </a:solidFill>
                        <a:latin typeface="Trebuchet MS" panose="020B0603020202020204" pitchFamily="34" charset="0"/>
                      </a:endParaRPr>
                    </a:p>
                  </a:txBody>
                  <a:tcPr marL="91451" marR="91451" marT="45732" marB="457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CC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2400" b="0"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rPr>
                        <a:t>L8 | </a:t>
                      </a:r>
                      <a:r>
                        <a:rPr lang="es-ES" sz="2400" b="0">
                          <a:solidFill>
                            <a:srgbClr val="3333FF"/>
                          </a:solidFill>
                          <a:latin typeface="Trebuchet MS" panose="020B0603020202020204" pitchFamily="34" charset="0"/>
                        </a:rPr>
                        <a:t>A4</a:t>
                      </a:r>
                      <a:endParaRPr lang="es-ES" sz="2400" b="0" dirty="0">
                        <a:solidFill>
                          <a:srgbClr val="3333FF"/>
                        </a:solidFill>
                        <a:latin typeface="Trebuchet MS" panose="020B0603020202020204" pitchFamily="34" charset="0"/>
                      </a:endParaRPr>
                    </a:p>
                  </a:txBody>
                  <a:tcPr marL="91451" marR="91451" marT="45732" marB="457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CC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2400" b="0"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rPr>
                        <a:t>L10 | </a:t>
                      </a:r>
                      <a:r>
                        <a:rPr lang="es-ES" sz="2400" b="0">
                          <a:solidFill>
                            <a:srgbClr val="3333FF"/>
                          </a:solidFill>
                          <a:latin typeface="Trebuchet MS" panose="020B0603020202020204" pitchFamily="34" charset="0"/>
                        </a:rPr>
                        <a:t>A5</a:t>
                      </a:r>
                      <a:endParaRPr lang="es-ES" sz="2400" b="0" dirty="0">
                        <a:solidFill>
                          <a:srgbClr val="3333FF"/>
                        </a:solidFill>
                        <a:latin typeface="Trebuchet MS" panose="020B0603020202020204" pitchFamily="34" charset="0"/>
                      </a:endParaRPr>
                    </a:p>
                  </a:txBody>
                  <a:tcPr marL="91451" marR="91451" marT="45732" marB="457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C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011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2400" b="0" dirty="0"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rPr>
                        <a:t>16:00</a:t>
                      </a:r>
                    </a:p>
                  </a:txBody>
                  <a:tcPr marL="91451" marR="91451" marT="45732" marB="457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2400" b="0" dirty="0"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rPr>
                        <a:t>16:00</a:t>
                      </a:r>
                    </a:p>
                  </a:txBody>
                  <a:tcPr marL="91451" marR="91451" marT="45732" marB="457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2400" b="0" dirty="0"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rPr>
                        <a:t>16:00</a:t>
                      </a:r>
                    </a:p>
                  </a:txBody>
                  <a:tcPr marL="91451" marR="91451" marT="45732" marB="457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2400" b="0" dirty="0"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rPr>
                        <a:t>16:00</a:t>
                      </a:r>
                    </a:p>
                  </a:txBody>
                  <a:tcPr marL="91451" marR="91451" marT="45732" marB="457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2400" b="0" dirty="0"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rPr>
                        <a:t>16:00</a:t>
                      </a:r>
                    </a:p>
                  </a:txBody>
                  <a:tcPr marL="91451" marR="91451" marT="45732" marB="457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80112">
                <a:tc gridSpan="5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2400" b="0" dirty="0"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rPr>
                        <a:t>GRUPO CONVALIDAR</a:t>
                      </a:r>
                    </a:p>
                  </a:txBody>
                  <a:tcPr marL="91451" marR="91451" marT="45732" marB="457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CCFF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s-ES" sz="2400" b="0" dirty="0">
                        <a:solidFill>
                          <a:schemeClr val="tx1"/>
                        </a:solidFill>
                        <a:latin typeface="Trebuchet MS" panose="020B0603020202020204" pitchFamily="34" charset="0"/>
                      </a:endParaRPr>
                    </a:p>
                  </a:txBody>
                  <a:tcPr marL="91451" marR="91451" marT="45732" marB="457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CCFF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s-ES" sz="2400" b="0" dirty="0">
                        <a:solidFill>
                          <a:schemeClr val="tx1"/>
                        </a:solidFill>
                        <a:latin typeface="Trebuchet MS" panose="020B0603020202020204" pitchFamily="34" charset="0"/>
                      </a:endParaRPr>
                    </a:p>
                  </a:txBody>
                  <a:tcPr marL="91451" marR="91451" marT="45732" marB="457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CCFF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s-ES" sz="2400" b="0" dirty="0">
                        <a:solidFill>
                          <a:schemeClr val="tx1"/>
                        </a:solidFill>
                        <a:latin typeface="Trebuchet MS" panose="020B0603020202020204" pitchFamily="34" charset="0"/>
                      </a:endParaRPr>
                    </a:p>
                  </a:txBody>
                  <a:tcPr marL="91451" marR="91451" marT="45732" marB="457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CCFF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s-ES" sz="2400" b="0" dirty="0">
                        <a:solidFill>
                          <a:schemeClr val="tx1"/>
                        </a:solidFill>
                        <a:latin typeface="Trebuchet MS" panose="020B0603020202020204" pitchFamily="34" charset="0"/>
                      </a:endParaRPr>
                    </a:p>
                  </a:txBody>
                  <a:tcPr marL="91451" marR="91451" marT="45732" marB="457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C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0017154"/>
                  </a:ext>
                </a:extLst>
              </a:tr>
            </a:tbl>
          </a:graphicData>
        </a:graphic>
      </p:graphicFrame>
      <p:sp>
        <p:nvSpPr>
          <p:cNvPr id="11" name="Text Box 2"/>
          <p:cNvSpPr txBox="1">
            <a:spLocks noChangeArrowheads="1"/>
          </p:cNvSpPr>
          <p:nvPr/>
        </p:nvSpPr>
        <p:spPr bwMode="auto">
          <a:xfrm>
            <a:off x="4762114" y="345860"/>
            <a:ext cx="4073525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s-ES" sz="2000">
                <a:solidFill>
                  <a:schemeClr val="accent2"/>
                </a:solidFill>
                <a:latin typeface="Trebuchet MS" panose="020B0603020202020204" pitchFamily="34" charset="0"/>
              </a:rPr>
              <a:t>METODOLOGÍA DE LA ASIGNATURA</a:t>
            </a:r>
          </a:p>
        </p:txBody>
      </p:sp>
      <p:sp>
        <p:nvSpPr>
          <p:cNvPr id="5" name="Text Box 60">
            <a:extLst>
              <a:ext uri="{FF2B5EF4-FFF2-40B4-BE49-F238E27FC236}">
                <a16:creationId xmlns:a16="http://schemas.microsoft.com/office/drawing/2014/main" id="{499E4F08-7124-AA06-F6B2-262906C6E36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55819" y="5560847"/>
            <a:ext cx="7564315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s-ES" sz="2400">
                <a:solidFill>
                  <a:srgbClr val="FF0000"/>
                </a:solidFill>
                <a:latin typeface="Trebuchet MS" panose="020B0603020202020204" pitchFamily="34" charset="0"/>
              </a:rPr>
              <a:t>Se deben apuntar a él los repetidores que convalidan </a:t>
            </a:r>
            <a:r>
              <a:rPr lang="es-ES" sz="2400" u="sng">
                <a:solidFill>
                  <a:srgbClr val="FF0000"/>
                </a:solidFill>
                <a:latin typeface="Trebuchet MS" panose="020B0603020202020204" pitchFamily="34" charset="0"/>
              </a:rPr>
              <a:t>sin </a:t>
            </a:r>
            <a:r>
              <a:rPr lang="es-ES" sz="2400" u="sng" dirty="0">
                <a:solidFill>
                  <a:srgbClr val="FF0000"/>
                </a:solidFill>
                <a:latin typeface="Trebuchet MS" panose="020B0603020202020204" pitchFamily="34" charset="0"/>
              </a:rPr>
              <a:t>tratar de </a:t>
            </a:r>
            <a:r>
              <a:rPr lang="es-ES" sz="2400" u="sng">
                <a:solidFill>
                  <a:srgbClr val="FF0000"/>
                </a:solidFill>
                <a:latin typeface="Trebuchet MS" panose="020B0603020202020204" pitchFamily="34" charset="0"/>
              </a:rPr>
              <a:t>mejorar nada</a:t>
            </a:r>
            <a:endParaRPr lang="es-ES" sz="2400" dirty="0">
              <a:latin typeface="Trebuchet MS" panose="020B0603020202020204" pitchFamily="34" charset="0"/>
            </a:endParaRP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39161770-9E21-DAE6-21DB-756A84C0E2E0}"/>
              </a:ext>
            </a:extLst>
          </p:cNvPr>
          <p:cNvSpPr/>
          <p:nvPr/>
        </p:nvSpPr>
        <p:spPr bwMode="auto">
          <a:xfrm>
            <a:off x="1271324" y="4851133"/>
            <a:ext cx="7360075" cy="481937"/>
          </a:xfrm>
          <a:prstGeom prst="rect">
            <a:avLst/>
          </a:prstGeom>
          <a:noFill/>
          <a:ln w="762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rebuchet MS" panose="020B0603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95125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7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92" name="Text Box 55"/>
          <p:cNvSpPr txBox="1">
            <a:spLocks noChangeArrowheads="1"/>
          </p:cNvSpPr>
          <p:nvPr/>
        </p:nvSpPr>
        <p:spPr bwMode="auto">
          <a:xfrm>
            <a:off x="1264159" y="788159"/>
            <a:ext cx="7360077" cy="514738"/>
          </a:xfrm>
          <a:prstGeom prst="rect">
            <a:avLst/>
          </a:prstGeom>
          <a:solidFill>
            <a:srgbClr val="99CCFF"/>
          </a:solidFill>
          <a:ln>
            <a:noFill/>
          </a:ln>
          <a:effectLst/>
        </p:spPr>
        <p:txBody>
          <a:bodyPr wrap="square" lIns="108000" tIns="72000" rIns="108000" bIns="72000" anchor="ctr" anchorCtr="1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s-ES" sz="2400">
                <a:latin typeface="Trebuchet MS" panose="020B0603020202020204" pitchFamily="34" charset="0"/>
              </a:rPr>
              <a:t>GRUPOS DE LABORATORIO (L) Y DE AULA (A)</a:t>
            </a:r>
          </a:p>
        </p:txBody>
      </p:sp>
      <p:graphicFrame>
        <p:nvGraphicFramePr>
          <p:cNvPr id="2" name="Tabla 1"/>
          <p:cNvGraphicFramePr>
            <a:graphicFrameLocks noGrp="1"/>
          </p:cNvGraphicFramePr>
          <p:nvPr/>
        </p:nvGraphicFramePr>
        <p:xfrm>
          <a:off x="1271324" y="1492174"/>
          <a:ext cx="7360075" cy="3840896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472015">
                  <a:extLst>
                    <a:ext uri="{9D8B030D-6E8A-4147-A177-3AD203B41FA5}">
                      <a16:colId xmlns:a16="http://schemas.microsoft.com/office/drawing/2014/main" val="3599349372"/>
                    </a:ext>
                  </a:extLst>
                </a:gridCol>
                <a:gridCol w="147201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7201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7201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7201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80112">
                <a:tc>
                  <a:txBody>
                    <a:bodyPr/>
                    <a:lstStyle/>
                    <a:p>
                      <a:pPr algn="ctr"/>
                      <a:r>
                        <a:rPr lang="es-ES" sz="2400" b="0" dirty="0"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rPr>
                        <a:t>Lunes</a:t>
                      </a:r>
                    </a:p>
                  </a:txBody>
                  <a:tcPr marL="91451" marR="91451" marT="45732" marB="457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1BD6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2400" b="0" dirty="0"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rPr>
                        <a:t>Martes</a:t>
                      </a:r>
                    </a:p>
                  </a:txBody>
                  <a:tcPr marL="91451" marR="91451" marT="45732" marB="457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1BD6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2400" b="0" dirty="0"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rPr>
                        <a:t>Miércoles</a:t>
                      </a:r>
                    </a:p>
                  </a:txBody>
                  <a:tcPr marL="91451" marR="91451" marT="45732" marB="457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1BD6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2400" b="0" dirty="0"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rPr>
                        <a:t>Jueves</a:t>
                      </a:r>
                    </a:p>
                  </a:txBody>
                  <a:tcPr marL="91451" marR="91451" marT="45732" marB="457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1BD6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2400" b="0" dirty="0"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rPr>
                        <a:t>Viernes</a:t>
                      </a:r>
                    </a:p>
                  </a:txBody>
                  <a:tcPr marL="91451" marR="91451" marT="45732" marB="457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1BD6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24866033"/>
                  </a:ext>
                </a:extLst>
              </a:tr>
              <a:tr h="480112">
                <a:tc>
                  <a:txBody>
                    <a:bodyPr/>
                    <a:lstStyle/>
                    <a:p>
                      <a:pPr algn="ctr"/>
                      <a:endParaRPr lang="es-ES" sz="2400" b="0" dirty="0">
                        <a:solidFill>
                          <a:schemeClr val="tx1"/>
                        </a:solidFill>
                        <a:latin typeface="Trebuchet MS" panose="020B0603020202020204" pitchFamily="34" charset="0"/>
                      </a:endParaRPr>
                    </a:p>
                  </a:txBody>
                  <a:tcPr marL="91451" marR="91451" marT="45732" marB="457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2400" b="0"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rPr>
                        <a:t>L11</a:t>
                      </a:r>
                      <a:endParaRPr lang="es-ES" sz="2400" b="0" dirty="0">
                        <a:solidFill>
                          <a:schemeClr val="tx1"/>
                        </a:solidFill>
                        <a:latin typeface="Trebuchet MS" panose="020B0603020202020204" pitchFamily="34" charset="0"/>
                      </a:endParaRPr>
                    </a:p>
                  </a:txBody>
                  <a:tcPr marL="91451" marR="91451" marT="45732" marB="457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CC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2400" b="0"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rPr>
                        <a:t>L12 | </a:t>
                      </a:r>
                      <a:r>
                        <a:rPr lang="es-ES" sz="2400" b="0">
                          <a:solidFill>
                            <a:srgbClr val="3333FF"/>
                          </a:solidFill>
                          <a:latin typeface="Trebuchet MS" panose="020B0603020202020204" pitchFamily="34" charset="0"/>
                        </a:rPr>
                        <a:t>A8</a:t>
                      </a:r>
                      <a:endParaRPr lang="es-ES" sz="2400" b="0" dirty="0">
                        <a:solidFill>
                          <a:srgbClr val="3333FF"/>
                        </a:solidFill>
                        <a:latin typeface="Trebuchet MS" panose="020B0603020202020204" pitchFamily="34" charset="0"/>
                      </a:endParaRPr>
                    </a:p>
                  </a:txBody>
                  <a:tcPr marL="91451" marR="91451" marT="45732" marB="457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CC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2400" b="0"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rPr>
                        <a:t>L13</a:t>
                      </a:r>
                      <a:endParaRPr lang="es-ES" sz="2400" b="0" dirty="0">
                        <a:solidFill>
                          <a:srgbClr val="3333FF"/>
                        </a:solidFill>
                        <a:latin typeface="Trebuchet MS" panose="020B0603020202020204" pitchFamily="34" charset="0"/>
                      </a:endParaRPr>
                    </a:p>
                  </a:txBody>
                  <a:tcPr marL="91451" marR="91451" marT="45732" marB="457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CC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2400" b="0"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rPr>
                        <a:t>L14 </a:t>
                      </a:r>
                      <a:r>
                        <a:rPr lang="es-ES" sz="2400" b="0" dirty="0"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rPr>
                        <a:t>| </a:t>
                      </a:r>
                      <a:r>
                        <a:rPr lang="es-ES" sz="2400" b="0" dirty="0">
                          <a:solidFill>
                            <a:srgbClr val="3333FF"/>
                          </a:solidFill>
                          <a:latin typeface="Trebuchet MS" panose="020B0603020202020204" pitchFamily="34" charset="0"/>
                        </a:rPr>
                        <a:t>A7</a:t>
                      </a:r>
                    </a:p>
                  </a:txBody>
                  <a:tcPr marL="91451" marR="91451" marT="45732" marB="457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C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136994"/>
                  </a:ext>
                </a:extLst>
              </a:tr>
              <a:tr h="480112">
                <a:tc>
                  <a:txBody>
                    <a:bodyPr/>
                    <a:lstStyle/>
                    <a:p>
                      <a:pPr algn="ctr"/>
                      <a:endParaRPr lang="es-ES" sz="2400" b="0" dirty="0">
                        <a:solidFill>
                          <a:schemeClr val="tx1"/>
                        </a:solidFill>
                        <a:latin typeface="Trebuchet MS" panose="020B0603020202020204" pitchFamily="34" charset="0"/>
                      </a:endParaRPr>
                    </a:p>
                  </a:txBody>
                  <a:tcPr marL="91451" marR="91451" marT="45732" marB="457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2400" b="0"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rPr>
                        <a:t>08:30</a:t>
                      </a:r>
                    </a:p>
                  </a:txBody>
                  <a:tcPr marL="91451" marR="91451" marT="45732" marB="457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600" b="0"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rPr>
                        <a:t>08:30 | </a:t>
                      </a:r>
                      <a:r>
                        <a:rPr lang="es-ES" sz="1600" b="0">
                          <a:solidFill>
                            <a:srgbClr val="3333FF"/>
                          </a:solidFill>
                          <a:latin typeface="Trebuchet MS" panose="020B0603020202020204" pitchFamily="34" charset="0"/>
                        </a:rPr>
                        <a:t>09:00</a:t>
                      </a:r>
                      <a:endParaRPr lang="es-ES" sz="1600" b="0" dirty="0">
                        <a:solidFill>
                          <a:srgbClr val="3333FF"/>
                        </a:solidFill>
                        <a:latin typeface="Trebuchet MS" panose="020B0603020202020204" pitchFamily="34" charset="0"/>
                      </a:endParaRPr>
                    </a:p>
                  </a:txBody>
                  <a:tcPr marL="91451" marR="91451" marT="45732" marB="457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2400" b="0" dirty="0"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rPr>
                        <a:t>08:30</a:t>
                      </a:r>
                    </a:p>
                  </a:txBody>
                  <a:tcPr marL="91451" marR="91451" marT="45732" marB="457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600" b="0"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rPr>
                        <a:t>08:30 | </a:t>
                      </a:r>
                      <a:r>
                        <a:rPr lang="es-ES" sz="1600" b="0">
                          <a:solidFill>
                            <a:srgbClr val="3333FF"/>
                          </a:solidFill>
                          <a:latin typeface="Trebuchet MS" panose="020B0603020202020204" pitchFamily="34" charset="0"/>
                        </a:rPr>
                        <a:t>09:00</a:t>
                      </a:r>
                      <a:endParaRPr lang="es-ES" sz="1600" b="0" dirty="0">
                        <a:solidFill>
                          <a:schemeClr val="tx1"/>
                        </a:solidFill>
                        <a:latin typeface="Trebuchet MS" panose="020B0603020202020204" pitchFamily="34" charset="0"/>
                      </a:endParaRPr>
                    </a:p>
                  </a:txBody>
                  <a:tcPr marL="91451" marR="91451" marT="45732" marB="457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38288574"/>
                  </a:ext>
                </a:extLst>
              </a:tr>
              <a:tr h="480112">
                <a:tc>
                  <a:txBody>
                    <a:bodyPr/>
                    <a:lstStyle/>
                    <a:p>
                      <a:pPr algn="ctr"/>
                      <a:r>
                        <a:rPr lang="es-ES" sz="2400" b="0" dirty="0"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rPr>
                        <a:t>L1</a:t>
                      </a:r>
                    </a:p>
                  </a:txBody>
                  <a:tcPr marL="91451" marR="91451" marT="45732" marB="457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CC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2400" b="0"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rPr>
                        <a:t>L3</a:t>
                      </a:r>
                      <a:endParaRPr lang="es-ES" sz="2400" b="0" dirty="0">
                        <a:solidFill>
                          <a:schemeClr val="tx1"/>
                        </a:solidFill>
                        <a:latin typeface="Trebuchet MS" panose="020B0603020202020204" pitchFamily="34" charset="0"/>
                      </a:endParaRPr>
                    </a:p>
                  </a:txBody>
                  <a:tcPr marL="91451" marR="91451" marT="45732" marB="457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CC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2400" b="0"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rPr>
                        <a:t>L5</a:t>
                      </a:r>
                      <a:endParaRPr lang="es-ES" sz="2400" b="0" dirty="0">
                        <a:solidFill>
                          <a:schemeClr val="tx1"/>
                        </a:solidFill>
                        <a:latin typeface="Trebuchet MS" panose="020B0603020202020204" pitchFamily="34" charset="0"/>
                      </a:endParaRPr>
                    </a:p>
                  </a:txBody>
                  <a:tcPr marL="91451" marR="91451" marT="45732" marB="457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CC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2400" b="0"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rPr>
                        <a:t>L7</a:t>
                      </a:r>
                      <a:endParaRPr lang="es-ES" sz="2400" b="0" dirty="0">
                        <a:solidFill>
                          <a:schemeClr val="tx1"/>
                        </a:solidFill>
                        <a:latin typeface="Trebuchet MS" panose="020B0603020202020204" pitchFamily="34" charset="0"/>
                      </a:endParaRPr>
                    </a:p>
                  </a:txBody>
                  <a:tcPr marL="91451" marR="91451" marT="45732" marB="457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CC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2400" b="0"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rPr>
                        <a:t>L9 | </a:t>
                      </a:r>
                      <a:r>
                        <a:rPr lang="es-ES" sz="2400" b="0">
                          <a:solidFill>
                            <a:srgbClr val="3333FF"/>
                          </a:solidFill>
                          <a:latin typeface="Trebuchet MS" panose="020B0603020202020204" pitchFamily="34" charset="0"/>
                        </a:rPr>
                        <a:t>A6</a:t>
                      </a:r>
                      <a:endParaRPr lang="es-ES" sz="2400" b="0" dirty="0">
                        <a:solidFill>
                          <a:srgbClr val="3333FF"/>
                        </a:solidFill>
                        <a:latin typeface="Trebuchet MS" panose="020B0603020202020204" pitchFamily="34" charset="0"/>
                      </a:endParaRPr>
                    </a:p>
                  </a:txBody>
                  <a:tcPr marL="91451" marR="91451" marT="45732" marB="457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C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011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2400" b="0" dirty="0"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rPr>
                        <a:t>12:00</a:t>
                      </a:r>
                      <a:endParaRPr lang="es-ES" sz="2400" b="0" dirty="0">
                        <a:solidFill>
                          <a:srgbClr val="FF0000"/>
                        </a:solidFill>
                        <a:latin typeface="Trebuchet MS" panose="020B0603020202020204" pitchFamily="34" charset="0"/>
                      </a:endParaRPr>
                    </a:p>
                  </a:txBody>
                  <a:tcPr marL="91451" marR="91451" marT="45732" marB="457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2400" b="0" dirty="0"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rPr>
                        <a:t>12:00</a:t>
                      </a:r>
                      <a:endParaRPr lang="es-ES" sz="2400" b="0" dirty="0">
                        <a:solidFill>
                          <a:srgbClr val="FF0000"/>
                        </a:solidFill>
                        <a:latin typeface="Trebuchet MS" panose="020B0603020202020204" pitchFamily="34" charset="0"/>
                      </a:endParaRPr>
                    </a:p>
                  </a:txBody>
                  <a:tcPr marL="91451" marR="91451" marT="45732" marB="457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2400" b="0" dirty="0"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rPr>
                        <a:t>12:00</a:t>
                      </a:r>
                      <a:endParaRPr lang="es-ES" sz="2400" b="0" dirty="0">
                        <a:solidFill>
                          <a:srgbClr val="FF0000"/>
                        </a:solidFill>
                        <a:latin typeface="Trebuchet MS" panose="020B0603020202020204" pitchFamily="34" charset="0"/>
                      </a:endParaRPr>
                    </a:p>
                  </a:txBody>
                  <a:tcPr marL="91451" marR="91451" marT="45732" marB="457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2400" b="0" dirty="0"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rPr>
                        <a:t>12:00</a:t>
                      </a:r>
                      <a:endParaRPr lang="es-ES" sz="2400" b="0" dirty="0">
                        <a:solidFill>
                          <a:srgbClr val="FF0000"/>
                        </a:solidFill>
                        <a:latin typeface="Trebuchet MS" panose="020B0603020202020204" pitchFamily="34" charset="0"/>
                      </a:endParaRPr>
                    </a:p>
                  </a:txBody>
                  <a:tcPr marL="91451" marR="91451" marT="45732" marB="457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2400" b="0" dirty="0"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rPr>
                        <a:t>12:00</a:t>
                      </a:r>
                      <a:endParaRPr lang="es-ES" sz="2400" b="0" dirty="0">
                        <a:solidFill>
                          <a:srgbClr val="FF0000"/>
                        </a:solidFill>
                        <a:latin typeface="Trebuchet MS" panose="020B0603020202020204" pitchFamily="34" charset="0"/>
                      </a:endParaRPr>
                    </a:p>
                  </a:txBody>
                  <a:tcPr marL="91451" marR="91451" marT="45732" marB="457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0112">
                <a:tc>
                  <a:txBody>
                    <a:bodyPr/>
                    <a:lstStyle/>
                    <a:p>
                      <a:pPr algn="ctr"/>
                      <a:r>
                        <a:rPr lang="es-ES" sz="2400" b="0"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rPr>
                        <a:t>L2 | </a:t>
                      </a:r>
                      <a:r>
                        <a:rPr lang="es-ES" sz="2400" b="0">
                          <a:solidFill>
                            <a:srgbClr val="3333FF"/>
                          </a:solidFill>
                          <a:latin typeface="Trebuchet MS" panose="020B0603020202020204" pitchFamily="34" charset="0"/>
                        </a:rPr>
                        <a:t>A1</a:t>
                      </a:r>
                      <a:endParaRPr lang="es-ES" sz="2400" b="0" dirty="0">
                        <a:solidFill>
                          <a:srgbClr val="3333FF"/>
                        </a:solidFill>
                        <a:latin typeface="Trebuchet MS" panose="020B0603020202020204" pitchFamily="34" charset="0"/>
                      </a:endParaRPr>
                    </a:p>
                  </a:txBody>
                  <a:tcPr marL="91451" marR="91451" marT="45732" marB="457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CC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2400" b="0"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rPr>
                        <a:t>L4 | </a:t>
                      </a:r>
                      <a:r>
                        <a:rPr lang="es-ES" sz="2400" b="0">
                          <a:solidFill>
                            <a:srgbClr val="3333FF"/>
                          </a:solidFill>
                          <a:latin typeface="Trebuchet MS" panose="020B0603020202020204" pitchFamily="34" charset="0"/>
                        </a:rPr>
                        <a:t>A2</a:t>
                      </a:r>
                      <a:endParaRPr lang="es-ES" sz="2400" b="0" dirty="0">
                        <a:solidFill>
                          <a:srgbClr val="3333FF"/>
                        </a:solidFill>
                        <a:latin typeface="Trebuchet MS" panose="020B0603020202020204" pitchFamily="34" charset="0"/>
                      </a:endParaRPr>
                    </a:p>
                  </a:txBody>
                  <a:tcPr marL="91451" marR="91451" marT="45732" marB="457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CC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2400" b="0"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rPr>
                        <a:t>L6 | </a:t>
                      </a:r>
                      <a:r>
                        <a:rPr lang="es-ES" sz="2400" b="0">
                          <a:solidFill>
                            <a:srgbClr val="3333FF"/>
                          </a:solidFill>
                          <a:latin typeface="Trebuchet MS" panose="020B0603020202020204" pitchFamily="34" charset="0"/>
                        </a:rPr>
                        <a:t>A3</a:t>
                      </a:r>
                      <a:endParaRPr lang="es-ES" sz="2400" b="0" dirty="0">
                        <a:solidFill>
                          <a:srgbClr val="3333FF"/>
                        </a:solidFill>
                        <a:latin typeface="Trebuchet MS" panose="020B0603020202020204" pitchFamily="34" charset="0"/>
                      </a:endParaRPr>
                    </a:p>
                  </a:txBody>
                  <a:tcPr marL="91451" marR="91451" marT="45732" marB="457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CC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2400" b="0"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rPr>
                        <a:t>L8 | </a:t>
                      </a:r>
                      <a:r>
                        <a:rPr lang="es-ES" sz="2400" b="0">
                          <a:solidFill>
                            <a:srgbClr val="3333FF"/>
                          </a:solidFill>
                          <a:latin typeface="Trebuchet MS" panose="020B0603020202020204" pitchFamily="34" charset="0"/>
                        </a:rPr>
                        <a:t>A4</a:t>
                      </a:r>
                      <a:endParaRPr lang="es-ES" sz="2400" b="0" dirty="0">
                        <a:solidFill>
                          <a:srgbClr val="3333FF"/>
                        </a:solidFill>
                        <a:latin typeface="Trebuchet MS" panose="020B0603020202020204" pitchFamily="34" charset="0"/>
                      </a:endParaRPr>
                    </a:p>
                  </a:txBody>
                  <a:tcPr marL="91451" marR="91451" marT="45732" marB="457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CC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2400" b="0"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rPr>
                        <a:t>L10 | </a:t>
                      </a:r>
                      <a:r>
                        <a:rPr lang="es-ES" sz="2400" b="0">
                          <a:solidFill>
                            <a:srgbClr val="3333FF"/>
                          </a:solidFill>
                          <a:latin typeface="Trebuchet MS" panose="020B0603020202020204" pitchFamily="34" charset="0"/>
                        </a:rPr>
                        <a:t>A5</a:t>
                      </a:r>
                      <a:endParaRPr lang="es-ES" sz="2400" b="0" dirty="0">
                        <a:solidFill>
                          <a:srgbClr val="3333FF"/>
                        </a:solidFill>
                        <a:latin typeface="Trebuchet MS" panose="020B0603020202020204" pitchFamily="34" charset="0"/>
                      </a:endParaRPr>
                    </a:p>
                  </a:txBody>
                  <a:tcPr marL="91451" marR="91451" marT="45732" marB="457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C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011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2400" b="0" dirty="0"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rPr>
                        <a:t>16:00</a:t>
                      </a:r>
                    </a:p>
                  </a:txBody>
                  <a:tcPr marL="91451" marR="91451" marT="45732" marB="457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2400" b="0" dirty="0"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rPr>
                        <a:t>16:00</a:t>
                      </a:r>
                    </a:p>
                  </a:txBody>
                  <a:tcPr marL="91451" marR="91451" marT="45732" marB="457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2400" b="0" dirty="0"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rPr>
                        <a:t>16:00</a:t>
                      </a:r>
                    </a:p>
                  </a:txBody>
                  <a:tcPr marL="91451" marR="91451" marT="45732" marB="457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2400" b="0" dirty="0"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rPr>
                        <a:t>16:00</a:t>
                      </a:r>
                    </a:p>
                  </a:txBody>
                  <a:tcPr marL="91451" marR="91451" marT="45732" marB="457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2400" b="0" dirty="0"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rPr>
                        <a:t>16:00</a:t>
                      </a:r>
                    </a:p>
                  </a:txBody>
                  <a:tcPr marL="91451" marR="91451" marT="45732" marB="457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80112">
                <a:tc gridSpan="5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2400" b="0" dirty="0"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rPr>
                        <a:t>GRUPO CONVALIDAR</a:t>
                      </a:r>
                    </a:p>
                  </a:txBody>
                  <a:tcPr marL="91451" marR="91451" marT="45732" marB="457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CCFF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s-ES" sz="2400" b="0" dirty="0">
                        <a:solidFill>
                          <a:schemeClr val="tx1"/>
                        </a:solidFill>
                        <a:latin typeface="Trebuchet MS" panose="020B0603020202020204" pitchFamily="34" charset="0"/>
                      </a:endParaRPr>
                    </a:p>
                  </a:txBody>
                  <a:tcPr marL="91451" marR="91451" marT="45732" marB="457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CCFF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s-ES" sz="2400" b="0" dirty="0">
                        <a:solidFill>
                          <a:schemeClr val="tx1"/>
                        </a:solidFill>
                        <a:latin typeface="Trebuchet MS" panose="020B0603020202020204" pitchFamily="34" charset="0"/>
                      </a:endParaRPr>
                    </a:p>
                  </a:txBody>
                  <a:tcPr marL="91451" marR="91451" marT="45732" marB="457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CCFF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s-ES" sz="2400" b="0" dirty="0">
                        <a:solidFill>
                          <a:schemeClr val="tx1"/>
                        </a:solidFill>
                        <a:latin typeface="Trebuchet MS" panose="020B0603020202020204" pitchFamily="34" charset="0"/>
                      </a:endParaRPr>
                    </a:p>
                  </a:txBody>
                  <a:tcPr marL="91451" marR="91451" marT="45732" marB="457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CCFF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s-ES" sz="2400" b="0" dirty="0">
                        <a:solidFill>
                          <a:schemeClr val="tx1"/>
                        </a:solidFill>
                        <a:latin typeface="Trebuchet MS" panose="020B0603020202020204" pitchFamily="34" charset="0"/>
                      </a:endParaRPr>
                    </a:p>
                  </a:txBody>
                  <a:tcPr marL="91451" marR="91451" marT="45732" marB="457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C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0017154"/>
                  </a:ext>
                </a:extLst>
              </a:tr>
            </a:tbl>
          </a:graphicData>
        </a:graphic>
      </p:graphicFrame>
      <p:sp>
        <p:nvSpPr>
          <p:cNvPr id="11" name="Text Box 2"/>
          <p:cNvSpPr txBox="1">
            <a:spLocks noChangeArrowheads="1"/>
          </p:cNvSpPr>
          <p:nvPr/>
        </p:nvSpPr>
        <p:spPr bwMode="auto">
          <a:xfrm>
            <a:off x="4762114" y="345860"/>
            <a:ext cx="4073525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s-ES" sz="2000">
                <a:solidFill>
                  <a:schemeClr val="accent2"/>
                </a:solidFill>
                <a:latin typeface="Trebuchet MS" panose="020B0603020202020204" pitchFamily="34" charset="0"/>
              </a:rPr>
              <a:t>METODOLOGÍA DE LA ASIGNATURA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39161770-9E21-DAE6-21DB-756A84C0E2E0}"/>
              </a:ext>
            </a:extLst>
          </p:cNvPr>
          <p:cNvSpPr/>
          <p:nvPr/>
        </p:nvSpPr>
        <p:spPr bwMode="auto">
          <a:xfrm>
            <a:off x="1271324" y="4851133"/>
            <a:ext cx="7360075" cy="481937"/>
          </a:xfrm>
          <a:prstGeom prst="rect">
            <a:avLst/>
          </a:prstGeom>
          <a:noFill/>
          <a:ln w="762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rebuchet MS" panose="020B0603020202020204" pitchFamily="34" charset="0"/>
            </a:endParaRPr>
          </a:p>
        </p:txBody>
      </p:sp>
      <p:sp>
        <p:nvSpPr>
          <p:cNvPr id="3" name="Text Box 60">
            <a:extLst>
              <a:ext uri="{FF2B5EF4-FFF2-40B4-BE49-F238E27FC236}">
                <a16:creationId xmlns:a16="http://schemas.microsoft.com/office/drawing/2014/main" id="{01664DF5-6C1B-6783-321F-4C34B4ACED0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64160" y="5553335"/>
            <a:ext cx="7367240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s-ES" sz="2400">
                <a:solidFill>
                  <a:srgbClr val="FF0000"/>
                </a:solidFill>
                <a:latin typeface="Trebuchet MS" panose="020B0603020202020204" pitchFamily="34" charset="0"/>
              </a:rPr>
              <a:t>o que </a:t>
            </a:r>
            <a:r>
              <a:rPr lang="es-ES" sz="2400" u="sng">
                <a:solidFill>
                  <a:srgbClr val="FF0000"/>
                </a:solidFill>
                <a:latin typeface="Trebuchet MS" panose="020B0603020202020204" pitchFamily="34" charset="0"/>
              </a:rPr>
              <a:t>sólo tratarán de mejorar notas de ejercicios</a:t>
            </a:r>
            <a:r>
              <a:rPr lang="es-ES" sz="2400">
                <a:solidFill>
                  <a:srgbClr val="FF0000"/>
                </a:solidFill>
                <a:latin typeface="Trebuchet MS" panose="020B0603020202020204" pitchFamily="34" charset="0"/>
              </a:rPr>
              <a:t>. En este caso asisten al grupo de aula que quieran </a:t>
            </a:r>
            <a:endParaRPr lang="es-ES" sz="2400" dirty="0">
              <a:solidFill>
                <a:srgbClr val="FF0000"/>
              </a:solidFill>
              <a:latin typeface="Trebuchet MS" panose="020B0603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664696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92" name="Text Box 55"/>
          <p:cNvSpPr txBox="1">
            <a:spLocks noChangeArrowheads="1"/>
          </p:cNvSpPr>
          <p:nvPr/>
        </p:nvSpPr>
        <p:spPr bwMode="auto">
          <a:xfrm>
            <a:off x="1264159" y="788159"/>
            <a:ext cx="7360077" cy="514738"/>
          </a:xfrm>
          <a:prstGeom prst="rect">
            <a:avLst/>
          </a:prstGeom>
          <a:solidFill>
            <a:srgbClr val="99CCFF"/>
          </a:solidFill>
          <a:ln>
            <a:noFill/>
          </a:ln>
          <a:effectLst/>
        </p:spPr>
        <p:txBody>
          <a:bodyPr wrap="square" lIns="108000" tIns="72000" rIns="108000" bIns="72000" anchor="ctr" anchorCtr="1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s-ES" sz="2400">
                <a:latin typeface="Trebuchet MS" panose="020B0603020202020204" pitchFamily="34" charset="0"/>
              </a:rPr>
              <a:t>GRUPOS DE LABORATORIO (L) Y DE AULA (A)</a:t>
            </a:r>
          </a:p>
        </p:txBody>
      </p:sp>
      <p:graphicFrame>
        <p:nvGraphicFramePr>
          <p:cNvPr id="2" name="Tabla 1"/>
          <p:cNvGraphicFramePr>
            <a:graphicFrameLocks noGrp="1"/>
          </p:cNvGraphicFramePr>
          <p:nvPr/>
        </p:nvGraphicFramePr>
        <p:xfrm>
          <a:off x="1271324" y="1492174"/>
          <a:ext cx="7360075" cy="3840896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472015">
                  <a:extLst>
                    <a:ext uri="{9D8B030D-6E8A-4147-A177-3AD203B41FA5}">
                      <a16:colId xmlns:a16="http://schemas.microsoft.com/office/drawing/2014/main" val="3599349372"/>
                    </a:ext>
                  </a:extLst>
                </a:gridCol>
                <a:gridCol w="147201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7201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7201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7201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80112">
                <a:tc>
                  <a:txBody>
                    <a:bodyPr/>
                    <a:lstStyle/>
                    <a:p>
                      <a:pPr algn="ctr"/>
                      <a:r>
                        <a:rPr lang="es-ES" sz="2400" b="0" dirty="0"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rPr>
                        <a:t>Lunes</a:t>
                      </a:r>
                    </a:p>
                  </a:txBody>
                  <a:tcPr marL="91451" marR="91451" marT="45732" marB="457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1BD6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2400" b="0" dirty="0"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rPr>
                        <a:t>Martes</a:t>
                      </a:r>
                    </a:p>
                  </a:txBody>
                  <a:tcPr marL="91451" marR="91451" marT="45732" marB="457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1BD6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2400" b="0" dirty="0"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rPr>
                        <a:t>Miércoles</a:t>
                      </a:r>
                    </a:p>
                  </a:txBody>
                  <a:tcPr marL="91451" marR="91451" marT="45732" marB="457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1BD6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2400" b="0" dirty="0"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rPr>
                        <a:t>Jueves</a:t>
                      </a:r>
                    </a:p>
                  </a:txBody>
                  <a:tcPr marL="91451" marR="91451" marT="45732" marB="457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1BD6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2400" b="0" dirty="0"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rPr>
                        <a:t>Viernes</a:t>
                      </a:r>
                    </a:p>
                  </a:txBody>
                  <a:tcPr marL="91451" marR="91451" marT="45732" marB="457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1BD6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24866033"/>
                  </a:ext>
                </a:extLst>
              </a:tr>
              <a:tr h="480112">
                <a:tc>
                  <a:txBody>
                    <a:bodyPr/>
                    <a:lstStyle/>
                    <a:p>
                      <a:pPr algn="ctr"/>
                      <a:endParaRPr lang="es-ES" sz="2400" b="0" dirty="0">
                        <a:solidFill>
                          <a:schemeClr val="tx1"/>
                        </a:solidFill>
                        <a:latin typeface="Trebuchet MS" panose="020B0603020202020204" pitchFamily="34" charset="0"/>
                      </a:endParaRPr>
                    </a:p>
                  </a:txBody>
                  <a:tcPr marL="91451" marR="91451" marT="45732" marB="457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2400" b="0"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rPr>
                        <a:t>L11</a:t>
                      </a:r>
                      <a:endParaRPr lang="es-ES" sz="2400" b="0" dirty="0">
                        <a:solidFill>
                          <a:schemeClr val="tx1"/>
                        </a:solidFill>
                        <a:latin typeface="Trebuchet MS" panose="020B0603020202020204" pitchFamily="34" charset="0"/>
                      </a:endParaRPr>
                    </a:p>
                  </a:txBody>
                  <a:tcPr marL="91451" marR="91451" marT="45732" marB="457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CC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2400" b="0"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rPr>
                        <a:t>L12 | </a:t>
                      </a:r>
                      <a:r>
                        <a:rPr lang="es-ES" sz="2400" b="0">
                          <a:solidFill>
                            <a:srgbClr val="3333FF"/>
                          </a:solidFill>
                          <a:latin typeface="Trebuchet MS" panose="020B0603020202020204" pitchFamily="34" charset="0"/>
                        </a:rPr>
                        <a:t>A8</a:t>
                      </a:r>
                      <a:endParaRPr lang="es-ES" sz="2400" b="0" dirty="0">
                        <a:solidFill>
                          <a:srgbClr val="3333FF"/>
                        </a:solidFill>
                        <a:latin typeface="Trebuchet MS" panose="020B0603020202020204" pitchFamily="34" charset="0"/>
                      </a:endParaRPr>
                    </a:p>
                  </a:txBody>
                  <a:tcPr marL="91451" marR="91451" marT="45732" marB="457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CC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2400" b="0"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rPr>
                        <a:t>L13</a:t>
                      </a:r>
                      <a:endParaRPr lang="es-ES" sz="2400" b="0" dirty="0">
                        <a:solidFill>
                          <a:srgbClr val="3333FF"/>
                        </a:solidFill>
                        <a:latin typeface="Trebuchet MS" panose="020B0603020202020204" pitchFamily="34" charset="0"/>
                      </a:endParaRPr>
                    </a:p>
                  </a:txBody>
                  <a:tcPr marL="91451" marR="91451" marT="45732" marB="457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CC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2400" b="0"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rPr>
                        <a:t>L14 </a:t>
                      </a:r>
                      <a:r>
                        <a:rPr lang="es-ES" sz="2400" b="0" dirty="0"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rPr>
                        <a:t>| </a:t>
                      </a:r>
                      <a:r>
                        <a:rPr lang="es-ES" sz="2400" b="0" dirty="0">
                          <a:solidFill>
                            <a:srgbClr val="3333FF"/>
                          </a:solidFill>
                          <a:latin typeface="Trebuchet MS" panose="020B0603020202020204" pitchFamily="34" charset="0"/>
                        </a:rPr>
                        <a:t>A7</a:t>
                      </a:r>
                    </a:p>
                  </a:txBody>
                  <a:tcPr marL="91451" marR="91451" marT="45732" marB="457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C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136994"/>
                  </a:ext>
                </a:extLst>
              </a:tr>
              <a:tr h="480112">
                <a:tc>
                  <a:txBody>
                    <a:bodyPr/>
                    <a:lstStyle/>
                    <a:p>
                      <a:pPr algn="ctr"/>
                      <a:endParaRPr lang="es-ES" sz="2400" b="0" dirty="0">
                        <a:solidFill>
                          <a:schemeClr val="tx1"/>
                        </a:solidFill>
                        <a:latin typeface="Trebuchet MS" panose="020B0603020202020204" pitchFamily="34" charset="0"/>
                      </a:endParaRPr>
                    </a:p>
                  </a:txBody>
                  <a:tcPr marL="91451" marR="91451" marT="45732" marB="457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2400" b="0"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rPr>
                        <a:t>08:30</a:t>
                      </a:r>
                    </a:p>
                  </a:txBody>
                  <a:tcPr marL="91451" marR="91451" marT="45732" marB="457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600" b="0"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rPr>
                        <a:t>08:30 | </a:t>
                      </a:r>
                      <a:r>
                        <a:rPr lang="es-ES" sz="1600" b="0">
                          <a:solidFill>
                            <a:srgbClr val="3333FF"/>
                          </a:solidFill>
                          <a:latin typeface="Trebuchet MS" panose="020B0603020202020204" pitchFamily="34" charset="0"/>
                        </a:rPr>
                        <a:t>09:00</a:t>
                      </a:r>
                      <a:endParaRPr lang="es-ES" sz="1600" b="0" dirty="0">
                        <a:solidFill>
                          <a:srgbClr val="3333FF"/>
                        </a:solidFill>
                        <a:latin typeface="Trebuchet MS" panose="020B0603020202020204" pitchFamily="34" charset="0"/>
                      </a:endParaRPr>
                    </a:p>
                  </a:txBody>
                  <a:tcPr marL="91451" marR="91451" marT="45732" marB="457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2400" b="0" dirty="0"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rPr>
                        <a:t>08:30</a:t>
                      </a:r>
                    </a:p>
                  </a:txBody>
                  <a:tcPr marL="91451" marR="91451" marT="45732" marB="457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600" b="0"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rPr>
                        <a:t>08:30 | </a:t>
                      </a:r>
                      <a:r>
                        <a:rPr lang="es-ES" sz="1600" b="0">
                          <a:solidFill>
                            <a:srgbClr val="3333FF"/>
                          </a:solidFill>
                          <a:latin typeface="Trebuchet MS" panose="020B0603020202020204" pitchFamily="34" charset="0"/>
                        </a:rPr>
                        <a:t>09:00</a:t>
                      </a:r>
                      <a:endParaRPr lang="es-ES" sz="1600" b="0" dirty="0">
                        <a:solidFill>
                          <a:schemeClr val="tx1"/>
                        </a:solidFill>
                        <a:latin typeface="Trebuchet MS" panose="020B0603020202020204" pitchFamily="34" charset="0"/>
                      </a:endParaRPr>
                    </a:p>
                  </a:txBody>
                  <a:tcPr marL="91451" marR="91451" marT="45732" marB="457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38288574"/>
                  </a:ext>
                </a:extLst>
              </a:tr>
              <a:tr h="480112">
                <a:tc>
                  <a:txBody>
                    <a:bodyPr/>
                    <a:lstStyle/>
                    <a:p>
                      <a:pPr algn="ctr"/>
                      <a:r>
                        <a:rPr lang="es-ES" sz="2400" b="0" dirty="0"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rPr>
                        <a:t>L1</a:t>
                      </a:r>
                    </a:p>
                  </a:txBody>
                  <a:tcPr marL="91451" marR="91451" marT="45732" marB="457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CC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2400" b="0"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rPr>
                        <a:t>L3</a:t>
                      </a:r>
                      <a:endParaRPr lang="es-ES" sz="2400" b="0" dirty="0">
                        <a:solidFill>
                          <a:schemeClr val="tx1"/>
                        </a:solidFill>
                        <a:latin typeface="Trebuchet MS" panose="020B0603020202020204" pitchFamily="34" charset="0"/>
                      </a:endParaRPr>
                    </a:p>
                  </a:txBody>
                  <a:tcPr marL="91451" marR="91451" marT="45732" marB="457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CC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2400" b="0"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rPr>
                        <a:t>L5</a:t>
                      </a:r>
                      <a:endParaRPr lang="es-ES" sz="2400" b="0" dirty="0">
                        <a:solidFill>
                          <a:schemeClr val="tx1"/>
                        </a:solidFill>
                        <a:latin typeface="Trebuchet MS" panose="020B0603020202020204" pitchFamily="34" charset="0"/>
                      </a:endParaRPr>
                    </a:p>
                  </a:txBody>
                  <a:tcPr marL="91451" marR="91451" marT="45732" marB="457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CC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2400" b="0"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rPr>
                        <a:t>L7</a:t>
                      </a:r>
                      <a:endParaRPr lang="es-ES" sz="2400" b="0" dirty="0">
                        <a:solidFill>
                          <a:schemeClr val="tx1"/>
                        </a:solidFill>
                        <a:latin typeface="Trebuchet MS" panose="020B0603020202020204" pitchFamily="34" charset="0"/>
                      </a:endParaRPr>
                    </a:p>
                  </a:txBody>
                  <a:tcPr marL="91451" marR="91451" marT="45732" marB="457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CC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2400" b="0"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rPr>
                        <a:t>L9 | </a:t>
                      </a:r>
                      <a:r>
                        <a:rPr lang="es-ES" sz="2400" b="0">
                          <a:solidFill>
                            <a:srgbClr val="3333FF"/>
                          </a:solidFill>
                          <a:latin typeface="Trebuchet MS" panose="020B0603020202020204" pitchFamily="34" charset="0"/>
                        </a:rPr>
                        <a:t>A6</a:t>
                      </a:r>
                      <a:endParaRPr lang="es-ES" sz="2400" b="0" dirty="0">
                        <a:solidFill>
                          <a:srgbClr val="3333FF"/>
                        </a:solidFill>
                        <a:latin typeface="Trebuchet MS" panose="020B0603020202020204" pitchFamily="34" charset="0"/>
                      </a:endParaRPr>
                    </a:p>
                  </a:txBody>
                  <a:tcPr marL="91451" marR="91451" marT="45732" marB="457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C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011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2400" b="0" dirty="0"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rPr>
                        <a:t>12:00</a:t>
                      </a:r>
                      <a:endParaRPr lang="es-ES" sz="2400" b="0" dirty="0">
                        <a:solidFill>
                          <a:srgbClr val="FF0000"/>
                        </a:solidFill>
                        <a:latin typeface="Trebuchet MS" panose="020B0603020202020204" pitchFamily="34" charset="0"/>
                      </a:endParaRPr>
                    </a:p>
                  </a:txBody>
                  <a:tcPr marL="91451" marR="91451" marT="45732" marB="457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2400" b="0" dirty="0"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rPr>
                        <a:t>12:00</a:t>
                      </a:r>
                      <a:endParaRPr lang="es-ES" sz="2400" b="0" dirty="0">
                        <a:solidFill>
                          <a:srgbClr val="FF0000"/>
                        </a:solidFill>
                        <a:latin typeface="Trebuchet MS" panose="020B0603020202020204" pitchFamily="34" charset="0"/>
                      </a:endParaRPr>
                    </a:p>
                  </a:txBody>
                  <a:tcPr marL="91451" marR="91451" marT="45732" marB="457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2400" b="0" dirty="0"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rPr>
                        <a:t>12:00</a:t>
                      </a:r>
                      <a:endParaRPr lang="es-ES" sz="2400" b="0" dirty="0">
                        <a:solidFill>
                          <a:srgbClr val="FF0000"/>
                        </a:solidFill>
                        <a:latin typeface="Trebuchet MS" panose="020B0603020202020204" pitchFamily="34" charset="0"/>
                      </a:endParaRPr>
                    </a:p>
                  </a:txBody>
                  <a:tcPr marL="91451" marR="91451" marT="45732" marB="457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2400" b="0" dirty="0"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rPr>
                        <a:t>12:00</a:t>
                      </a:r>
                      <a:endParaRPr lang="es-ES" sz="2400" b="0" dirty="0">
                        <a:solidFill>
                          <a:srgbClr val="FF0000"/>
                        </a:solidFill>
                        <a:latin typeface="Trebuchet MS" panose="020B0603020202020204" pitchFamily="34" charset="0"/>
                      </a:endParaRPr>
                    </a:p>
                  </a:txBody>
                  <a:tcPr marL="91451" marR="91451" marT="45732" marB="457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2400" b="0" dirty="0"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rPr>
                        <a:t>12:00</a:t>
                      </a:r>
                      <a:endParaRPr lang="es-ES" sz="2400" b="0" dirty="0">
                        <a:solidFill>
                          <a:srgbClr val="FF0000"/>
                        </a:solidFill>
                        <a:latin typeface="Trebuchet MS" panose="020B0603020202020204" pitchFamily="34" charset="0"/>
                      </a:endParaRPr>
                    </a:p>
                  </a:txBody>
                  <a:tcPr marL="91451" marR="91451" marT="45732" marB="457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0112">
                <a:tc>
                  <a:txBody>
                    <a:bodyPr/>
                    <a:lstStyle/>
                    <a:p>
                      <a:pPr algn="ctr"/>
                      <a:r>
                        <a:rPr lang="es-ES" sz="2400" b="0"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rPr>
                        <a:t>L2 | </a:t>
                      </a:r>
                      <a:r>
                        <a:rPr lang="es-ES" sz="2400" b="0">
                          <a:solidFill>
                            <a:srgbClr val="3333FF"/>
                          </a:solidFill>
                          <a:latin typeface="Trebuchet MS" panose="020B0603020202020204" pitchFamily="34" charset="0"/>
                        </a:rPr>
                        <a:t>A1</a:t>
                      </a:r>
                      <a:endParaRPr lang="es-ES" sz="2400" b="0" dirty="0">
                        <a:solidFill>
                          <a:srgbClr val="3333FF"/>
                        </a:solidFill>
                        <a:latin typeface="Trebuchet MS" panose="020B0603020202020204" pitchFamily="34" charset="0"/>
                      </a:endParaRPr>
                    </a:p>
                  </a:txBody>
                  <a:tcPr marL="91451" marR="91451" marT="45732" marB="457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CC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2400" b="0"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rPr>
                        <a:t>L4 | </a:t>
                      </a:r>
                      <a:r>
                        <a:rPr lang="es-ES" sz="2400" b="0">
                          <a:solidFill>
                            <a:srgbClr val="3333FF"/>
                          </a:solidFill>
                          <a:latin typeface="Trebuchet MS" panose="020B0603020202020204" pitchFamily="34" charset="0"/>
                        </a:rPr>
                        <a:t>A2</a:t>
                      </a:r>
                      <a:endParaRPr lang="es-ES" sz="2400" b="0" dirty="0">
                        <a:solidFill>
                          <a:srgbClr val="3333FF"/>
                        </a:solidFill>
                        <a:latin typeface="Trebuchet MS" panose="020B0603020202020204" pitchFamily="34" charset="0"/>
                      </a:endParaRPr>
                    </a:p>
                  </a:txBody>
                  <a:tcPr marL="91451" marR="91451" marT="45732" marB="457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CC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2400" b="0"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rPr>
                        <a:t>L6 | </a:t>
                      </a:r>
                      <a:r>
                        <a:rPr lang="es-ES" sz="2400" b="0">
                          <a:solidFill>
                            <a:srgbClr val="3333FF"/>
                          </a:solidFill>
                          <a:latin typeface="Trebuchet MS" panose="020B0603020202020204" pitchFamily="34" charset="0"/>
                        </a:rPr>
                        <a:t>A3</a:t>
                      </a:r>
                      <a:endParaRPr lang="es-ES" sz="2400" b="0" dirty="0">
                        <a:solidFill>
                          <a:srgbClr val="3333FF"/>
                        </a:solidFill>
                        <a:latin typeface="Trebuchet MS" panose="020B0603020202020204" pitchFamily="34" charset="0"/>
                      </a:endParaRPr>
                    </a:p>
                  </a:txBody>
                  <a:tcPr marL="91451" marR="91451" marT="45732" marB="457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CC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2400" b="0"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rPr>
                        <a:t>L8 | </a:t>
                      </a:r>
                      <a:r>
                        <a:rPr lang="es-ES" sz="2400" b="0">
                          <a:solidFill>
                            <a:srgbClr val="3333FF"/>
                          </a:solidFill>
                          <a:latin typeface="Trebuchet MS" panose="020B0603020202020204" pitchFamily="34" charset="0"/>
                        </a:rPr>
                        <a:t>A4</a:t>
                      </a:r>
                      <a:endParaRPr lang="es-ES" sz="2400" b="0" dirty="0">
                        <a:solidFill>
                          <a:srgbClr val="3333FF"/>
                        </a:solidFill>
                        <a:latin typeface="Trebuchet MS" panose="020B0603020202020204" pitchFamily="34" charset="0"/>
                      </a:endParaRPr>
                    </a:p>
                  </a:txBody>
                  <a:tcPr marL="91451" marR="91451" marT="45732" marB="457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CC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2400" b="0"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rPr>
                        <a:t>L10 | </a:t>
                      </a:r>
                      <a:r>
                        <a:rPr lang="es-ES" sz="2400" b="0">
                          <a:solidFill>
                            <a:srgbClr val="3333FF"/>
                          </a:solidFill>
                          <a:latin typeface="Trebuchet MS" panose="020B0603020202020204" pitchFamily="34" charset="0"/>
                        </a:rPr>
                        <a:t>A5</a:t>
                      </a:r>
                      <a:endParaRPr lang="es-ES" sz="2400" b="0" dirty="0">
                        <a:solidFill>
                          <a:srgbClr val="3333FF"/>
                        </a:solidFill>
                        <a:latin typeface="Trebuchet MS" panose="020B0603020202020204" pitchFamily="34" charset="0"/>
                      </a:endParaRPr>
                    </a:p>
                  </a:txBody>
                  <a:tcPr marL="91451" marR="91451" marT="45732" marB="457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C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011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2400" b="0" dirty="0"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rPr>
                        <a:t>16:00</a:t>
                      </a:r>
                    </a:p>
                  </a:txBody>
                  <a:tcPr marL="91451" marR="91451" marT="45732" marB="457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2400" b="0" dirty="0"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rPr>
                        <a:t>16:00</a:t>
                      </a:r>
                    </a:p>
                  </a:txBody>
                  <a:tcPr marL="91451" marR="91451" marT="45732" marB="457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2400" b="0" dirty="0"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rPr>
                        <a:t>16:00</a:t>
                      </a:r>
                    </a:p>
                  </a:txBody>
                  <a:tcPr marL="91451" marR="91451" marT="45732" marB="457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2400" b="0" dirty="0"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rPr>
                        <a:t>16:00</a:t>
                      </a:r>
                    </a:p>
                  </a:txBody>
                  <a:tcPr marL="91451" marR="91451" marT="45732" marB="457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2400" b="0" dirty="0"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rPr>
                        <a:t>16:00</a:t>
                      </a:r>
                    </a:p>
                  </a:txBody>
                  <a:tcPr marL="91451" marR="91451" marT="45732" marB="457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80112">
                <a:tc gridSpan="5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2400" b="0" dirty="0"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rPr>
                        <a:t>GRUPO CONVALIDAR</a:t>
                      </a:r>
                    </a:p>
                  </a:txBody>
                  <a:tcPr marL="91451" marR="91451" marT="45732" marB="457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CCFF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s-ES" sz="2400" b="0" dirty="0">
                        <a:solidFill>
                          <a:schemeClr val="tx1"/>
                        </a:solidFill>
                        <a:latin typeface="Trebuchet MS" panose="020B0603020202020204" pitchFamily="34" charset="0"/>
                      </a:endParaRPr>
                    </a:p>
                  </a:txBody>
                  <a:tcPr marL="91451" marR="91451" marT="45732" marB="457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CCFF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s-ES" sz="2400" b="0" dirty="0">
                        <a:solidFill>
                          <a:schemeClr val="tx1"/>
                        </a:solidFill>
                        <a:latin typeface="Trebuchet MS" panose="020B0603020202020204" pitchFamily="34" charset="0"/>
                      </a:endParaRPr>
                    </a:p>
                  </a:txBody>
                  <a:tcPr marL="91451" marR="91451" marT="45732" marB="457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CCFF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s-ES" sz="2400" b="0" dirty="0">
                        <a:solidFill>
                          <a:schemeClr val="tx1"/>
                        </a:solidFill>
                        <a:latin typeface="Trebuchet MS" panose="020B0603020202020204" pitchFamily="34" charset="0"/>
                      </a:endParaRPr>
                    </a:p>
                  </a:txBody>
                  <a:tcPr marL="91451" marR="91451" marT="45732" marB="457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CCFF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s-ES" sz="2400" b="0" dirty="0">
                        <a:solidFill>
                          <a:schemeClr val="tx1"/>
                        </a:solidFill>
                        <a:latin typeface="Trebuchet MS" panose="020B0603020202020204" pitchFamily="34" charset="0"/>
                      </a:endParaRPr>
                    </a:p>
                  </a:txBody>
                  <a:tcPr marL="91451" marR="91451" marT="45732" marB="457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C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0017154"/>
                  </a:ext>
                </a:extLst>
              </a:tr>
            </a:tbl>
          </a:graphicData>
        </a:graphic>
      </p:graphicFrame>
      <p:sp>
        <p:nvSpPr>
          <p:cNvPr id="11" name="Text Box 2"/>
          <p:cNvSpPr txBox="1">
            <a:spLocks noChangeArrowheads="1"/>
          </p:cNvSpPr>
          <p:nvPr/>
        </p:nvSpPr>
        <p:spPr bwMode="auto">
          <a:xfrm>
            <a:off x="4762114" y="345860"/>
            <a:ext cx="4073525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s-ES" sz="2000">
                <a:solidFill>
                  <a:schemeClr val="accent2"/>
                </a:solidFill>
                <a:latin typeface="Trebuchet MS" panose="020B0603020202020204" pitchFamily="34" charset="0"/>
              </a:rPr>
              <a:t>METODOLOGÍA DE LA ASIGNATURA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39161770-9E21-DAE6-21DB-756A84C0E2E0}"/>
              </a:ext>
            </a:extLst>
          </p:cNvPr>
          <p:cNvSpPr/>
          <p:nvPr/>
        </p:nvSpPr>
        <p:spPr bwMode="auto">
          <a:xfrm>
            <a:off x="1271324" y="4851133"/>
            <a:ext cx="7360075" cy="481937"/>
          </a:xfrm>
          <a:prstGeom prst="rect">
            <a:avLst/>
          </a:prstGeom>
          <a:noFill/>
          <a:ln w="762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rebuchet MS" panose="020B0603020202020204" pitchFamily="34" charset="0"/>
            </a:endParaRPr>
          </a:p>
        </p:txBody>
      </p:sp>
      <p:sp>
        <p:nvSpPr>
          <p:cNvPr id="5" name="Text Box 60">
            <a:extLst>
              <a:ext uri="{FF2B5EF4-FFF2-40B4-BE49-F238E27FC236}">
                <a16:creationId xmlns:a16="http://schemas.microsoft.com/office/drawing/2014/main" id="{3B1875C6-8C29-A260-005C-96443A1C630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89025" y="5394467"/>
            <a:ext cx="7306336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s-ES" sz="2400">
                <a:solidFill>
                  <a:srgbClr val="FF0000"/>
                </a:solidFill>
                <a:latin typeface="Trebuchet MS" panose="020B0603020202020204" pitchFamily="34" charset="0"/>
              </a:rPr>
              <a:t>Si un repetidor quiere mejorar alguna práctica,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s-ES" sz="2400">
                <a:solidFill>
                  <a:srgbClr val="FF0000"/>
                </a:solidFill>
                <a:latin typeface="Trebuchet MS" panose="020B0603020202020204" pitchFamily="34" charset="0"/>
              </a:rPr>
              <a:t>entre lo que quiere mejorar,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s-ES" sz="2400">
                <a:solidFill>
                  <a:srgbClr val="FF0000"/>
                </a:solidFill>
                <a:latin typeface="Trebuchet MS" panose="020B0603020202020204" pitchFamily="34" charset="0"/>
              </a:rPr>
              <a:t>debe apuntarse a un grupo L-A que le corresponda</a:t>
            </a:r>
          </a:p>
        </p:txBody>
      </p:sp>
      <p:grpSp>
        <p:nvGrpSpPr>
          <p:cNvPr id="8" name="Grupo 7">
            <a:extLst>
              <a:ext uri="{FF2B5EF4-FFF2-40B4-BE49-F238E27FC236}">
                <a16:creationId xmlns:a16="http://schemas.microsoft.com/office/drawing/2014/main" id="{2231DB66-C61E-8BE6-AD6C-86AD55B5672F}"/>
              </a:ext>
            </a:extLst>
          </p:cNvPr>
          <p:cNvGrpSpPr/>
          <p:nvPr/>
        </p:nvGrpSpPr>
        <p:grpSpPr>
          <a:xfrm>
            <a:off x="1264159" y="4851133"/>
            <a:ext cx="7375261" cy="499581"/>
            <a:chOff x="1264159" y="4851133"/>
            <a:chExt cx="7375261" cy="499581"/>
          </a:xfrm>
        </p:grpSpPr>
        <p:cxnSp>
          <p:nvCxnSpPr>
            <p:cNvPr id="9" name="Conector recto 8">
              <a:extLst>
                <a:ext uri="{FF2B5EF4-FFF2-40B4-BE49-F238E27FC236}">
                  <a16:creationId xmlns:a16="http://schemas.microsoft.com/office/drawing/2014/main" id="{634A4660-9241-0ABD-04BA-B65B778CF2B0}"/>
                </a:ext>
              </a:extLst>
            </p:cNvPr>
            <p:cNvCxnSpPr/>
            <p:nvPr/>
          </p:nvCxnSpPr>
          <p:spPr bwMode="auto">
            <a:xfrm>
              <a:off x="1264159" y="4851133"/>
              <a:ext cx="7367240" cy="481937"/>
            </a:xfrm>
            <a:prstGeom prst="line">
              <a:avLst/>
            </a:prstGeom>
            <a:solidFill>
              <a:schemeClr val="accent1"/>
            </a:solidFill>
            <a:ln w="2540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0" name="Conector recto 9">
              <a:extLst>
                <a:ext uri="{FF2B5EF4-FFF2-40B4-BE49-F238E27FC236}">
                  <a16:creationId xmlns:a16="http://schemas.microsoft.com/office/drawing/2014/main" id="{430A2D1C-6BD5-78D6-59C1-B92AFA82A0BD}"/>
                </a:ext>
              </a:extLst>
            </p:cNvPr>
            <p:cNvCxnSpPr/>
            <p:nvPr/>
          </p:nvCxnSpPr>
          <p:spPr bwMode="auto">
            <a:xfrm flipV="1">
              <a:off x="1272180" y="4868777"/>
              <a:ext cx="7367240" cy="481937"/>
            </a:xfrm>
            <a:prstGeom prst="line">
              <a:avLst/>
            </a:prstGeom>
            <a:solidFill>
              <a:schemeClr val="accent1"/>
            </a:solidFill>
            <a:ln w="2540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</p:spTree>
    <p:extLst>
      <p:ext uri="{BB962C8B-B14F-4D97-AF65-F5344CB8AC3E}">
        <p14:creationId xmlns:p14="http://schemas.microsoft.com/office/powerpoint/2010/main" val="22110051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42" name="Text Box 278"/>
          <p:cNvSpPr txBox="1">
            <a:spLocks noChangeArrowheads="1"/>
          </p:cNvSpPr>
          <p:nvPr/>
        </p:nvSpPr>
        <p:spPr bwMode="auto">
          <a:xfrm>
            <a:off x="2638444" y="4627108"/>
            <a:ext cx="2527559" cy="461665"/>
          </a:xfrm>
          <a:prstGeom prst="rect">
            <a:avLst/>
          </a:prstGeom>
          <a:solidFill>
            <a:srgbClr val="FF0000"/>
          </a:solidFill>
          <a:ln>
            <a:noFill/>
          </a:ln>
          <a:effectLst/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s-ES" sz="2400">
                <a:solidFill>
                  <a:srgbClr val="FFFFFF"/>
                </a:solidFill>
                <a:latin typeface="Trebuchet MS" panose="020B0603020202020204" pitchFamily="34" charset="0"/>
                <a:sym typeface="Symbol" panose="05050102010706020507" pitchFamily="18" charset="2"/>
              </a:rPr>
              <a:t> 5 para aprobar</a:t>
            </a:r>
          </a:p>
        </p:txBody>
      </p:sp>
      <p:sp>
        <p:nvSpPr>
          <p:cNvPr id="35" name="Text Box 3"/>
          <p:cNvSpPr txBox="1">
            <a:spLocks noChangeArrowheads="1"/>
          </p:cNvSpPr>
          <p:nvPr/>
        </p:nvSpPr>
        <p:spPr bwMode="auto">
          <a:xfrm>
            <a:off x="4980488" y="341877"/>
            <a:ext cx="3852862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s-ES" sz="2000">
                <a:solidFill>
                  <a:schemeClr val="accent2"/>
                </a:solidFill>
                <a:latin typeface="Trebuchet MS" panose="020B0603020202020204" pitchFamily="34" charset="0"/>
              </a:rPr>
              <a:t>EVALUACIÓN DE LA ASIGNATURA</a:t>
            </a:r>
          </a:p>
        </p:txBody>
      </p:sp>
      <p:sp>
        <p:nvSpPr>
          <p:cNvPr id="31" name="Text Box 255">
            <a:extLst>
              <a:ext uri="{FF2B5EF4-FFF2-40B4-BE49-F238E27FC236}">
                <a16:creationId xmlns:a16="http://schemas.microsoft.com/office/drawing/2014/main" id="{68100737-7FC2-46F5-9469-401290B735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46689" y="1359931"/>
            <a:ext cx="1757363" cy="461665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s-ES" sz="2400" dirty="0">
                <a:latin typeface="Trebuchet MS" panose="020B0603020202020204" pitchFamily="34" charset="0"/>
              </a:rPr>
              <a:t>MÉTODO 1</a:t>
            </a:r>
          </a:p>
        </p:txBody>
      </p:sp>
      <p:sp>
        <p:nvSpPr>
          <p:cNvPr id="32" name="Text Box 255">
            <a:extLst>
              <a:ext uri="{FF2B5EF4-FFF2-40B4-BE49-F238E27FC236}">
                <a16:creationId xmlns:a16="http://schemas.microsoft.com/office/drawing/2014/main" id="{C430CAAF-B3BE-48D1-B1C4-F992DB22475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14855" y="1369456"/>
            <a:ext cx="3622555" cy="461665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s-ES" sz="2400" dirty="0">
                <a:latin typeface="Trebuchet MS" panose="020B0603020202020204" pitchFamily="34" charset="0"/>
              </a:rPr>
              <a:t>(evaluación “continua”)</a:t>
            </a:r>
          </a:p>
        </p:txBody>
      </p:sp>
      <p:grpSp>
        <p:nvGrpSpPr>
          <p:cNvPr id="15" name="Grupo 14">
            <a:extLst>
              <a:ext uri="{FF2B5EF4-FFF2-40B4-BE49-F238E27FC236}">
                <a16:creationId xmlns:a16="http://schemas.microsoft.com/office/drawing/2014/main" id="{2E4914A2-272A-4F51-82E0-2E83035182A2}"/>
              </a:ext>
            </a:extLst>
          </p:cNvPr>
          <p:cNvGrpSpPr/>
          <p:nvPr/>
        </p:nvGrpSpPr>
        <p:grpSpPr>
          <a:xfrm>
            <a:off x="1346690" y="2175989"/>
            <a:ext cx="4048270" cy="2117472"/>
            <a:chOff x="1346690" y="1713973"/>
            <a:chExt cx="4048270" cy="2117472"/>
          </a:xfrm>
        </p:grpSpPr>
        <p:grpSp>
          <p:nvGrpSpPr>
            <p:cNvPr id="3" name="Grupo 2"/>
            <p:cNvGrpSpPr/>
            <p:nvPr/>
          </p:nvGrpSpPr>
          <p:grpSpPr>
            <a:xfrm>
              <a:off x="1346690" y="1713973"/>
              <a:ext cx="4048270" cy="2117472"/>
              <a:chOff x="1448601" y="1243864"/>
              <a:chExt cx="4048270" cy="2117472"/>
            </a:xfrm>
          </p:grpSpPr>
          <p:sp>
            <p:nvSpPr>
              <p:cNvPr id="25630" name="Text Box 255"/>
              <p:cNvSpPr txBox="1">
                <a:spLocks noChangeArrowheads="1"/>
              </p:cNvSpPr>
              <p:nvPr/>
            </p:nvSpPr>
            <p:spPr bwMode="auto">
              <a:xfrm>
                <a:off x="1448601" y="1243864"/>
                <a:ext cx="1203325" cy="461963"/>
              </a:xfrm>
              <a:prstGeom prst="rect">
                <a:avLst/>
              </a:prstGeom>
              <a:solidFill>
                <a:srgbClr val="99CC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r>
                  <a:rPr lang="es-ES" sz="2400">
                    <a:latin typeface="Trebuchet MS" panose="020B0603020202020204" pitchFamily="34" charset="0"/>
                  </a:rPr>
                  <a:t>NOTA</a:t>
                </a:r>
              </a:p>
            </p:txBody>
          </p:sp>
          <p:sp>
            <p:nvSpPr>
              <p:cNvPr id="25631" name="Text Box 256"/>
              <p:cNvSpPr txBox="1">
                <a:spLocks noChangeArrowheads="1"/>
              </p:cNvSpPr>
              <p:nvPr/>
            </p:nvSpPr>
            <p:spPr bwMode="auto">
              <a:xfrm>
                <a:off x="3177389" y="1804304"/>
                <a:ext cx="2319482" cy="461665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r>
                  <a:rPr lang="es-ES" sz="2400" dirty="0">
                    <a:latin typeface="Trebuchet MS" panose="020B0603020202020204" pitchFamily="34" charset="0"/>
                  </a:rPr>
                  <a:t>EXAMEN PROB.</a:t>
                </a:r>
              </a:p>
            </p:txBody>
          </p:sp>
          <p:sp>
            <p:nvSpPr>
              <p:cNvPr id="25632" name="Text Box 257"/>
              <p:cNvSpPr txBox="1">
                <a:spLocks noChangeArrowheads="1"/>
              </p:cNvSpPr>
              <p:nvPr/>
            </p:nvSpPr>
            <p:spPr bwMode="auto">
              <a:xfrm>
                <a:off x="3177390" y="2340573"/>
                <a:ext cx="1746250" cy="461963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s-ES" sz="2400" dirty="0">
                    <a:latin typeface="Trebuchet MS" panose="020B0603020202020204" pitchFamily="34" charset="0"/>
                  </a:rPr>
                  <a:t>SES. PROB.</a:t>
                </a:r>
              </a:p>
            </p:txBody>
          </p:sp>
          <p:sp>
            <p:nvSpPr>
              <p:cNvPr id="25633" name="Text Box 258"/>
              <p:cNvSpPr txBox="1">
                <a:spLocks noChangeArrowheads="1"/>
              </p:cNvSpPr>
              <p:nvPr/>
            </p:nvSpPr>
            <p:spPr bwMode="auto">
              <a:xfrm>
                <a:off x="3177389" y="2899373"/>
                <a:ext cx="1746250" cy="461963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s-ES" sz="2400" dirty="0">
                    <a:latin typeface="Trebuchet MS" panose="020B0603020202020204" pitchFamily="34" charset="0"/>
                  </a:rPr>
                  <a:t>SES. PRÁC.</a:t>
                </a:r>
              </a:p>
            </p:txBody>
          </p:sp>
          <p:sp>
            <p:nvSpPr>
              <p:cNvPr id="25634" name="Text Box 259"/>
              <p:cNvSpPr txBox="1">
                <a:spLocks noChangeArrowheads="1"/>
              </p:cNvSpPr>
              <p:nvPr/>
            </p:nvSpPr>
            <p:spPr bwMode="auto">
              <a:xfrm>
                <a:off x="2745589" y="1243864"/>
                <a:ext cx="346075" cy="46196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s-ES" sz="2400">
                    <a:latin typeface="Trebuchet MS" panose="020B0603020202020204" pitchFamily="34" charset="0"/>
                  </a:rPr>
                  <a:t>=</a:t>
                </a:r>
              </a:p>
            </p:txBody>
          </p:sp>
          <p:sp>
            <p:nvSpPr>
              <p:cNvPr id="25635" name="Text Box 260"/>
              <p:cNvSpPr txBox="1">
                <a:spLocks noChangeArrowheads="1"/>
              </p:cNvSpPr>
              <p:nvPr/>
            </p:nvSpPr>
            <p:spPr bwMode="auto">
              <a:xfrm>
                <a:off x="2745589" y="2335810"/>
                <a:ext cx="346075" cy="46196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s-ES" sz="2400">
                    <a:latin typeface="Trebuchet MS" panose="020B0603020202020204" pitchFamily="34" charset="0"/>
                  </a:rPr>
                  <a:t>+</a:t>
                </a:r>
              </a:p>
            </p:txBody>
          </p:sp>
          <p:sp>
            <p:nvSpPr>
              <p:cNvPr id="25636" name="Text Box 261"/>
              <p:cNvSpPr txBox="1">
                <a:spLocks noChangeArrowheads="1"/>
              </p:cNvSpPr>
              <p:nvPr/>
            </p:nvSpPr>
            <p:spPr bwMode="auto">
              <a:xfrm>
                <a:off x="2745589" y="2870798"/>
                <a:ext cx="346075" cy="46196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s-ES" sz="2400">
                    <a:latin typeface="Trebuchet MS" panose="020B0603020202020204" pitchFamily="34" charset="0"/>
                  </a:rPr>
                  <a:t>+</a:t>
                </a:r>
              </a:p>
            </p:txBody>
          </p:sp>
        </p:grpSp>
        <p:sp>
          <p:nvSpPr>
            <p:cNvPr id="2" name="Text Box 257">
              <a:extLst>
                <a:ext uri="{FF2B5EF4-FFF2-40B4-BE49-F238E27FC236}">
                  <a16:creationId xmlns:a16="http://schemas.microsoft.com/office/drawing/2014/main" id="{E444D0EE-5DB3-4866-9A9B-DC3B5BE0602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71926" y="1727320"/>
              <a:ext cx="2319482" cy="46166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s-ES" sz="2400">
                  <a:latin typeface="Trebuchet MS" panose="020B0603020202020204" pitchFamily="34" charset="0"/>
                </a:rPr>
                <a:t>EX. </a:t>
              </a:r>
              <a:r>
                <a:rPr lang="es-ES" sz="2400" dirty="0">
                  <a:latin typeface="Trebuchet MS" panose="020B0603020202020204" pitchFamily="34" charset="0"/>
                </a:rPr>
                <a:t>TIPO TEST</a:t>
              </a:r>
            </a:p>
          </p:txBody>
        </p:sp>
        <p:sp>
          <p:nvSpPr>
            <p:cNvPr id="9" name="Text Box 260">
              <a:extLst>
                <a:ext uri="{FF2B5EF4-FFF2-40B4-BE49-F238E27FC236}">
                  <a16:creationId xmlns:a16="http://schemas.microsoft.com/office/drawing/2014/main" id="{58836E39-596A-4F84-938F-2C053A6E057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40126" y="2263331"/>
              <a:ext cx="346075" cy="46196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s-ES" sz="2400">
                  <a:latin typeface="Trebuchet MS" panose="020B0603020202020204" pitchFamily="34" charset="0"/>
                </a:rPr>
                <a:t>+</a:t>
              </a:r>
            </a:p>
          </p:txBody>
        </p:sp>
      </p:grpSp>
      <p:grpSp>
        <p:nvGrpSpPr>
          <p:cNvPr id="17" name="Grupo 16">
            <a:extLst>
              <a:ext uri="{FF2B5EF4-FFF2-40B4-BE49-F238E27FC236}">
                <a16:creationId xmlns:a16="http://schemas.microsoft.com/office/drawing/2014/main" id="{78675CA2-73F2-430B-9C28-B6B8A756C856}"/>
              </a:ext>
            </a:extLst>
          </p:cNvPr>
          <p:cNvGrpSpPr/>
          <p:nvPr/>
        </p:nvGrpSpPr>
        <p:grpSpPr>
          <a:xfrm>
            <a:off x="6539598" y="2156939"/>
            <a:ext cx="2117599" cy="2155254"/>
            <a:chOff x="6539598" y="1694923"/>
            <a:chExt cx="2117599" cy="2155254"/>
          </a:xfrm>
        </p:grpSpPr>
        <p:grpSp>
          <p:nvGrpSpPr>
            <p:cNvPr id="5" name="Grupo 4"/>
            <p:cNvGrpSpPr/>
            <p:nvPr/>
          </p:nvGrpSpPr>
          <p:grpSpPr>
            <a:xfrm>
              <a:off x="6541059" y="1694923"/>
              <a:ext cx="2116138" cy="2155254"/>
              <a:chOff x="6198402" y="1224814"/>
              <a:chExt cx="2116138" cy="2155254"/>
            </a:xfrm>
          </p:grpSpPr>
          <p:sp>
            <p:nvSpPr>
              <p:cNvPr id="25641" name="Text Box 266"/>
              <p:cNvSpPr txBox="1">
                <a:spLocks noChangeArrowheads="1"/>
              </p:cNvSpPr>
              <p:nvPr/>
            </p:nvSpPr>
            <p:spPr bwMode="auto">
              <a:xfrm>
                <a:off x="6198402" y="1224814"/>
                <a:ext cx="346075" cy="46196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s-ES" sz="2400">
                    <a:latin typeface="Trebuchet MS" panose="020B0603020202020204" pitchFamily="34" charset="0"/>
                  </a:rPr>
                  <a:t>×</a:t>
                </a:r>
              </a:p>
            </p:txBody>
          </p:sp>
          <p:sp>
            <p:nvSpPr>
              <p:cNvPr id="25642" name="Text Box 267"/>
              <p:cNvSpPr txBox="1">
                <a:spLocks noChangeArrowheads="1"/>
              </p:cNvSpPr>
              <p:nvPr/>
            </p:nvSpPr>
            <p:spPr bwMode="auto">
              <a:xfrm>
                <a:off x="6199989" y="2370418"/>
                <a:ext cx="346075" cy="46196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s-ES" sz="2400">
                    <a:latin typeface="Trebuchet MS" panose="020B0603020202020204" pitchFamily="34" charset="0"/>
                  </a:rPr>
                  <a:t>×</a:t>
                </a:r>
              </a:p>
            </p:txBody>
          </p:sp>
          <p:sp>
            <p:nvSpPr>
              <p:cNvPr id="25643" name="Text Box 268"/>
              <p:cNvSpPr txBox="1">
                <a:spLocks noChangeArrowheads="1"/>
              </p:cNvSpPr>
              <p:nvPr/>
            </p:nvSpPr>
            <p:spPr bwMode="auto">
              <a:xfrm>
                <a:off x="6199989" y="2910168"/>
                <a:ext cx="346075" cy="46196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s-ES" sz="2400">
                    <a:latin typeface="Trebuchet MS" panose="020B0603020202020204" pitchFamily="34" charset="0"/>
                  </a:rPr>
                  <a:t>×</a:t>
                </a:r>
              </a:p>
            </p:txBody>
          </p:sp>
          <p:sp>
            <p:nvSpPr>
              <p:cNvPr id="25644" name="Text Box 269"/>
              <p:cNvSpPr txBox="1">
                <a:spLocks noChangeArrowheads="1"/>
              </p:cNvSpPr>
              <p:nvPr/>
            </p:nvSpPr>
            <p:spPr bwMode="auto">
              <a:xfrm>
                <a:off x="6663539" y="1234339"/>
                <a:ext cx="622300" cy="46196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s-ES" sz="2400">
                    <a:solidFill>
                      <a:srgbClr val="0000FF"/>
                    </a:solidFill>
                    <a:latin typeface="Trebuchet MS" panose="020B0603020202020204" pitchFamily="34" charset="0"/>
                  </a:rPr>
                  <a:t>0,2</a:t>
                </a:r>
                <a:endParaRPr lang="es-ES" sz="2400" dirty="0">
                  <a:solidFill>
                    <a:srgbClr val="0000FF"/>
                  </a:solidFill>
                  <a:latin typeface="Trebuchet MS" panose="020B0603020202020204" pitchFamily="34" charset="0"/>
                </a:endParaRPr>
              </a:p>
            </p:txBody>
          </p:sp>
          <p:sp>
            <p:nvSpPr>
              <p:cNvPr id="25645" name="Text Box 270"/>
              <p:cNvSpPr txBox="1">
                <a:spLocks noChangeArrowheads="1"/>
              </p:cNvSpPr>
              <p:nvPr/>
            </p:nvSpPr>
            <p:spPr bwMode="auto">
              <a:xfrm>
                <a:off x="6663539" y="2375180"/>
                <a:ext cx="622300" cy="46196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s-ES" sz="2400">
                    <a:solidFill>
                      <a:srgbClr val="0000FF"/>
                    </a:solidFill>
                    <a:latin typeface="Trebuchet MS" panose="020B0603020202020204" pitchFamily="34" charset="0"/>
                  </a:rPr>
                  <a:t>0,1</a:t>
                </a:r>
              </a:p>
            </p:txBody>
          </p:sp>
          <p:sp>
            <p:nvSpPr>
              <p:cNvPr id="25646" name="Text Box 271"/>
              <p:cNvSpPr txBox="1">
                <a:spLocks noChangeArrowheads="1"/>
              </p:cNvSpPr>
              <p:nvPr/>
            </p:nvSpPr>
            <p:spPr bwMode="auto">
              <a:xfrm>
                <a:off x="6649252" y="2918105"/>
                <a:ext cx="622300" cy="46196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s-ES" sz="2400">
                    <a:solidFill>
                      <a:srgbClr val="0000FF"/>
                    </a:solidFill>
                    <a:latin typeface="Trebuchet MS" panose="020B0603020202020204" pitchFamily="34" charset="0"/>
                  </a:rPr>
                  <a:t>0,1</a:t>
                </a:r>
              </a:p>
            </p:txBody>
          </p:sp>
          <p:sp>
            <p:nvSpPr>
              <p:cNvPr id="25647" name="Text Box 272"/>
              <p:cNvSpPr txBox="1">
                <a:spLocks noChangeArrowheads="1"/>
              </p:cNvSpPr>
              <p:nvPr/>
            </p:nvSpPr>
            <p:spPr bwMode="auto">
              <a:xfrm>
                <a:off x="7528727" y="1243864"/>
                <a:ext cx="785813" cy="461963"/>
              </a:xfrm>
              <a:prstGeom prst="rect">
                <a:avLst/>
              </a:prstGeom>
              <a:solidFill>
                <a:srgbClr val="FFCC99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s-ES" sz="2400">
                    <a:latin typeface="Trebuchet MS" panose="020B0603020202020204" pitchFamily="34" charset="0"/>
                  </a:rPr>
                  <a:t>20 </a:t>
                </a:r>
                <a:r>
                  <a:rPr lang="es-ES" sz="2400" dirty="0">
                    <a:latin typeface="Trebuchet MS" panose="020B0603020202020204" pitchFamily="34" charset="0"/>
                  </a:rPr>
                  <a:t>%</a:t>
                </a:r>
              </a:p>
            </p:txBody>
          </p:sp>
          <p:sp>
            <p:nvSpPr>
              <p:cNvPr id="25648" name="Text Box 273"/>
              <p:cNvSpPr txBox="1">
                <a:spLocks noChangeArrowheads="1"/>
              </p:cNvSpPr>
              <p:nvPr/>
            </p:nvSpPr>
            <p:spPr bwMode="auto">
              <a:xfrm>
                <a:off x="7528727" y="2375180"/>
                <a:ext cx="785813" cy="461963"/>
              </a:xfrm>
              <a:prstGeom prst="rect">
                <a:avLst/>
              </a:prstGeom>
              <a:solidFill>
                <a:srgbClr val="FFCC99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s-ES" sz="2400" dirty="0">
                    <a:latin typeface="Trebuchet MS" panose="020B0603020202020204" pitchFamily="34" charset="0"/>
                  </a:rPr>
                  <a:t>10 %</a:t>
                </a:r>
              </a:p>
            </p:txBody>
          </p:sp>
          <p:sp>
            <p:nvSpPr>
              <p:cNvPr id="25649" name="Text Box 274"/>
              <p:cNvSpPr txBox="1">
                <a:spLocks noChangeArrowheads="1"/>
              </p:cNvSpPr>
              <p:nvPr/>
            </p:nvSpPr>
            <p:spPr bwMode="auto">
              <a:xfrm>
                <a:off x="7528727" y="2908580"/>
                <a:ext cx="785813" cy="461963"/>
              </a:xfrm>
              <a:prstGeom prst="rect">
                <a:avLst/>
              </a:prstGeom>
              <a:solidFill>
                <a:srgbClr val="FFCC99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s-ES" sz="2400" dirty="0">
                    <a:latin typeface="Trebuchet MS" panose="020B0603020202020204" pitchFamily="34" charset="0"/>
                  </a:rPr>
                  <a:t>10 %</a:t>
                </a:r>
              </a:p>
            </p:txBody>
          </p:sp>
        </p:grpSp>
        <p:sp>
          <p:nvSpPr>
            <p:cNvPr id="11" name="Text Box 267">
              <a:extLst>
                <a:ext uri="{FF2B5EF4-FFF2-40B4-BE49-F238E27FC236}">
                  <a16:creationId xmlns:a16="http://schemas.microsoft.com/office/drawing/2014/main" id="{22D71012-0DDE-4D7B-8CDC-FE8125A6B74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539598" y="2261407"/>
              <a:ext cx="346075" cy="46196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s-ES" sz="2400">
                  <a:latin typeface="Trebuchet MS" panose="020B0603020202020204" pitchFamily="34" charset="0"/>
                </a:rPr>
                <a:t>×</a:t>
              </a:r>
            </a:p>
          </p:txBody>
        </p:sp>
        <p:sp>
          <p:nvSpPr>
            <p:cNvPr id="12" name="Text Box 270">
              <a:extLst>
                <a:ext uri="{FF2B5EF4-FFF2-40B4-BE49-F238E27FC236}">
                  <a16:creationId xmlns:a16="http://schemas.microsoft.com/office/drawing/2014/main" id="{22103563-8180-45D1-AE3A-8F80362B63F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003148" y="2266169"/>
              <a:ext cx="622300" cy="46196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s-ES" sz="2400">
                  <a:solidFill>
                    <a:srgbClr val="0000FF"/>
                  </a:solidFill>
                  <a:latin typeface="Trebuchet MS" panose="020B0603020202020204" pitchFamily="34" charset="0"/>
                </a:rPr>
                <a:t>0,6</a:t>
              </a:r>
              <a:endParaRPr lang="es-ES" sz="2400" dirty="0">
                <a:solidFill>
                  <a:srgbClr val="0000FF"/>
                </a:solidFill>
                <a:latin typeface="Trebuchet MS" panose="020B0603020202020204" pitchFamily="34" charset="0"/>
              </a:endParaRPr>
            </a:p>
          </p:txBody>
        </p:sp>
        <p:sp>
          <p:nvSpPr>
            <p:cNvPr id="13" name="Text Box 273">
              <a:extLst>
                <a:ext uri="{FF2B5EF4-FFF2-40B4-BE49-F238E27FC236}">
                  <a16:creationId xmlns:a16="http://schemas.microsoft.com/office/drawing/2014/main" id="{EC9CBE9F-C88F-4DA1-819D-F74D55E5DB0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868336" y="2266169"/>
              <a:ext cx="785813" cy="461963"/>
            </a:xfrm>
            <a:prstGeom prst="rect">
              <a:avLst/>
            </a:prstGeom>
            <a:solidFill>
              <a:srgbClr val="FFCC99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s-ES" sz="2400">
                  <a:latin typeface="Trebuchet MS" panose="020B0603020202020204" pitchFamily="34" charset="0"/>
                </a:rPr>
                <a:t>60 </a:t>
              </a:r>
              <a:r>
                <a:rPr lang="es-ES" sz="2400" dirty="0">
                  <a:latin typeface="Trebuchet MS" panose="020B0603020202020204" pitchFamily="34" charset="0"/>
                </a:rPr>
                <a:t>%</a:t>
              </a:r>
            </a:p>
          </p:txBody>
        </p:sp>
      </p:grpSp>
      <p:grpSp>
        <p:nvGrpSpPr>
          <p:cNvPr id="16" name="Grupo 15">
            <a:extLst>
              <a:ext uri="{FF2B5EF4-FFF2-40B4-BE49-F238E27FC236}">
                <a16:creationId xmlns:a16="http://schemas.microsoft.com/office/drawing/2014/main" id="{250AB75D-EB56-4F68-B98E-4065E5B5548E}"/>
              </a:ext>
            </a:extLst>
          </p:cNvPr>
          <p:cNvGrpSpPr/>
          <p:nvPr/>
        </p:nvGrpSpPr>
        <p:grpSpPr>
          <a:xfrm>
            <a:off x="1448095" y="2156939"/>
            <a:ext cx="5041974" cy="2115630"/>
            <a:chOff x="1448095" y="1694923"/>
            <a:chExt cx="5041974" cy="2115630"/>
          </a:xfrm>
        </p:grpSpPr>
        <p:grpSp>
          <p:nvGrpSpPr>
            <p:cNvPr id="4" name="Grupo 3"/>
            <p:cNvGrpSpPr/>
            <p:nvPr/>
          </p:nvGrpSpPr>
          <p:grpSpPr>
            <a:xfrm>
              <a:off x="1448095" y="1694923"/>
              <a:ext cx="5035878" cy="1570038"/>
              <a:chOff x="1361470" y="1224814"/>
              <a:chExt cx="5035878" cy="1570038"/>
            </a:xfrm>
          </p:grpSpPr>
          <p:sp>
            <p:nvSpPr>
              <p:cNvPr id="25637" name="Text Box 262"/>
              <p:cNvSpPr txBox="1">
                <a:spLocks noChangeArrowheads="1"/>
              </p:cNvSpPr>
              <p:nvPr/>
            </p:nvSpPr>
            <p:spPr bwMode="auto">
              <a:xfrm>
                <a:off x="1361470" y="1686777"/>
                <a:ext cx="1011238" cy="46196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s-ES" sz="2400" dirty="0">
                    <a:solidFill>
                      <a:srgbClr val="0000FF"/>
                    </a:solidFill>
                    <a:latin typeface="Trebuchet MS" panose="020B0603020202020204" pitchFamily="34" charset="0"/>
                  </a:rPr>
                  <a:t>[0,10]</a:t>
                </a:r>
              </a:p>
            </p:txBody>
          </p:sp>
          <p:sp>
            <p:nvSpPr>
              <p:cNvPr id="25638" name="Text Box 263"/>
              <p:cNvSpPr txBox="1">
                <a:spLocks noChangeArrowheads="1"/>
              </p:cNvSpPr>
              <p:nvPr/>
            </p:nvSpPr>
            <p:spPr bwMode="auto">
              <a:xfrm>
                <a:off x="5386110" y="1224814"/>
                <a:ext cx="1011238" cy="46196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s-ES" sz="2400">
                    <a:solidFill>
                      <a:srgbClr val="0000FF"/>
                    </a:solidFill>
                    <a:latin typeface="Trebuchet MS" panose="020B0603020202020204" pitchFamily="34" charset="0"/>
                  </a:rPr>
                  <a:t>[0,10]</a:t>
                </a:r>
              </a:p>
            </p:txBody>
          </p:sp>
          <p:sp>
            <p:nvSpPr>
              <p:cNvPr id="25639" name="Text Box 264"/>
              <p:cNvSpPr txBox="1">
                <a:spLocks noChangeArrowheads="1"/>
              </p:cNvSpPr>
              <p:nvPr/>
            </p:nvSpPr>
            <p:spPr bwMode="auto">
              <a:xfrm>
                <a:off x="5384522" y="1786789"/>
                <a:ext cx="1011238" cy="46196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s-ES" sz="2400" dirty="0">
                    <a:solidFill>
                      <a:srgbClr val="0000FF"/>
                    </a:solidFill>
                    <a:latin typeface="Trebuchet MS" panose="020B0603020202020204" pitchFamily="34" charset="0"/>
                  </a:rPr>
                  <a:t>[0,10]</a:t>
                </a:r>
              </a:p>
            </p:txBody>
          </p:sp>
          <p:sp>
            <p:nvSpPr>
              <p:cNvPr id="25640" name="Text Box 265"/>
              <p:cNvSpPr txBox="1">
                <a:spLocks noChangeArrowheads="1"/>
              </p:cNvSpPr>
              <p:nvPr/>
            </p:nvSpPr>
            <p:spPr bwMode="auto">
              <a:xfrm>
                <a:off x="5386110" y="2332889"/>
                <a:ext cx="1011238" cy="46196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s-ES" sz="2400" dirty="0">
                    <a:solidFill>
                      <a:srgbClr val="0000FF"/>
                    </a:solidFill>
                    <a:latin typeface="Trebuchet MS" panose="020B0603020202020204" pitchFamily="34" charset="0"/>
                  </a:rPr>
                  <a:t>[0,10]</a:t>
                </a:r>
              </a:p>
            </p:txBody>
          </p:sp>
        </p:grpSp>
        <p:sp>
          <p:nvSpPr>
            <p:cNvPr id="14" name="Text Box 265">
              <a:extLst>
                <a:ext uri="{FF2B5EF4-FFF2-40B4-BE49-F238E27FC236}">
                  <a16:creationId xmlns:a16="http://schemas.microsoft.com/office/drawing/2014/main" id="{D125116D-F028-4161-A4FF-936847A08B4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478831" y="3348590"/>
              <a:ext cx="1011238" cy="46196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s-ES" sz="2400" dirty="0">
                  <a:solidFill>
                    <a:srgbClr val="0000FF"/>
                  </a:solidFill>
                  <a:latin typeface="Trebuchet MS" panose="020B0603020202020204" pitchFamily="34" charset="0"/>
                </a:rPr>
                <a:t>[0,10]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8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14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500"/>
                            </p:stCondLst>
                            <p:childTnLst>
                              <p:par>
                                <p:cTn id="1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/>
                                        <p:tgtEl>
                                          <p:spTgt spid="115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9" dur="500"/>
                                        <p:tgtEl>
                                          <p:spTgt spid="115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542" grpId="0" animBg="1"/>
      <p:bldP spid="35" grpId="0"/>
      <p:bldP spid="31" grpId="0" animBg="1"/>
      <p:bldP spid="32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Text Box 3"/>
          <p:cNvSpPr txBox="1">
            <a:spLocks noChangeArrowheads="1"/>
          </p:cNvSpPr>
          <p:nvPr/>
        </p:nvSpPr>
        <p:spPr bwMode="auto">
          <a:xfrm>
            <a:off x="4980488" y="341877"/>
            <a:ext cx="3852862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s-ES" sz="2000">
                <a:solidFill>
                  <a:schemeClr val="accent2"/>
                </a:solidFill>
                <a:latin typeface="Trebuchet MS" panose="020B0603020202020204" pitchFamily="34" charset="0"/>
              </a:rPr>
              <a:t>EVALUACIÓN DE LA ASIGNATURA</a:t>
            </a:r>
          </a:p>
        </p:txBody>
      </p:sp>
      <p:sp>
        <p:nvSpPr>
          <p:cNvPr id="32" name="Text Box 278">
            <a:extLst>
              <a:ext uri="{FF2B5EF4-FFF2-40B4-BE49-F238E27FC236}">
                <a16:creationId xmlns:a16="http://schemas.microsoft.com/office/drawing/2014/main" id="{CF9DD6A8-0EE3-4C56-A108-215D8ABA901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60964" y="4888683"/>
            <a:ext cx="7572386" cy="830997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s-ES" sz="2400" dirty="0">
                <a:solidFill>
                  <a:srgbClr val="FF0000"/>
                </a:solidFill>
                <a:latin typeface="Trebuchet MS" panose="020B0603020202020204" pitchFamily="34" charset="0"/>
                <a:sym typeface="Symbol" panose="05050102010706020507" pitchFamily="18" charset="2"/>
              </a:rPr>
              <a:t> </a:t>
            </a:r>
            <a:r>
              <a:rPr lang="es-ES" sz="2400" dirty="0">
                <a:solidFill>
                  <a:srgbClr val="3333FF"/>
                </a:solidFill>
                <a:latin typeface="Trebuchet MS" panose="020B0603020202020204" pitchFamily="34" charset="0"/>
                <a:sym typeface="Symbol" panose="05050102010706020507" pitchFamily="18" charset="2"/>
              </a:rPr>
              <a:t>EJ. PRAC.: </a:t>
            </a:r>
            <a:r>
              <a:rPr lang="es-ES" sz="2400" dirty="0">
                <a:latin typeface="Trebuchet MS" panose="020B0603020202020204" pitchFamily="34" charset="0"/>
                <a:sym typeface="Symbol" panose="05050102010706020507" pitchFamily="18" charset="2"/>
              </a:rPr>
              <a:t>Consistirá en completar un boletín de prácticas con datos experimentales aportados </a:t>
            </a:r>
            <a:r>
              <a:rPr lang="es-ES" sz="2400" dirty="0">
                <a:solidFill>
                  <a:srgbClr val="3333FF"/>
                </a:solidFill>
                <a:latin typeface="Trebuchet MS" panose="020B0603020202020204" pitchFamily="34" charset="0"/>
                <a:sym typeface="Symbol" panose="05050102010706020507" pitchFamily="18" charset="2"/>
              </a:rPr>
              <a:t>(1,5 h)</a:t>
            </a:r>
          </a:p>
        </p:txBody>
      </p:sp>
      <p:sp>
        <p:nvSpPr>
          <p:cNvPr id="36" name="Text Box 278">
            <a:extLst>
              <a:ext uri="{FF2B5EF4-FFF2-40B4-BE49-F238E27FC236}">
                <a16:creationId xmlns:a16="http://schemas.microsoft.com/office/drawing/2014/main" id="{7C35DF8B-5678-4B64-9D75-19B68C44D08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38444" y="4156625"/>
            <a:ext cx="2527559" cy="461665"/>
          </a:xfrm>
          <a:prstGeom prst="rect">
            <a:avLst/>
          </a:prstGeom>
          <a:solidFill>
            <a:srgbClr val="FF0000"/>
          </a:solidFill>
          <a:ln>
            <a:noFill/>
          </a:ln>
          <a:effectLst/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s-ES" sz="2400">
                <a:solidFill>
                  <a:srgbClr val="FFFFFF"/>
                </a:solidFill>
                <a:latin typeface="Trebuchet MS" panose="020B0603020202020204" pitchFamily="34" charset="0"/>
                <a:sym typeface="Symbol" panose="05050102010706020507" pitchFamily="18" charset="2"/>
              </a:rPr>
              <a:t> 5 para aprobar</a:t>
            </a:r>
          </a:p>
        </p:txBody>
      </p:sp>
      <p:sp>
        <p:nvSpPr>
          <p:cNvPr id="37" name="Text Box 255">
            <a:extLst>
              <a:ext uri="{FF2B5EF4-FFF2-40B4-BE49-F238E27FC236}">
                <a16:creationId xmlns:a16="http://schemas.microsoft.com/office/drawing/2014/main" id="{47400786-391B-42FD-8B53-0F77989DE6D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46689" y="1369550"/>
            <a:ext cx="1757363" cy="461665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s-ES" sz="2400" dirty="0">
                <a:latin typeface="Trebuchet MS" panose="020B0603020202020204" pitchFamily="34" charset="0"/>
              </a:rPr>
              <a:t>MÉTODO 2</a:t>
            </a:r>
          </a:p>
        </p:txBody>
      </p:sp>
      <p:sp>
        <p:nvSpPr>
          <p:cNvPr id="39" name="Text Box 255">
            <a:extLst>
              <a:ext uri="{FF2B5EF4-FFF2-40B4-BE49-F238E27FC236}">
                <a16:creationId xmlns:a16="http://schemas.microsoft.com/office/drawing/2014/main" id="{2C5B61D0-7F7E-43E5-9E79-321DA567DE1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14855" y="1379075"/>
            <a:ext cx="3622555" cy="461665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s-ES" sz="2400" dirty="0">
                <a:latin typeface="Trebuchet MS" panose="020B0603020202020204" pitchFamily="34" charset="0"/>
              </a:rPr>
              <a:t>(</a:t>
            </a:r>
            <a:r>
              <a:rPr lang="es-ES" sz="2400">
                <a:latin typeface="Trebuchet MS" panose="020B0603020202020204" pitchFamily="34" charset="0"/>
              </a:rPr>
              <a:t>evaluación "final única")</a:t>
            </a:r>
            <a:endParaRPr lang="es-ES" sz="2400" dirty="0">
              <a:latin typeface="Trebuchet MS" panose="020B0603020202020204" pitchFamily="34" charset="0"/>
            </a:endParaRPr>
          </a:p>
        </p:txBody>
      </p:sp>
      <p:grpSp>
        <p:nvGrpSpPr>
          <p:cNvPr id="40" name="Grupo 39">
            <a:extLst>
              <a:ext uri="{FF2B5EF4-FFF2-40B4-BE49-F238E27FC236}">
                <a16:creationId xmlns:a16="http://schemas.microsoft.com/office/drawing/2014/main" id="{3661F3A2-2E72-4D9D-B734-1064D8A101FD}"/>
              </a:ext>
            </a:extLst>
          </p:cNvPr>
          <p:cNvGrpSpPr/>
          <p:nvPr/>
        </p:nvGrpSpPr>
        <p:grpSpPr>
          <a:xfrm>
            <a:off x="1346690" y="2185608"/>
            <a:ext cx="3957261" cy="1573614"/>
            <a:chOff x="1346690" y="1713973"/>
            <a:chExt cx="3957261" cy="1573614"/>
          </a:xfrm>
        </p:grpSpPr>
        <p:grpSp>
          <p:nvGrpSpPr>
            <p:cNvPr id="41" name="Grupo 40">
              <a:extLst>
                <a:ext uri="{FF2B5EF4-FFF2-40B4-BE49-F238E27FC236}">
                  <a16:creationId xmlns:a16="http://schemas.microsoft.com/office/drawing/2014/main" id="{9E208A27-627B-412E-8900-AB5E1502A048}"/>
                </a:ext>
              </a:extLst>
            </p:cNvPr>
            <p:cNvGrpSpPr/>
            <p:nvPr/>
          </p:nvGrpSpPr>
          <p:grpSpPr>
            <a:xfrm>
              <a:off x="1346690" y="1713973"/>
              <a:ext cx="3957261" cy="1022101"/>
              <a:chOff x="1448601" y="1243864"/>
              <a:chExt cx="3957261" cy="1022101"/>
            </a:xfrm>
          </p:grpSpPr>
          <p:sp>
            <p:nvSpPr>
              <p:cNvPr id="44" name="Text Box 255">
                <a:extLst>
                  <a:ext uri="{FF2B5EF4-FFF2-40B4-BE49-F238E27FC236}">
                    <a16:creationId xmlns:a16="http://schemas.microsoft.com/office/drawing/2014/main" id="{B5D46B9F-3140-4FD5-9DD2-C437E5CE896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448601" y="1243864"/>
                <a:ext cx="1203325" cy="461963"/>
              </a:xfrm>
              <a:prstGeom prst="rect">
                <a:avLst/>
              </a:prstGeom>
              <a:solidFill>
                <a:srgbClr val="99CC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r>
                  <a:rPr lang="es-ES" sz="2400">
                    <a:latin typeface="Trebuchet MS" panose="020B0603020202020204" pitchFamily="34" charset="0"/>
                  </a:rPr>
                  <a:t>NOTA</a:t>
                </a:r>
              </a:p>
            </p:txBody>
          </p:sp>
          <p:sp>
            <p:nvSpPr>
              <p:cNvPr id="45" name="Text Box 256">
                <a:extLst>
                  <a:ext uri="{FF2B5EF4-FFF2-40B4-BE49-F238E27FC236}">
                    <a16:creationId xmlns:a16="http://schemas.microsoft.com/office/drawing/2014/main" id="{D101B2E9-43F5-40C2-AB38-6722124AE13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167556" y="1804300"/>
                <a:ext cx="2226886" cy="461665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r>
                  <a:rPr lang="es-ES" sz="2400" dirty="0">
                    <a:latin typeface="Trebuchet MS" panose="020B0603020202020204" pitchFamily="34" charset="0"/>
                  </a:rPr>
                  <a:t>EXAMEN PROB.</a:t>
                </a:r>
              </a:p>
            </p:txBody>
          </p:sp>
          <p:sp>
            <p:nvSpPr>
              <p:cNvPr id="46" name="Text Box 257">
                <a:extLst>
                  <a:ext uri="{FF2B5EF4-FFF2-40B4-BE49-F238E27FC236}">
                    <a16:creationId xmlns:a16="http://schemas.microsoft.com/office/drawing/2014/main" id="{3979C65A-3E6E-4A9E-A190-37AC5F0EEA6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177388" y="1270135"/>
                <a:ext cx="2228474" cy="461665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r>
                  <a:rPr lang="es-ES" sz="2400" dirty="0">
                    <a:latin typeface="Trebuchet MS" panose="020B0603020202020204" pitchFamily="34" charset="0"/>
                  </a:rPr>
                  <a:t>EX. TIPO TEST</a:t>
                </a:r>
              </a:p>
            </p:txBody>
          </p:sp>
          <p:sp>
            <p:nvSpPr>
              <p:cNvPr id="47" name="Text Box 259">
                <a:extLst>
                  <a:ext uri="{FF2B5EF4-FFF2-40B4-BE49-F238E27FC236}">
                    <a16:creationId xmlns:a16="http://schemas.microsoft.com/office/drawing/2014/main" id="{0CEAA3D8-8CD3-4C20-8E07-8D5E5F1F49A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745589" y="1243864"/>
                <a:ext cx="346075" cy="46196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s-ES" sz="2400">
                    <a:latin typeface="Trebuchet MS" panose="020B0603020202020204" pitchFamily="34" charset="0"/>
                  </a:rPr>
                  <a:t>=</a:t>
                </a:r>
              </a:p>
            </p:txBody>
          </p:sp>
          <p:sp>
            <p:nvSpPr>
              <p:cNvPr id="48" name="Text Box 260">
                <a:extLst>
                  <a:ext uri="{FF2B5EF4-FFF2-40B4-BE49-F238E27FC236}">
                    <a16:creationId xmlns:a16="http://schemas.microsoft.com/office/drawing/2014/main" id="{D532A53D-2856-463B-BAAA-DBB091C6A8E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745589" y="1796314"/>
                <a:ext cx="346075" cy="46196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s-ES" sz="2400">
                    <a:latin typeface="Trebuchet MS" panose="020B0603020202020204" pitchFamily="34" charset="0"/>
                  </a:rPr>
                  <a:t>+</a:t>
                </a:r>
              </a:p>
            </p:txBody>
          </p:sp>
        </p:grpSp>
        <p:sp>
          <p:nvSpPr>
            <p:cNvPr id="42" name="Text Box 257">
              <a:extLst>
                <a:ext uri="{FF2B5EF4-FFF2-40B4-BE49-F238E27FC236}">
                  <a16:creationId xmlns:a16="http://schemas.microsoft.com/office/drawing/2014/main" id="{C5B0666F-4194-4B6A-9645-DC2C53C65B3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72429" y="2825922"/>
              <a:ext cx="1746249" cy="46166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s-ES" sz="2400" dirty="0">
                  <a:latin typeface="Trebuchet MS" panose="020B0603020202020204" pitchFamily="34" charset="0"/>
                </a:rPr>
                <a:t>EJ. PRAC.</a:t>
              </a:r>
            </a:p>
          </p:txBody>
        </p:sp>
        <p:sp>
          <p:nvSpPr>
            <p:cNvPr id="43" name="Text Box 260">
              <a:extLst>
                <a:ext uri="{FF2B5EF4-FFF2-40B4-BE49-F238E27FC236}">
                  <a16:creationId xmlns:a16="http://schemas.microsoft.com/office/drawing/2014/main" id="{2307900F-FFBF-41ED-A39D-7FDFECEB8A2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40630" y="2821159"/>
              <a:ext cx="346075" cy="46196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s-ES" sz="2400">
                  <a:latin typeface="Trebuchet MS" panose="020B0603020202020204" pitchFamily="34" charset="0"/>
                </a:rPr>
                <a:t>+</a:t>
              </a:r>
            </a:p>
          </p:txBody>
        </p:sp>
      </p:grpSp>
      <p:grpSp>
        <p:nvGrpSpPr>
          <p:cNvPr id="49" name="Grupo 48">
            <a:extLst>
              <a:ext uri="{FF2B5EF4-FFF2-40B4-BE49-F238E27FC236}">
                <a16:creationId xmlns:a16="http://schemas.microsoft.com/office/drawing/2014/main" id="{1EC605FF-49E4-43EA-94FD-83F6AFEC5680}"/>
              </a:ext>
            </a:extLst>
          </p:cNvPr>
          <p:cNvGrpSpPr/>
          <p:nvPr/>
        </p:nvGrpSpPr>
        <p:grpSpPr>
          <a:xfrm>
            <a:off x="1448095" y="2166558"/>
            <a:ext cx="5017590" cy="1587818"/>
            <a:chOff x="1448095" y="1694923"/>
            <a:chExt cx="5017590" cy="1587818"/>
          </a:xfrm>
        </p:grpSpPr>
        <p:grpSp>
          <p:nvGrpSpPr>
            <p:cNvPr id="50" name="Grupo 49">
              <a:extLst>
                <a:ext uri="{FF2B5EF4-FFF2-40B4-BE49-F238E27FC236}">
                  <a16:creationId xmlns:a16="http://schemas.microsoft.com/office/drawing/2014/main" id="{ABC5A13A-95CC-451B-9359-DA2F7B5141DA}"/>
                </a:ext>
              </a:extLst>
            </p:cNvPr>
            <p:cNvGrpSpPr/>
            <p:nvPr/>
          </p:nvGrpSpPr>
          <p:grpSpPr>
            <a:xfrm>
              <a:off x="1448095" y="1694923"/>
              <a:ext cx="5017590" cy="1023938"/>
              <a:chOff x="1361470" y="1224814"/>
              <a:chExt cx="5017590" cy="1023938"/>
            </a:xfrm>
          </p:grpSpPr>
          <p:sp>
            <p:nvSpPr>
              <p:cNvPr id="52" name="Text Box 262">
                <a:extLst>
                  <a:ext uri="{FF2B5EF4-FFF2-40B4-BE49-F238E27FC236}">
                    <a16:creationId xmlns:a16="http://schemas.microsoft.com/office/drawing/2014/main" id="{BC0DCE96-B822-4568-B448-5B50FA35D18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361470" y="1686777"/>
                <a:ext cx="1011238" cy="46196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s-ES" sz="2400" dirty="0">
                    <a:solidFill>
                      <a:srgbClr val="0000FF"/>
                    </a:solidFill>
                    <a:latin typeface="Trebuchet MS" panose="020B0603020202020204" pitchFamily="34" charset="0"/>
                  </a:rPr>
                  <a:t>[0,10]</a:t>
                </a:r>
              </a:p>
            </p:txBody>
          </p:sp>
          <p:sp>
            <p:nvSpPr>
              <p:cNvPr id="53" name="Text Box 263">
                <a:extLst>
                  <a:ext uri="{FF2B5EF4-FFF2-40B4-BE49-F238E27FC236}">
                    <a16:creationId xmlns:a16="http://schemas.microsoft.com/office/drawing/2014/main" id="{5AC6C585-6499-4950-B22D-39277ADC398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367822" y="1224814"/>
                <a:ext cx="1011238" cy="46196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s-ES" sz="2400">
                    <a:solidFill>
                      <a:srgbClr val="0000FF"/>
                    </a:solidFill>
                    <a:latin typeface="Trebuchet MS" panose="020B0603020202020204" pitchFamily="34" charset="0"/>
                  </a:rPr>
                  <a:t>[0,10]</a:t>
                </a:r>
              </a:p>
            </p:txBody>
          </p:sp>
          <p:sp>
            <p:nvSpPr>
              <p:cNvPr id="54" name="Text Box 264">
                <a:extLst>
                  <a:ext uri="{FF2B5EF4-FFF2-40B4-BE49-F238E27FC236}">
                    <a16:creationId xmlns:a16="http://schemas.microsoft.com/office/drawing/2014/main" id="{5534F899-BED9-4114-B5B6-89E923B86A2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366234" y="1786789"/>
                <a:ext cx="1011238" cy="46196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s-ES" sz="2400" dirty="0">
                    <a:solidFill>
                      <a:srgbClr val="0000FF"/>
                    </a:solidFill>
                    <a:latin typeface="Trebuchet MS" panose="020B0603020202020204" pitchFamily="34" charset="0"/>
                  </a:rPr>
                  <a:t>[0,10]</a:t>
                </a:r>
              </a:p>
            </p:txBody>
          </p:sp>
        </p:grpSp>
        <p:sp>
          <p:nvSpPr>
            <p:cNvPr id="51" name="Text Box 264">
              <a:extLst>
                <a:ext uri="{FF2B5EF4-FFF2-40B4-BE49-F238E27FC236}">
                  <a16:creationId xmlns:a16="http://schemas.microsoft.com/office/drawing/2014/main" id="{A845BB9B-502E-4B0D-9293-B6E7188B9B3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449811" y="2820778"/>
              <a:ext cx="1011238" cy="46196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s-ES" sz="2400" dirty="0">
                  <a:solidFill>
                    <a:srgbClr val="0000FF"/>
                  </a:solidFill>
                  <a:latin typeface="Trebuchet MS" panose="020B0603020202020204" pitchFamily="34" charset="0"/>
                </a:rPr>
                <a:t>[0,10]</a:t>
              </a:r>
            </a:p>
          </p:txBody>
        </p:sp>
      </p:grpSp>
      <p:grpSp>
        <p:nvGrpSpPr>
          <p:cNvPr id="55" name="Grupo 54">
            <a:extLst>
              <a:ext uri="{FF2B5EF4-FFF2-40B4-BE49-F238E27FC236}">
                <a16:creationId xmlns:a16="http://schemas.microsoft.com/office/drawing/2014/main" id="{C5504769-58B3-4665-B29D-4829B9B95221}"/>
              </a:ext>
            </a:extLst>
          </p:cNvPr>
          <p:cNvGrpSpPr/>
          <p:nvPr/>
        </p:nvGrpSpPr>
        <p:grpSpPr>
          <a:xfrm>
            <a:off x="6531915" y="2166558"/>
            <a:ext cx="2122234" cy="1600137"/>
            <a:chOff x="6531915" y="1694923"/>
            <a:chExt cx="2122234" cy="1600137"/>
          </a:xfrm>
        </p:grpSpPr>
        <p:grpSp>
          <p:nvGrpSpPr>
            <p:cNvPr id="56" name="Grupo 55">
              <a:extLst>
                <a:ext uri="{FF2B5EF4-FFF2-40B4-BE49-F238E27FC236}">
                  <a16:creationId xmlns:a16="http://schemas.microsoft.com/office/drawing/2014/main" id="{2562B681-E911-42F0-A16A-2D4EA4E58DBD}"/>
                </a:ext>
              </a:extLst>
            </p:cNvPr>
            <p:cNvGrpSpPr/>
            <p:nvPr/>
          </p:nvGrpSpPr>
          <p:grpSpPr>
            <a:xfrm>
              <a:off x="6531915" y="1694923"/>
              <a:ext cx="2116138" cy="1027113"/>
              <a:chOff x="6198402" y="1224814"/>
              <a:chExt cx="2116138" cy="1027113"/>
            </a:xfrm>
          </p:grpSpPr>
          <p:sp>
            <p:nvSpPr>
              <p:cNvPr id="60" name="Text Box 266">
                <a:extLst>
                  <a:ext uri="{FF2B5EF4-FFF2-40B4-BE49-F238E27FC236}">
                    <a16:creationId xmlns:a16="http://schemas.microsoft.com/office/drawing/2014/main" id="{4BE46AEA-E193-4B2E-A6A1-2F94179D56D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198402" y="1224814"/>
                <a:ext cx="346075" cy="46196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s-ES" sz="2400">
                    <a:latin typeface="Trebuchet MS" panose="020B0603020202020204" pitchFamily="34" charset="0"/>
                  </a:rPr>
                  <a:t>×</a:t>
                </a:r>
              </a:p>
            </p:txBody>
          </p:sp>
          <p:sp>
            <p:nvSpPr>
              <p:cNvPr id="61" name="Text Box 267">
                <a:extLst>
                  <a:ext uri="{FF2B5EF4-FFF2-40B4-BE49-F238E27FC236}">
                    <a16:creationId xmlns:a16="http://schemas.microsoft.com/office/drawing/2014/main" id="{DE0F80FD-5864-4460-9021-C60B61C0C3E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199989" y="1785202"/>
                <a:ext cx="346075" cy="46196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s-ES" sz="2400">
                    <a:latin typeface="Trebuchet MS" panose="020B0603020202020204" pitchFamily="34" charset="0"/>
                  </a:rPr>
                  <a:t>×</a:t>
                </a:r>
              </a:p>
            </p:txBody>
          </p:sp>
          <p:sp>
            <p:nvSpPr>
              <p:cNvPr id="62" name="Text Box 269">
                <a:extLst>
                  <a:ext uri="{FF2B5EF4-FFF2-40B4-BE49-F238E27FC236}">
                    <a16:creationId xmlns:a16="http://schemas.microsoft.com/office/drawing/2014/main" id="{29A2DB04-B519-456F-8564-0ABCCFCCDBA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663539" y="1234339"/>
                <a:ext cx="622300" cy="46196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s-ES" sz="2400">
                    <a:solidFill>
                      <a:srgbClr val="0000FF"/>
                    </a:solidFill>
                    <a:latin typeface="Trebuchet MS" panose="020B0603020202020204" pitchFamily="34" charset="0"/>
                  </a:rPr>
                  <a:t>0,2</a:t>
                </a:r>
                <a:endParaRPr lang="es-ES" sz="2400" dirty="0">
                  <a:solidFill>
                    <a:srgbClr val="0000FF"/>
                  </a:solidFill>
                  <a:latin typeface="Trebuchet MS" panose="020B0603020202020204" pitchFamily="34" charset="0"/>
                </a:endParaRPr>
              </a:p>
            </p:txBody>
          </p:sp>
          <p:sp>
            <p:nvSpPr>
              <p:cNvPr id="63" name="Text Box 270">
                <a:extLst>
                  <a:ext uri="{FF2B5EF4-FFF2-40B4-BE49-F238E27FC236}">
                    <a16:creationId xmlns:a16="http://schemas.microsoft.com/office/drawing/2014/main" id="{C6B401E7-2845-471C-8549-DE2F288E8F3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663539" y="1789964"/>
                <a:ext cx="622300" cy="46196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s-ES" sz="2400">
                    <a:solidFill>
                      <a:srgbClr val="0000FF"/>
                    </a:solidFill>
                    <a:latin typeface="Trebuchet MS" panose="020B0603020202020204" pitchFamily="34" charset="0"/>
                  </a:rPr>
                  <a:t>0,7</a:t>
                </a:r>
                <a:endParaRPr lang="es-ES" sz="2400" dirty="0">
                  <a:solidFill>
                    <a:srgbClr val="0000FF"/>
                  </a:solidFill>
                  <a:latin typeface="Trebuchet MS" panose="020B0603020202020204" pitchFamily="34" charset="0"/>
                </a:endParaRPr>
              </a:p>
            </p:txBody>
          </p:sp>
          <p:sp>
            <p:nvSpPr>
              <p:cNvPr id="64" name="Text Box 272">
                <a:extLst>
                  <a:ext uri="{FF2B5EF4-FFF2-40B4-BE49-F238E27FC236}">
                    <a16:creationId xmlns:a16="http://schemas.microsoft.com/office/drawing/2014/main" id="{AADA9512-8F7C-496F-A0EF-99686C5C9AA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7528727" y="1243864"/>
                <a:ext cx="785813" cy="461963"/>
              </a:xfrm>
              <a:prstGeom prst="rect">
                <a:avLst/>
              </a:prstGeom>
              <a:solidFill>
                <a:srgbClr val="FFCC99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s-ES" sz="2400">
                    <a:latin typeface="Trebuchet MS" panose="020B0603020202020204" pitchFamily="34" charset="0"/>
                  </a:rPr>
                  <a:t>20 </a:t>
                </a:r>
                <a:r>
                  <a:rPr lang="es-ES" sz="2400" dirty="0">
                    <a:latin typeface="Trebuchet MS" panose="020B0603020202020204" pitchFamily="34" charset="0"/>
                  </a:rPr>
                  <a:t>%</a:t>
                </a:r>
              </a:p>
            </p:txBody>
          </p:sp>
          <p:sp>
            <p:nvSpPr>
              <p:cNvPr id="65" name="Text Box 273">
                <a:extLst>
                  <a:ext uri="{FF2B5EF4-FFF2-40B4-BE49-F238E27FC236}">
                    <a16:creationId xmlns:a16="http://schemas.microsoft.com/office/drawing/2014/main" id="{35462A87-2368-4D3E-B73E-AEB59BDBEBF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7528727" y="1789964"/>
                <a:ext cx="785813" cy="461963"/>
              </a:xfrm>
              <a:prstGeom prst="rect">
                <a:avLst/>
              </a:prstGeom>
              <a:solidFill>
                <a:srgbClr val="FFCC99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s-ES" sz="2400">
                    <a:latin typeface="Trebuchet MS" panose="020B0603020202020204" pitchFamily="34" charset="0"/>
                  </a:rPr>
                  <a:t>70 </a:t>
                </a:r>
                <a:r>
                  <a:rPr lang="es-ES" sz="2400" dirty="0">
                    <a:latin typeface="Trebuchet MS" panose="020B0603020202020204" pitchFamily="34" charset="0"/>
                  </a:rPr>
                  <a:t>%</a:t>
                </a:r>
              </a:p>
            </p:txBody>
          </p:sp>
        </p:grpSp>
        <p:sp>
          <p:nvSpPr>
            <p:cNvPr id="57" name="Text Box 267">
              <a:extLst>
                <a:ext uri="{FF2B5EF4-FFF2-40B4-BE49-F238E27FC236}">
                  <a16:creationId xmlns:a16="http://schemas.microsoft.com/office/drawing/2014/main" id="{9A3819E4-E2A0-4FE4-907C-39D275DDF23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539598" y="2828335"/>
              <a:ext cx="346075" cy="46196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s-ES" sz="2400">
                  <a:latin typeface="Trebuchet MS" panose="020B0603020202020204" pitchFamily="34" charset="0"/>
                </a:rPr>
                <a:t>×</a:t>
              </a:r>
            </a:p>
          </p:txBody>
        </p:sp>
        <p:sp>
          <p:nvSpPr>
            <p:cNvPr id="58" name="Text Box 270">
              <a:extLst>
                <a:ext uri="{FF2B5EF4-FFF2-40B4-BE49-F238E27FC236}">
                  <a16:creationId xmlns:a16="http://schemas.microsoft.com/office/drawing/2014/main" id="{C89BD6A5-7B1C-46EC-8E37-2116F0EBC5F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003148" y="2833097"/>
              <a:ext cx="622300" cy="46196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s-ES" sz="2400" dirty="0">
                  <a:solidFill>
                    <a:srgbClr val="0000FF"/>
                  </a:solidFill>
                  <a:latin typeface="Trebuchet MS" panose="020B0603020202020204" pitchFamily="34" charset="0"/>
                </a:rPr>
                <a:t>0,1</a:t>
              </a:r>
            </a:p>
          </p:txBody>
        </p:sp>
        <p:sp>
          <p:nvSpPr>
            <p:cNvPr id="59" name="Text Box 273">
              <a:extLst>
                <a:ext uri="{FF2B5EF4-FFF2-40B4-BE49-F238E27FC236}">
                  <a16:creationId xmlns:a16="http://schemas.microsoft.com/office/drawing/2014/main" id="{655D55DE-3AEB-41B4-8F2E-40772249590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868336" y="2833097"/>
              <a:ext cx="785813" cy="461963"/>
            </a:xfrm>
            <a:prstGeom prst="rect">
              <a:avLst/>
            </a:prstGeom>
            <a:solidFill>
              <a:srgbClr val="FFCC99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s-ES" sz="2400" dirty="0">
                  <a:latin typeface="Trebuchet MS" panose="020B0603020202020204" pitchFamily="34" charset="0"/>
                </a:rPr>
                <a:t>10 %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5294524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8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/>
      <p:bldP spid="36" grpId="0" animBg="1"/>
      <p:bldP spid="37" grpId="0" animBg="1"/>
      <p:bldP spid="39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Rectángulo 35"/>
          <p:cNvSpPr/>
          <p:nvPr/>
        </p:nvSpPr>
        <p:spPr bwMode="auto">
          <a:xfrm>
            <a:off x="1368428" y="2452676"/>
            <a:ext cx="7323184" cy="1608246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rebuchet MS" panose="020B0603020202020204" pitchFamily="34" charset="0"/>
            </a:endParaRPr>
          </a:p>
        </p:txBody>
      </p:sp>
      <p:sp>
        <p:nvSpPr>
          <p:cNvPr id="25626" name="Text Box 158"/>
          <p:cNvSpPr txBox="1">
            <a:spLocks noChangeArrowheads="1"/>
          </p:cNvSpPr>
          <p:nvPr/>
        </p:nvSpPr>
        <p:spPr bwMode="auto">
          <a:xfrm>
            <a:off x="1368428" y="1907261"/>
            <a:ext cx="3563935" cy="461665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s-ES" sz="2400">
                <a:latin typeface="Trebuchet MS" panose="020B0603020202020204" pitchFamily="34" charset="0"/>
              </a:rPr>
              <a:t>EXAMEN </a:t>
            </a:r>
            <a:r>
              <a:rPr lang="es-ES" sz="2400" dirty="0">
                <a:latin typeface="Trebuchet MS" panose="020B0603020202020204" pitchFamily="34" charset="0"/>
              </a:rPr>
              <a:t>TIPO TEST</a:t>
            </a:r>
          </a:p>
        </p:txBody>
      </p:sp>
      <p:sp>
        <p:nvSpPr>
          <p:cNvPr id="25628" name="Text Box 192"/>
          <p:cNvSpPr txBox="1">
            <a:spLocks noChangeArrowheads="1"/>
          </p:cNvSpPr>
          <p:nvPr/>
        </p:nvSpPr>
        <p:spPr bwMode="auto">
          <a:xfrm>
            <a:off x="1442668" y="2494949"/>
            <a:ext cx="2194832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s-ES" sz="2400">
                <a:solidFill>
                  <a:srgbClr val="FF0000"/>
                </a:solidFill>
                <a:latin typeface="Trebuchet MS" panose="020B0603020202020204" pitchFamily="34" charset="0"/>
                <a:sym typeface="Symbol" panose="05050102010706020507" pitchFamily="18" charset="2"/>
              </a:rPr>
              <a:t></a:t>
            </a:r>
            <a:r>
              <a:rPr lang="es-ES" sz="2400">
                <a:latin typeface="Trebuchet MS" panose="020B0603020202020204" pitchFamily="34" charset="0"/>
                <a:sym typeface="Symbol" panose="05050102010706020507" pitchFamily="18" charset="2"/>
              </a:rPr>
              <a:t> </a:t>
            </a:r>
            <a:r>
              <a:rPr lang="es-ES" sz="2400">
                <a:latin typeface="Trebuchet MS" panose="020B0603020202020204" pitchFamily="34" charset="0"/>
              </a:rPr>
              <a:t>24 preguntas</a:t>
            </a:r>
            <a:endParaRPr lang="es-ES" sz="2400" dirty="0">
              <a:latin typeface="Trebuchet MS" panose="020B0603020202020204" pitchFamily="34" charset="0"/>
              <a:sym typeface="Symbol" panose="05050102010706020507" pitchFamily="18" charset="2"/>
            </a:endParaRPr>
          </a:p>
        </p:txBody>
      </p:sp>
      <p:sp>
        <p:nvSpPr>
          <p:cNvPr id="35" name="Text Box 3"/>
          <p:cNvSpPr txBox="1">
            <a:spLocks noChangeArrowheads="1"/>
          </p:cNvSpPr>
          <p:nvPr/>
        </p:nvSpPr>
        <p:spPr bwMode="auto">
          <a:xfrm>
            <a:off x="4980488" y="341877"/>
            <a:ext cx="3852862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s-ES" sz="2000">
                <a:solidFill>
                  <a:schemeClr val="accent2"/>
                </a:solidFill>
                <a:latin typeface="Trebuchet MS" panose="020B0603020202020204" pitchFamily="34" charset="0"/>
              </a:rPr>
              <a:t>EVALUACIÓN DE LA ASIGNATURA</a:t>
            </a:r>
          </a:p>
        </p:txBody>
      </p:sp>
      <p:sp>
        <p:nvSpPr>
          <p:cNvPr id="2" name="Text Box 192">
            <a:extLst>
              <a:ext uri="{FF2B5EF4-FFF2-40B4-BE49-F238E27FC236}">
                <a16:creationId xmlns:a16="http://schemas.microsoft.com/office/drawing/2014/main" id="{5327C610-E371-4601-8F2E-F60A10981F8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42668" y="2977849"/>
            <a:ext cx="3754554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s-ES" sz="2400" dirty="0">
                <a:solidFill>
                  <a:srgbClr val="FF0000"/>
                </a:solidFill>
                <a:latin typeface="Trebuchet MS" panose="020B0603020202020204" pitchFamily="34" charset="0"/>
                <a:sym typeface="Symbol" panose="05050102010706020507" pitchFamily="18" charset="2"/>
              </a:rPr>
              <a:t></a:t>
            </a:r>
            <a:r>
              <a:rPr lang="es-ES" sz="2400" dirty="0">
                <a:latin typeface="Trebuchet MS" panose="020B0603020202020204" pitchFamily="34" charset="0"/>
                <a:sym typeface="Symbol" panose="05050102010706020507" pitchFamily="18" charset="2"/>
              </a:rPr>
              <a:t> </a:t>
            </a:r>
            <a:r>
              <a:rPr lang="es-ES" sz="2400" dirty="0">
                <a:latin typeface="Trebuchet MS" panose="020B0603020202020204" pitchFamily="34" charset="0"/>
              </a:rPr>
              <a:t>4 opciones por pregunta</a:t>
            </a:r>
            <a:endParaRPr lang="es-ES" sz="2400" dirty="0">
              <a:latin typeface="Trebuchet MS" panose="020B0603020202020204" pitchFamily="34" charset="0"/>
              <a:sym typeface="Symbol" panose="05050102010706020507" pitchFamily="18" charset="2"/>
            </a:endParaRPr>
          </a:p>
        </p:txBody>
      </p:sp>
      <p:sp>
        <p:nvSpPr>
          <p:cNvPr id="3" name="Text Box 192">
            <a:extLst>
              <a:ext uri="{FF2B5EF4-FFF2-40B4-BE49-F238E27FC236}">
                <a16:creationId xmlns:a16="http://schemas.microsoft.com/office/drawing/2014/main" id="{49CB059A-F19C-49CA-8F4C-0D51A7FDDA3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52193" y="3431870"/>
            <a:ext cx="6144631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s-ES" sz="2400" dirty="0">
                <a:solidFill>
                  <a:srgbClr val="FF0000"/>
                </a:solidFill>
                <a:latin typeface="Trebuchet MS" panose="020B0603020202020204" pitchFamily="34" charset="0"/>
                <a:sym typeface="Symbol" panose="05050102010706020507" pitchFamily="18" charset="2"/>
              </a:rPr>
              <a:t></a:t>
            </a:r>
            <a:r>
              <a:rPr lang="es-ES" sz="2400" dirty="0">
                <a:latin typeface="Trebuchet MS" panose="020B0603020202020204" pitchFamily="34" charset="0"/>
                <a:sym typeface="Symbol" panose="05050102010706020507" pitchFamily="18" charset="2"/>
              </a:rPr>
              <a:t> </a:t>
            </a:r>
            <a:r>
              <a:rPr lang="es-ES" sz="2400" u="sng" dirty="0">
                <a:latin typeface="Trebuchet MS" panose="020B0603020202020204" pitchFamily="34" charset="0"/>
                <a:sym typeface="Symbol" panose="05050102010706020507" pitchFamily="18" charset="2"/>
              </a:rPr>
              <a:t>Penalización</a:t>
            </a:r>
            <a:r>
              <a:rPr lang="es-ES" sz="2400" dirty="0">
                <a:latin typeface="Trebuchet MS" panose="020B0603020202020204" pitchFamily="34" charset="0"/>
                <a:sym typeface="Symbol" panose="05050102010706020507" pitchFamily="18" charset="2"/>
              </a:rPr>
              <a:t>: </a:t>
            </a:r>
            <a:r>
              <a:rPr lang="es-ES" sz="2400" dirty="0">
                <a:latin typeface="Trebuchet MS" panose="020B0603020202020204" pitchFamily="34" charset="0"/>
              </a:rPr>
              <a:t>0,25 aciertos </a:t>
            </a:r>
            <a:r>
              <a:rPr lang="es-ES" sz="2400">
                <a:latin typeface="Trebuchet MS" panose="020B0603020202020204" pitchFamily="34" charset="0"/>
              </a:rPr>
              <a:t>por cada fallo</a:t>
            </a:r>
            <a:endParaRPr lang="es-ES" sz="2400" dirty="0">
              <a:latin typeface="Trebuchet MS" panose="020B0603020202020204" pitchFamily="34" charset="0"/>
              <a:sym typeface="Symbol" panose="05050102010706020507" pitchFamily="18" charset="2"/>
            </a:endParaRPr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20E1A363-E024-476E-9992-AA478B81EC30}"/>
              </a:ext>
            </a:extLst>
          </p:cNvPr>
          <p:cNvSpPr/>
          <p:nvPr/>
        </p:nvSpPr>
        <p:spPr bwMode="auto">
          <a:xfrm>
            <a:off x="1368428" y="5046340"/>
            <a:ext cx="7323184" cy="122512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rebuchet MS" panose="020B0603020202020204" pitchFamily="34" charset="0"/>
            </a:endParaRPr>
          </a:p>
        </p:txBody>
      </p:sp>
      <p:sp>
        <p:nvSpPr>
          <p:cNvPr id="14" name="Text Box 158">
            <a:extLst>
              <a:ext uri="{FF2B5EF4-FFF2-40B4-BE49-F238E27FC236}">
                <a16:creationId xmlns:a16="http://schemas.microsoft.com/office/drawing/2014/main" id="{A5F13DB2-8544-4509-853C-0693C1C63BC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68428" y="4454267"/>
            <a:ext cx="3563935" cy="461665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s-ES" sz="2400" dirty="0">
                <a:latin typeface="Trebuchet MS" panose="020B0603020202020204" pitchFamily="34" charset="0"/>
              </a:rPr>
              <a:t>EXAMEN </a:t>
            </a:r>
            <a:r>
              <a:rPr lang="es-ES" sz="2400">
                <a:latin typeface="Trebuchet MS" panose="020B0603020202020204" pitchFamily="34" charset="0"/>
              </a:rPr>
              <a:t>DE PROBLEMAS</a:t>
            </a:r>
            <a:endParaRPr lang="es-ES" sz="2400" dirty="0">
              <a:latin typeface="Trebuchet MS" panose="020B0603020202020204" pitchFamily="34" charset="0"/>
            </a:endParaRPr>
          </a:p>
        </p:txBody>
      </p:sp>
      <p:sp>
        <p:nvSpPr>
          <p:cNvPr id="15" name="Text Box 192">
            <a:extLst>
              <a:ext uri="{FF2B5EF4-FFF2-40B4-BE49-F238E27FC236}">
                <a16:creationId xmlns:a16="http://schemas.microsoft.com/office/drawing/2014/main" id="{E5C4FAF6-3484-4B6B-9B76-64880A17423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13077" y="5124341"/>
            <a:ext cx="5261377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s-ES" sz="2400" dirty="0">
                <a:solidFill>
                  <a:srgbClr val="FF0000"/>
                </a:solidFill>
                <a:latin typeface="Trebuchet MS" panose="020B0603020202020204" pitchFamily="34" charset="0"/>
                <a:sym typeface="Symbol" panose="05050102010706020507" pitchFamily="18" charset="2"/>
              </a:rPr>
              <a:t></a:t>
            </a:r>
            <a:r>
              <a:rPr lang="es-ES" sz="2400" dirty="0">
                <a:latin typeface="Trebuchet MS" panose="020B0603020202020204" pitchFamily="34" charset="0"/>
                <a:sym typeface="Symbol" panose="05050102010706020507" pitchFamily="18" charset="2"/>
              </a:rPr>
              <a:t> </a:t>
            </a:r>
            <a:r>
              <a:rPr lang="es-ES" sz="2400" dirty="0">
                <a:latin typeface="Trebuchet MS" panose="020B0603020202020204" pitchFamily="34" charset="0"/>
              </a:rPr>
              <a:t>4 </a:t>
            </a:r>
            <a:r>
              <a:rPr lang="es-ES" sz="2400">
                <a:latin typeface="Trebuchet MS" panose="020B0603020202020204" pitchFamily="34" charset="0"/>
              </a:rPr>
              <a:t>problemas (</a:t>
            </a:r>
            <a:r>
              <a:rPr lang="es-ES" sz="2400">
                <a:latin typeface="Trebuchet MS" panose="020B0603020202020204" pitchFamily="34" charset="0"/>
                <a:sym typeface="Symbol" panose="05050102010706020507" pitchFamily="18" charset="2"/>
              </a:rPr>
              <a:t>2,5 </a:t>
            </a:r>
            <a:r>
              <a:rPr lang="es-ES" sz="2400" dirty="0">
                <a:latin typeface="Trebuchet MS" panose="020B0603020202020204" pitchFamily="34" charset="0"/>
                <a:sym typeface="Symbol" panose="05050102010706020507" pitchFamily="18" charset="2"/>
              </a:rPr>
              <a:t>puntos </a:t>
            </a:r>
            <a:r>
              <a:rPr lang="es-ES" sz="2400">
                <a:latin typeface="Trebuchet MS" panose="020B0603020202020204" pitchFamily="34" charset="0"/>
                <a:sym typeface="Symbol" panose="05050102010706020507" pitchFamily="18" charset="2"/>
              </a:rPr>
              <a:t>cada uno)</a:t>
            </a:r>
            <a:endParaRPr lang="es-ES" sz="2400" dirty="0">
              <a:latin typeface="Trebuchet MS" panose="020B0603020202020204" pitchFamily="34" charset="0"/>
              <a:sym typeface="Symbol" panose="05050102010706020507" pitchFamily="18" charset="2"/>
            </a:endParaRPr>
          </a:p>
        </p:txBody>
      </p:sp>
      <p:sp>
        <p:nvSpPr>
          <p:cNvPr id="16" name="Text Box 192">
            <a:extLst>
              <a:ext uri="{FF2B5EF4-FFF2-40B4-BE49-F238E27FC236}">
                <a16:creationId xmlns:a16="http://schemas.microsoft.com/office/drawing/2014/main" id="{BD3B99B9-6170-425E-9AB0-B3A1180CF61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15442" y="5668567"/>
            <a:ext cx="7298793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s-ES" sz="2400">
                <a:solidFill>
                  <a:srgbClr val="FF0000"/>
                </a:solidFill>
                <a:latin typeface="Trebuchet MS" panose="020B0603020202020204" pitchFamily="34" charset="0"/>
                <a:sym typeface="Symbol" panose="05050102010706020507" pitchFamily="18" charset="2"/>
              </a:rPr>
              <a:t></a:t>
            </a:r>
            <a:r>
              <a:rPr lang="es-ES" sz="2400">
                <a:latin typeface="Trebuchet MS" panose="020B0603020202020204" pitchFamily="34" charset="0"/>
                <a:sym typeface="Symbol" panose="05050102010706020507" pitchFamily="18" charset="2"/>
              </a:rPr>
              <a:t> </a:t>
            </a:r>
            <a:r>
              <a:rPr lang="es-ES" sz="2400">
                <a:latin typeface="Trebuchet MS" panose="020B0603020202020204" pitchFamily="34" charset="0"/>
              </a:rPr>
              <a:t>En </a:t>
            </a:r>
            <a:r>
              <a:rPr lang="es-ES" sz="2400">
                <a:solidFill>
                  <a:srgbClr val="CC3399"/>
                </a:solidFill>
                <a:latin typeface="Trebuchet MS" panose="020B0603020202020204" pitchFamily="34" charset="0"/>
              </a:rPr>
              <a:t>Moodle:</a:t>
            </a:r>
            <a:r>
              <a:rPr lang="es-ES" sz="2400">
                <a:latin typeface="Trebuchet MS" panose="020B0603020202020204" pitchFamily="34" charset="0"/>
              </a:rPr>
              <a:t> </a:t>
            </a:r>
            <a:r>
              <a:rPr lang="es-ES" sz="2400">
                <a:solidFill>
                  <a:srgbClr val="0099FF"/>
                </a:solidFill>
                <a:latin typeface="Trebuchet MS" panose="020B0603020202020204" pitchFamily="34" charset="0"/>
              </a:rPr>
              <a:t>Ex. hechos, algunos resueltos </a:t>
            </a:r>
            <a:r>
              <a:rPr lang="es-ES" sz="2400">
                <a:solidFill>
                  <a:srgbClr val="3333FF"/>
                </a:solidFill>
                <a:latin typeface="Trebuchet MS" panose="020B0603020202020204" pitchFamily="34" charset="0"/>
              </a:rPr>
              <a:t>(en pdf)</a:t>
            </a:r>
            <a:endParaRPr lang="es-ES" sz="2400">
              <a:solidFill>
                <a:srgbClr val="3333FF"/>
              </a:solidFill>
              <a:latin typeface="Trebuchet MS" panose="020B0603020202020204" pitchFamily="34" charset="0"/>
              <a:sym typeface="Symbol" panose="05050102010706020507" pitchFamily="18" charset="2"/>
            </a:endParaRPr>
          </a:p>
        </p:txBody>
      </p:sp>
      <p:sp>
        <p:nvSpPr>
          <p:cNvPr id="4" name="Text Box 192">
            <a:extLst>
              <a:ext uri="{FF2B5EF4-FFF2-40B4-BE49-F238E27FC236}">
                <a16:creationId xmlns:a16="http://schemas.microsoft.com/office/drawing/2014/main" id="{8AA80789-7556-EBBD-CE8E-70753E5F216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33025" y="1123037"/>
            <a:ext cx="3206327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s-ES" sz="2400">
                <a:solidFill>
                  <a:srgbClr val="FF0000"/>
                </a:solidFill>
                <a:latin typeface="Trebuchet MS" panose="020B0603020202020204" pitchFamily="34" charset="0"/>
                <a:sym typeface="Symbol" panose="05050102010706020507" pitchFamily="18" charset="2"/>
              </a:rPr>
              <a:t>sobre 2 horas y media</a:t>
            </a:r>
            <a:endParaRPr lang="es-ES" sz="2400" dirty="0">
              <a:latin typeface="Trebuchet MS" panose="020B0603020202020204" pitchFamily="34" charset="0"/>
              <a:sym typeface="Symbol" panose="05050102010706020507" pitchFamily="18" charset="2"/>
            </a:endParaRPr>
          </a:p>
        </p:txBody>
      </p:sp>
      <p:sp>
        <p:nvSpPr>
          <p:cNvPr id="5" name="Text Box 158">
            <a:extLst>
              <a:ext uri="{FF2B5EF4-FFF2-40B4-BE49-F238E27FC236}">
                <a16:creationId xmlns:a16="http://schemas.microsoft.com/office/drawing/2014/main" id="{499E2946-060B-C892-7CCD-06132B7C26E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68428" y="1124580"/>
            <a:ext cx="1481776" cy="461665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s-ES" sz="2400">
                <a:latin typeface="Trebuchet MS" panose="020B0603020202020204" pitchFamily="34" charset="0"/>
              </a:rPr>
              <a:t>EXAMEN</a:t>
            </a:r>
            <a:endParaRPr lang="es-ES" sz="2400" dirty="0">
              <a:latin typeface="Trebuchet MS" panose="020B0603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28098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500"/>
                                        <p:tgtEl>
                                          <p:spTgt spid="256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500"/>
                            </p:stCondLst>
                            <p:childTnLst>
                              <p:par>
                                <p:cTn id="20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256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" grpId="0" animBg="1"/>
      <p:bldP spid="25626" grpId="0" animBg="1"/>
      <p:bldP spid="25628" grpId="0"/>
      <p:bldP spid="2" grpId="0"/>
      <p:bldP spid="3" grpId="0"/>
      <p:bldP spid="13" grpId="0" animBg="1"/>
      <p:bldP spid="14" grpId="0" animBg="1"/>
      <p:bldP spid="15" grpId="0"/>
      <p:bldP spid="16" grpId="0"/>
      <p:bldP spid="4" grpId="0"/>
      <p:bldP spid="5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446" name="Group 18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73610605"/>
              </p:ext>
            </p:extLst>
          </p:nvPr>
        </p:nvGraphicFramePr>
        <p:xfrm>
          <a:off x="1145570" y="2000884"/>
          <a:ext cx="7602604" cy="3145453"/>
        </p:xfrm>
        <a:graphic>
          <a:graphicData uri="http://schemas.openxmlformats.org/drawingml/2006/table">
            <a:tbl>
              <a:tblPr/>
              <a:tblGrid>
                <a:gridCol w="72093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11447">
                  <a:extLst>
                    <a:ext uri="{9D8B030D-6E8A-4147-A177-3AD203B41FA5}">
                      <a16:colId xmlns:a16="http://schemas.microsoft.com/office/drawing/2014/main" val="669608711"/>
                    </a:ext>
                  </a:extLst>
                </a:gridCol>
                <a:gridCol w="254106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3952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5461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3501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676573">
                <a:tc rowSpan="4"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anose="020B0603020202020204" pitchFamily="34" charset="0"/>
                        </a:rPr>
                        <a:t>CONVOCATORIA</a:t>
                      </a:r>
                    </a:p>
                  </a:txBody>
                  <a:tcPr marL="91427" marR="91427" vert="vert27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anose="020B0603020202020204" pitchFamily="34" charset="0"/>
                        </a:rPr>
                        <a:t>ORD</a:t>
                      </a:r>
                      <a:r>
                        <a:rPr kumimoji="0" lang="es-E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anose="020B0603020202020204" pitchFamily="34" charset="0"/>
                        </a:rPr>
                        <a:t>. III</a:t>
                      </a:r>
                      <a:endParaRPr kumimoji="0" lang="es-E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rebuchet MS" panose="020B0603020202020204" pitchFamily="34" charset="0"/>
                      </a:endParaRPr>
                    </a:p>
                  </a:txBody>
                  <a:tcPr marL="91427" marR="9142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anose="020B0603020202020204" pitchFamily="34" charset="0"/>
                        </a:rPr>
                        <a:t>OCTUBRE</a:t>
                      </a:r>
                    </a:p>
                  </a:txBody>
                  <a:tcPr marL="91427" marR="9142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anose="020B0603020202020204" pitchFamily="34" charset="0"/>
                        </a:rPr>
                        <a:t>??:??</a:t>
                      </a:r>
                      <a:endParaRPr kumimoji="0" lang="es-E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rebuchet MS" panose="020B0603020202020204" pitchFamily="34" charset="0"/>
                      </a:endParaRPr>
                    </a:p>
                  </a:txBody>
                  <a:tcPr marL="91427" marR="9142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anose="020B0603020202020204" pitchFamily="34" charset="0"/>
                        </a:rPr>
                        <a:t>??:??</a:t>
                      </a:r>
                      <a:endParaRPr kumimoji="0" lang="es-E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rebuchet MS" panose="020B0603020202020204" pitchFamily="34" charset="0"/>
                      </a:endParaRPr>
                    </a:p>
                  </a:txBody>
                  <a:tcPr marL="91427" marR="9142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anose="020B0603020202020204" pitchFamily="34" charset="0"/>
                        </a:rPr>
                        <a:t>¿Aulas?</a:t>
                      </a:r>
                    </a:p>
                  </a:txBody>
                  <a:tcPr marL="91427" marR="9142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76573"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s-E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rebuchet MS" panose="020B0603020202020204" pitchFamily="34" charset="0"/>
                      </a:endParaRPr>
                    </a:p>
                  </a:txBody>
                  <a:tcPr marL="91427" marR="91427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anose="020B0603020202020204" pitchFamily="34" charset="0"/>
                        </a:rPr>
                        <a:t>EXT.</a:t>
                      </a:r>
                      <a:endParaRPr kumimoji="0" lang="es-E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rebuchet MS" panose="020B0603020202020204" pitchFamily="34" charset="0"/>
                      </a:endParaRPr>
                    </a:p>
                  </a:txBody>
                  <a:tcPr marL="91427" marR="9142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anose="020B0603020202020204" pitchFamily="34" charset="0"/>
                        </a:rPr>
                        <a:t>NOVIEMBRE</a:t>
                      </a:r>
                      <a:endParaRPr kumimoji="0" lang="es-E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rebuchet MS" panose="020B0603020202020204" pitchFamily="34" charset="0"/>
                      </a:endParaRPr>
                    </a:p>
                  </a:txBody>
                  <a:tcPr marL="91427" marR="9142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anose="020B0603020202020204" pitchFamily="34" charset="0"/>
                        </a:rPr>
                        <a:t>??:??</a:t>
                      </a:r>
                    </a:p>
                  </a:txBody>
                  <a:tcPr marL="91427" marR="9142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anose="020B0603020202020204" pitchFamily="34" charset="0"/>
                        </a:rPr>
                        <a:t>??:??</a:t>
                      </a:r>
                      <a:endParaRPr kumimoji="0" lang="es-E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rebuchet MS" panose="020B0603020202020204" pitchFamily="34" charset="0"/>
                      </a:endParaRPr>
                    </a:p>
                  </a:txBody>
                  <a:tcPr marL="91427" marR="9142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anose="020B0603020202020204" pitchFamily="34" charset="0"/>
                        </a:rPr>
                        <a:t>¿Aulas?</a:t>
                      </a:r>
                    </a:p>
                  </a:txBody>
                  <a:tcPr marL="91427" marR="9142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76573"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s-E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rebuchet MS" panose="020B0603020202020204" pitchFamily="34" charset="0"/>
                      </a:endParaRPr>
                    </a:p>
                  </a:txBody>
                  <a:tcPr marL="91427" marR="91427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anose="020B0603020202020204" pitchFamily="34" charset="0"/>
                        </a:rPr>
                        <a:t>ORD. I</a:t>
                      </a:r>
                      <a:endParaRPr kumimoji="0" lang="es-E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rebuchet MS" panose="020B0603020202020204" pitchFamily="34" charset="0"/>
                      </a:endParaRPr>
                    </a:p>
                  </a:txBody>
                  <a:tcPr marL="91427" marR="9142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anose="020B0603020202020204" pitchFamily="34" charset="0"/>
                        </a:rPr>
                        <a:t>ENERO</a:t>
                      </a:r>
                    </a:p>
                  </a:txBody>
                  <a:tcPr marL="91427" marR="9142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anose="020B0603020202020204" pitchFamily="34" charset="0"/>
                        </a:rPr>
                        <a:t>16/01</a:t>
                      </a:r>
                    </a:p>
                  </a:txBody>
                  <a:tcPr marL="91427" marR="9142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anose="020B0603020202020204" pitchFamily="34" charset="0"/>
                        </a:rPr>
                        <a:t>10:00</a:t>
                      </a:r>
                    </a:p>
                  </a:txBody>
                  <a:tcPr marL="91427" marR="9142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anose="020B0603020202020204" pitchFamily="34" charset="0"/>
                        </a:rPr>
                        <a:t>¿Aulas?</a:t>
                      </a:r>
                    </a:p>
                  </a:txBody>
                  <a:tcPr marL="91427" marR="9142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68267491"/>
                  </a:ext>
                </a:extLst>
              </a:tr>
              <a:tr h="676573"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s-E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rebuchet MS" panose="020B0603020202020204" pitchFamily="34" charset="0"/>
                      </a:endParaRPr>
                    </a:p>
                  </a:txBody>
                  <a:tcPr marL="91427" marR="91427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anose="020B0603020202020204" pitchFamily="34" charset="0"/>
                        </a:rPr>
                        <a:t>ORD. II</a:t>
                      </a:r>
                    </a:p>
                  </a:txBody>
                  <a:tcPr marL="91427" marR="9142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anose="020B0603020202020204" pitchFamily="34" charset="0"/>
                        </a:rPr>
                        <a:t>FEBRERO</a:t>
                      </a:r>
                      <a:endParaRPr kumimoji="0" lang="es-E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rebuchet MS" panose="020B0603020202020204" pitchFamily="34" charset="0"/>
                      </a:endParaRPr>
                    </a:p>
                  </a:txBody>
                  <a:tcPr marL="91427" marR="9142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anose="020B0603020202020204" pitchFamily="34" charset="0"/>
                        </a:rPr>
                        <a:t>11/02</a:t>
                      </a:r>
                      <a:endParaRPr kumimoji="0" lang="es-E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rebuchet MS" panose="020B0603020202020204" pitchFamily="34" charset="0"/>
                      </a:endParaRPr>
                    </a:p>
                  </a:txBody>
                  <a:tcPr marL="91427" marR="9142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anose="020B0603020202020204" pitchFamily="34" charset="0"/>
                        </a:rPr>
                        <a:t>10:00</a:t>
                      </a:r>
                    </a:p>
                  </a:txBody>
                  <a:tcPr marL="91427" marR="9142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anose="020B0603020202020204" pitchFamily="34" charset="0"/>
                        </a:rPr>
                        <a:t>¿Aulas?</a:t>
                      </a:r>
                    </a:p>
                  </a:txBody>
                  <a:tcPr marL="91427" marR="9142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67115589"/>
                  </a:ext>
                </a:extLst>
              </a:tr>
            </a:tbl>
          </a:graphicData>
        </a:graphic>
      </p:graphicFrame>
      <p:sp>
        <p:nvSpPr>
          <p:cNvPr id="35" name="Text Box 3"/>
          <p:cNvSpPr txBox="1">
            <a:spLocks noChangeArrowheads="1"/>
          </p:cNvSpPr>
          <p:nvPr/>
        </p:nvSpPr>
        <p:spPr bwMode="auto">
          <a:xfrm>
            <a:off x="4980488" y="341877"/>
            <a:ext cx="3852862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s-ES" sz="2000">
                <a:solidFill>
                  <a:schemeClr val="accent2"/>
                </a:solidFill>
                <a:latin typeface="Trebuchet MS" panose="020B0603020202020204" pitchFamily="34" charset="0"/>
              </a:rPr>
              <a:t>EVALUACIÓN DE LA ASIGNATURA</a:t>
            </a:r>
          </a:p>
        </p:txBody>
      </p:sp>
      <p:sp>
        <p:nvSpPr>
          <p:cNvPr id="3" name="Text Box 158">
            <a:extLst>
              <a:ext uri="{FF2B5EF4-FFF2-40B4-BE49-F238E27FC236}">
                <a16:creationId xmlns:a16="http://schemas.microsoft.com/office/drawing/2014/main" id="{BC70EDA5-A2DC-A3FA-3E87-A76D1A39790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45570" y="1138986"/>
            <a:ext cx="2905189" cy="461665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s-ES" sz="2400">
                <a:latin typeface="Trebuchet MS" panose="020B0603020202020204" pitchFamily="34" charset="0"/>
              </a:rPr>
              <a:t>FECHA DE EXAMEN</a:t>
            </a:r>
            <a:endParaRPr lang="es-ES" sz="2400" dirty="0">
              <a:latin typeface="Trebuchet MS" panose="020B0603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541369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2" dur="500"/>
                                        <p:tgtEl>
                                          <p:spTgt spid="114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ángulo 17"/>
          <p:cNvSpPr/>
          <p:nvPr/>
        </p:nvSpPr>
        <p:spPr bwMode="auto">
          <a:xfrm>
            <a:off x="1189710" y="1724983"/>
            <a:ext cx="3570052" cy="1366208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rebuchet MS" panose="020B0603020202020204" pitchFamily="34" charset="0"/>
            </a:endParaRPr>
          </a:p>
        </p:txBody>
      </p:sp>
      <p:sp>
        <p:nvSpPr>
          <p:cNvPr id="2" name="Rectángulo 1"/>
          <p:cNvSpPr/>
          <p:nvPr/>
        </p:nvSpPr>
        <p:spPr bwMode="auto">
          <a:xfrm>
            <a:off x="5086364" y="1734608"/>
            <a:ext cx="3631240" cy="1366208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rebuchet MS" panose="020B0603020202020204" pitchFamily="34" charset="0"/>
            </a:endParaRPr>
          </a:p>
        </p:txBody>
      </p:sp>
      <p:sp>
        <p:nvSpPr>
          <p:cNvPr id="27650" name="Text Box 3"/>
          <p:cNvSpPr txBox="1">
            <a:spLocks noChangeArrowheads="1"/>
          </p:cNvSpPr>
          <p:nvPr/>
        </p:nvSpPr>
        <p:spPr bwMode="auto">
          <a:xfrm>
            <a:off x="4980488" y="341877"/>
            <a:ext cx="3852862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s-ES" sz="2000">
                <a:solidFill>
                  <a:schemeClr val="accent2"/>
                </a:solidFill>
                <a:latin typeface="Trebuchet MS" panose="020B0603020202020204" pitchFamily="34" charset="0"/>
              </a:rPr>
              <a:t>EVALUACIÓN DE LA ASIGNATURA</a:t>
            </a:r>
          </a:p>
        </p:txBody>
      </p:sp>
      <p:sp>
        <p:nvSpPr>
          <p:cNvPr id="27663" name="Text Box 60"/>
          <p:cNvSpPr txBox="1">
            <a:spLocks noChangeArrowheads="1"/>
          </p:cNvSpPr>
          <p:nvPr/>
        </p:nvSpPr>
        <p:spPr bwMode="auto">
          <a:xfrm>
            <a:off x="5072518" y="1122252"/>
            <a:ext cx="3645085" cy="461963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s-ES" sz="2400">
                <a:latin typeface="Trebuchet MS" panose="020B0603020202020204" pitchFamily="34" charset="0"/>
              </a:rPr>
              <a:t>SESIONES DE PROBLEMAS</a:t>
            </a:r>
          </a:p>
        </p:txBody>
      </p:sp>
      <p:sp>
        <p:nvSpPr>
          <p:cNvPr id="27664" name="Text Box 61"/>
          <p:cNvSpPr txBox="1">
            <a:spLocks noChangeArrowheads="1"/>
          </p:cNvSpPr>
          <p:nvPr/>
        </p:nvSpPr>
        <p:spPr bwMode="auto">
          <a:xfrm>
            <a:off x="5224901" y="1877831"/>
            <a:ext cx="3368871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s-ES" sz="2400">
                <a:solidFill>
                  <a:srgbClr val="FF0000"/>
                </a:solidFill>
                <a:latin typeface="Trebuchet MS" panose="020B0603020202020204" pitchFamily="34" charset="0"/>
                <a:sym typeface="Symbol" panose="05050102010706020507" pitchFamily="18" charset="2"/>
              </a:rPr>
              <a:t></a:t>
            </a:r>
            <a:r>
              <a:rPr lang="es-ES" sz="2400">
                <a:latin typeface="Trebuchet MS" panose="020B0603020202020204" pitchFamily="34" charset="0"/>
                <a:sym typeface="Symbol" panose="05050102010706020507" pitchFamily="18" charset="2"/>
              </a:rPr>
              <a:t> </a:t>
            </a:r>
            <a:r>
              <a:rPr lang="es-ES" sz="2400">
                <a:latin typeface="Trebuchet MS" panose="020B0603020202020204" pitchFamily="34" charset="0"/>
              </a:rPr>
              <a:t>Asistencias</a:t>
            </a:r>
            <a:r>
              <a:rPr lang="es-ES" sz="2400">
                <a:solidFill>
                  <a:srgbClr val="FF0000"/>
                </a:solidFill>
                <a:latin typeface="Trebuchet MS" panose="020B0603020202020204" pitchFamily="34" charset="0"/>
              </a:rPr>
              <a:t>*</a:t>
            </a:r>
            <a:r>
              <a:rPr lang="es-ES" sz="2400">
                <a:latin typeface="Trebuchet MS" panose="020B0603020202020204" pitchFamily="34" charset="0"/>
              </a:rPr>
              <a:t>: </a:t>
            </a:r>
            <a:r>
              <a:rPr lang="es-ES" sz="2000">
                <a:solidFill>
                  <a:srgbClr val="0000FF"/>
                </a:solidFill>
                <a:latin typeface="Trebuchet MS" panose="020B0603020202020204" pitchFamily="34" charset="0"/>
              </a:rPr>
              <a:t>  </a:t>
            </a:r>
            <a:r>
              <a:rPr lang="es-ES" sz="2400">
                <a:solidFill>
                  <a:srgbClr val="0000FF"/>
                </a:solidFill>
                <a:latin typeface="Trebuchet MS" panose="020B0603020202020204" pitchFamily="34" charset="0"/>
              </a:rPr>
              <a:t>2 x 1/8</a:t>
            </a:r>
            <a:endParaRPr lang="es-ES" sz="2400" dirty="0">
              <a:solidFill>
                <a:srgbClr val="0000FF"/>
              </a:solidFill>
              <a:latin typeface="Trebuchet MS" panose="020B0603020202020204" pitchFamily="34" charset="0"/>
              <a:sym typeface="Symbol" panose="05050102010706020507" pitchFamily="18" charset="2"/>
            </a:endParaRPr>
          </a:p>
        </p:txBody>
      </p:sp>
      <p:sp>
        <p:nvSpPr>
          <p:cNvPr id="27666" name="Text Box 63"/>
          <p:cNvSpPr txBox="1">
            <a:spLocks noChangeArrowheads="1"/>
          </p:cNvSpPr>
          <p:nvPr/>
        </p:nvSpPr>
        <p:spPr bwMode="auto">
          <a:xfrm>
            <a:off x="5224901" y="2429953"/>
            <a:ext cx="3390672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s-ES" sz="2400" dirty="0">
                <a:solidFill>
                  <a:srgbClr val="FF0000"/>
                </a:solidFill>
                <a:latin typeface="Trebuchet MS" panose="020B0603020202020204" pitchFamily="34" charset="0"/>
                <a:sym typeface="Symbol" panose="05050102010706020507" pitchFamily="18" charset="2"/>
              </a:rPr>
              <a:t></a:t>
            </a:r>
            <a:r>
              <a:rPr lang="es-ES" sz="2400" dirty="0">
                <a:latin typeface="Trebuchet MS" panose="020B0603020202020204" pitchFamily="34" charset="0"/>
              </a:rPr>
              <a:t> 6 problemas</a:t>
            </a:r>
            <a:r>
              <a:rPr lang="es-ES" sz="2400">
                <a:latin typeface="Trebuchet MS" panose="020B0603020202020204" pitchFamily="34" charset="0"/>
              </a:rPr>
              <a:t>:  </a:t>
            </a:r>
            <a:r>
              <a:rPr lang="es-ES" sz="2400">
                <a:solidFill>
                  <a:srgbClr val="0000FF"/>
                </a:solidFill>
                <a:latin typeface="Trebuchet MS" panose="020B0603020202020204" pitchFamily="34" charset="0"/>
              </a:rPr>
              <a:t>6 x 1/8</a:t>
            </a:r>
            <a:endParaRPr lang="es-ES" sz="2400" dirty="0">
              <a:solidFill>
                <a:srgbClr val="0000FF"/>
              </a:solidFill>
              <a:latin typeface="Trebuchet MS" panose="020B0603020202020204" pitchFamily="34" charset="0"/>
              <a:sym typeface="Symbol" panose="05050102010706020507" pitchFamily="18" charset="2"/>
            </a:endParaRPr>
          </a:p>
        </p:txBody>
      </p:sp>
      <p:sp>
        <p:nvSpPr>
          <p:cNvPr id="27658" name="Text Box 66"/>
          <p:cNvSpPr txBox="1">
            <a:spLocks noChangeArrowheads="1"/>
          </p:cNvSpPr>
          <p:nvPr/>
        </p:nvSpPr>
        <p:spPr bwMode="auto">
          <a:xfrm>
            <a:off x="1204074" y="1145325"/>
            <a:ext cx="3570051" cy="461963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s-ES" sz="2400">
                <a:latin typeface="Trebuchet MS" panose="020B0603020202020204" pitchFamily="34" charset="0"/>
              </a:rPr>
              <a:t>SESIONES DE PRÁCTICAS</a:t>
            </a:r>
          </a:p>
        </p:txBody>
      </p:sp>
      <p:sp>
        <p:nvSpPr>
          <p:cNvPr id="27661" name="Text Box 69"/>
          <p:cNvSpPr txBox="1">
            <a:spLocks noChangeArrowheads="1"/>
          </p:cNvSpPr>
          <p:nvPr/>
        </p:nvSpPr>
        <p:spPr bwMode="auto">
          <a:xfrm>
            <a:off x="1226540" y="1878753"/>
            <a:ext cx="3478213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None/>
            </a:pPr>
            <a:r>
              <a:rPr lang="es-ES" sz="2400">
                <a:solidFill>
                  <a:srgbClr val="FF0000"/>
                </a:solidFill>
                <a:latin typeface="Trebuchet MS" panose="020B0603020202020204" pitchFamily="34" charset="0"/>
                <a:sym typeface="Symbol" panose="05050102010706020507" pitchFamily="18" charset="2"/>
              </a:rPr>
              <a:t></a:t>
            </a:r>
            <a:r>
              <a:rPr lang="es-ES" sz="2400">
                <a:latin typeface="Trebuchet MS" panose="020B0603020202020204" pitchFamily="34" charset="0"/>
              </a:rPr>
              <a:t> 6 prácticas</a:t>
            </a:r>
            <a:r>
              <a:rPr lang="es-ES" sz="2400">
                <a:solidFill>
                  <a:srgbClr val="FF0000"/>
                </a:solidFill>
                <a:latin typeface="Trebuchet MS" panose="020B0603020202020204" pitchFamily="34" charset="0"/>
              </a:rPr>
              <a:t>*</a:t>
            </a:r>
            <a:r>
              <a:rPr lang="es-ES" sz="2400">
                <a:latin typeface="Trebuchet MS" panose="020B0603020202020204" pitchFamily="34" charset="0"/>
              </a:rPr>
              <a:t>:</a:t>
            </a:r>
            <a:endParaRPr lang="es-ES" sz="2400">
              <a:solidFill>
                <a:srgbClr val="0000FF"/>
              </a:solidFill>
              <a:latin typeface="Trebuchet MS" panose="020B0603020202020204" pitchFamily="34" charset="0"/>
            </a:endParaRPr>
          </a:p>
          <a:p>
            <a:pPr eaLnBrk="1" hangingPunct="1">
              <a:spcBef>
                <a:spcPct val="0"/>
              </a:spcBef>
              <a:buNone/>
            </a:pPr>
            <a:r>
              <a:rPr lang="es-ES" sz="2400">
                <a:solidFill>
                  <a:srgbClr val="0000FF"/>
                </a:solidFill>
                <a:latin typeface="Trebuchet MS" panose="020B0603020202020204" pitchFamily="34" charset="0"/>
              </a:rPr>
              <a:t>               1/6 cada una</a:t>
            </a:r>
            <a:endParaRPr lang="es-ES" sz="2400" u="sng">
              <a:solidFill>
                <a:srgbClr val="0000FF"/>
              </a:solidFill>
              <a:latin typeface="Trebuchet MS" panose="020B0603020202020204" pitchFamily="34" charset="0"/>
            </a:endParaRPr>
          </a:p>
        </p:txBody>
      </p:sp>
      <p:sp>
        <p:nvSpPr>
          <p:cNvPr id="74822" name="Text Box 70"/>
          <p:cNvSpPr txBox="1">
            <a:spLocks noChangeArrowheads="1"/>
          </p:cNvSpPr>
          <p:nvPr/>
        </p:nvSpPr>
        <p:spPr bwMode="auto">
          <a:xfrm>
            <a:off x="1370915" y="3435653"/>
            <a:ext cx="7149649" cy="83099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s-ES" sz="2400" dirty="0">
                <a:solidFill>
                  <a:srgbClr val="FF0000"/>
                </a:solidFill>
                <a:latin typeface="Trebuchet MS" panose="020B0603020202020204" pitchFamily="34" charset="0"/>
                <a:sym typeface="Symbol" panose="05050102010706020507" pitchFamily="18" charset="2"/>
              </a:rPr>
              <a:t> </a:t>
            </a:r>
            <a:r>
              <a:rPr lang="es-ES" sz="2400" dirty="0">
                <a:solidFill>
                  <a:srgbClr val="FF0000"/>
                </a:solidFill>
                <a:latin typeface="Trebuchet MS" panose="020B0603020202020204" pitchFamily="34" charset="0"/>
              </a:rPr>
              <a:t>*:</a:t>
            </a:r>
            <a:r>
              <a:rPr lang="es-ES" sz="2400" dirty="0">
                <a:latin typeface="Trebuchet MS" panose="020B0603020202020204" pitchFamily="34" charset="0"/>
              </a:rPr>
              <a:t> No se computa si se falta por causa justificada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s-ES" sz="2400">
                <a:solidFill>
                  <a:srgbClr val="FF0000"/>
                </a:solidFill>
                <a:latin typeface="Trebuchet MS" panose="020B0603020202020204" pitchFamily="34" charset="0"/>
              </a:rPr>
              <a:t>(hay que comunicarlo </a:t>
            </a:r>
            <a:r>
              <a:rPr lang="es-ES" sz="2400" dirty="0">
                <a:solidFill>
                  <a:srgbClr val="FF0000"/>
                </a:solidFill>
                <a:latin typeface="Trebuchet MS" panose="020B0603020202020204" pitchFamily="34" charset="0"/>
              </a:rPr>
              <a:t>al coordinador)</a:t>
            </a:r>
          </a:p>
        </p:txBody>
      </p:sp>
      <p:sp>
        <p:nvSpPr>
          <p:cNvPr id="3" name="Text Box 78">
            <a:extLst>
              <a:ext uri="{FF2B5EF4-FFF2-40B4-BE49-F238E27FC236}">
                <a16:creationId xmlns:a16="http://schemas.microsoft.com/office/drawing/2014/main" id="{D57387F5-E55A-A6BB-C6E8-ED52C8B6B63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45257" y="4642426"/>
            <a:ext cx="2156058" cy="461665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s-ES" sz="2400" dirty="0">
                <a:latin typeface="Trebuchet MS" panose="020B0603020202020204" pitchFamily="34" charset="0"/>
              </a:rPr>
              <a:t>REPETIDORES</a:t>
            </a:r>
          </a:p>
        </p:txBody>
      </p:sp>
      <p:sp>
        <p:nvSpPr>
          <p:cNvPr id="4" name="Text Box 77">
            <a:extLst>
              <a:ext uri="{FF2B5EF4-FFF2-40B4-BE49-F238E27FC236}">
                <a16:creationId xmlns:a16="http://schemas.microsoft.com/office/drawing/2014/main" id="{23FE61FD-9CFB-AFF9-4A8A-96820D4DF1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99761" y="5267669"/>
            <a:ext cx="7685218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s-ES" sz="2400">
                <a:solidFill>
                  <a:srgbClr val="FF0000"/>
                </a:solidFill>
                <a:latin typeface="Trebuchet MS" panose="020B0603020202020204" pitchFamily="34" charset="0"/>
              </a:rPr>
              <a:t>Si </a:t>
            </a:r>
            <a:r>
              <a:rPr lang="es-ES" sz="2400" dirty="0">
                <a:solidFill>
                  <a:srgbClr val="FF0000"/>
                </a:solidFill>
                <a:latin typeface="Trebuchet MS" panose="020B0603020202020204" pitchFamily="34" charset="0"/>
              </a:rPr>
              <a:t>se mejora una nota, o de problemas o de prácticas,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s-ES" sz="2400">
                <a:solidFill>
                  <a:srgbClr val="FF0000"/>
                </a:solidFill>
                <a:latin typeface="Trebuchet MS" panose="020B0603020202020204" pitchFamily="34" charset="0"/>
              </a:rPr>
              <a:t>se </a:t>
            </a:r>
            <a:r>
              <a:rPr lang="es-ES" sz="2400" dirty="0">
                <a:solidFill>
                  <a:srgbClr val="FF0000"/>
                </a:solidFill>
                <a:latin typeface="Trebuchet MS" panose="020B0603020202020204" pitchFamily="34" charset="0"/>
              </a:rPr>
              <a:t>computa lo que se justificó (no se hizo) del mismo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s-ES" sz="2400">
                <a:solidFill>
                  <a:srgbClr val="FF0000"/>
                </a:solidFill>
                <a:latin typeface="Trebuchet MS" panose="020B0603020202020204" pitchFamily="34" charset="0"/>
              </a:rPr>
              <a:t>tipo. Habría que </a:t>
            </a:r>
            <a:r>
              <a:rPr lang="es-ES" sz="2400" dirty="0">
                <a:solidFill>
                  <a:srgbClr val="FF0000"/>
                </a:solidFill>
                <a:latin typeface="Trebuchet MS" panose="020B0603020202020204" pitchFamily="34" charset="0"/>
              </a:rPr>
              <a:t>mejorarlo, </a:t>
            </a:r>
            <a:r>
              <a:rPr lang="es-ES" sz="2400">
                <a:solidFill>
                  <a:srgbClr val="FF0000"/>
                </a:solidFill>
                <a:latin typeface="Trebuchet MS" panose="020B0603020202020204" pitchFamily="34" charset="0"/>
              </a:rPr>
              <a:t>si no, </a:t>
            </a:r>
            <a:r>
              <a:rPr lang="es-ES" sz="2400" dirty="0">
                <a:solidFill>
                  <a:srgbClr val="FF0000"/>
                </a:solidFill>
                <a:latin typeface="Trebuchet MS" panose="020B0603020202020204" pitchFamily="34" charset="0"/>
              </a:rPr>
              <a:t>es </a:t>
            </a:r>
            <a:r>
              <a:rPr lang="es-ES" sz="2400">
                <a:solidFill>
                  <a:srgbClr val="FF0000"/>
                </a:solidFill>
                <a:latin typeface="Trebuchet MS" panose="020B0603020202020204" pitchFamily="34" charset="0"/>
              </a:rPr>
              <a:t>un cero </a:t>
            </a:r>
            <a:endParaRPr lang="es-ES" sz="2400" dirty="0">
              <a:solidFill>
                <a:srgbClr val="FF0000"/>
              </a:solidFill>
              <a:latin typeface="Trebuchet MS" panose="020B0603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76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500"/>
                                        <p:tgtEl>
                                          <p:spTgt spid="276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4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276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76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76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8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748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3" presetClass="entr" presetSubtype="27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2" grpId="0" animBg="1"/>
      <p:bldP spid="27663" grpId="0" animBg="1"/>
      <p:bldP spid="27664" grpId="0"/>
      <p:bldP spid="27666" grpId="0"/>
      <p:bldP spid="27658" grpId="0" animBg="1"/>
      <p:bldP spid="27661" grpId="0"/>
      <p:bldP spid="74822" grpId="0" animBg="1"/>
      <p:bldP spid="3" grpId="0" animBg="1"/>
      <p:bldP spid="4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Cuaderno">
  <a:themeElements>
    <a:clrScheme name="Cuaderno 1">
      <a:dk1>
        <a:srgbClr val="000000"/>
      </a:dk1>
      <a:lt1>
        <a:srgbClr val="FEFDE3"/>
      </a:lt1>
      <a:dk2>
        <a:srgbClr val="221304"/>
      </a:dk2>
      <a:lt2>
        <a:srgbClr val="CBBD83"/>
      </a:lt2>
      <a:accent1>
        <a:srgbClr val="A1BD69"/>
      </a:accent1>
      <a:accent2>
        <a:srgbClr val="3694B6"/>
      </a:accent2>
      <a:accent3>
        <a:srgbClr val="FEFEEF"/>
      </a:accent3>
      <a:accent4>
        <a:srgbClr val="000000"/>
      </a:accent4>
      <a:accent5>
        <a:srgbClr val="CDDBB9"/>
      </a:accent5>
      <a:accent6>
        <a:srgbClr val="3086A5"/>
      </a:accent6>
      <a:hlink>
        <a:srgbClr val="660066"/>
      </a:hlink>
      <a:folHlink>
        <a:srgbClr val="666699"/>
      </a:folHlink>
    </a:clrScheme>
    <a:fontScheme name="Cuaderno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s-ES" sz="20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rebuchet MS" panose="020B0603020202020204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s-ES" sz="20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rebuchet MS" panose="020B0603020202020204" pitchFamily="34" charset="0"/>
          </a:defRPr>
        </a:defPPr>
      </a:lstStyle>
    </a:lnDef>
  </a:objectDefaults>
  <a:extraClrSchemeLst>
    <a:extraClrScheme>
      <a:clrScheme name="Cuaderno 1">
        <a:dk1>
          <a:srgbClr val="000000"/>
        </a:dk1>
        <a:lt1>
          <a:srgbClr val="FEFDE3"/>
        </a:lt1>
        <a:dk2>
          <a:srgbClr val="221304"/>
        </a:dk2>
        <a:lt2>
          <a:srgbClr val="CBBD83"/>
        </a:lt2>
        <a:accent1>
          <a:srgbClr val="A1BD69"/>
        </a:accent1>
        <a:accent2>
          <a:srgbClr val="3694B6"/>
        </a:accent2>
        <a:accent3>
          <a:srgbClr val="FEFEEF"/>
        </a:accent3>
        <a:accent4>
          <a:srgbClr val="000000"/>
        </a:accent4>
        <a:accent5>
          <a:srgbClr val="CDDBB9"/>
        </a:accent5>
        <a:accent6>
          <a:srgbClr val="3086A5"/>
        </a:accent6>
        <a:hlink>
          <a:srgbClr val="660066"/>
        </a:hlink>
        <a:folHlink>
          <a:srgbClr val="6666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aderno 2">
        <a:dk1>
          <a:srgbClr val="000000"/>
        </a:dk1>
        <a:lt1>
          <a:srgbClr val="FFFFFF"/>
        </a:lt1>
        <a:dk2>
          <a:srgbClr val="221304"/>
        </a:dk2>
        <a:lt2>
          <a:srgbClr val="CBBD83"/>
        </a:lt2>
        <a:accent1>
          <a:srgbClr val="A1BD69"/>
        </a:accent1>
        <a:accent2>
          <a:srgbClr val="3694B6"/>
        </a:accent2>
        <a:accent3>
          <a:srgbClr val="FFFFFF"/>
        </a:accent3>
        <a:accent4>
          <a:srgbClr val="000000"/>
        </a:accent4>
        <a:accent5>
          <a:srgbClr val="CDDBB9"/>
        </a:accent5>
        <a:accent6>
          <a:srgbClr val="3086A5"/>
        </a:accent6>
        <a:hlink>
          <a:srgbClr val="660066"/>
        </a:hlink>
        <a:folHlink>
          <a:srgbClr val="6666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aderno 3">
        <a:dk1>
          <a:srgbClr val="000000"/>
        </a:dk1>
        <a:lt1>
          <a:srgbClr val="FFFFFF"/>
        </a:lt1>
        <a:dk2>
          <a:srgbClr val="000000"/>
        </a:dk2>
        <a:lt2>
          <a:srgbClr val="DDDDDD"/>
        </a:lt2>
        <a:accent1>
          <a:srgbClr val="CBCBCB"/>
        </a:accent1>
        <a:accent2>
          <a:srgbClr val="868686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797979"/>
        </a:accent6>
        <a:hlink>
          <a:srgbClr val="4D4D4D"/>
        </a:hlink>
        <a:folHlink>
          <a:srgbClr val="777777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e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6360</TotalTime>
  <Words>1724</Words>
  <Application>Microsoft Office PowerPoint</Application>
  <PresentationFormat>Presentación en pantalla (4:3)</PresentationFormat>
  <Paragraphs>555</Paragraphs>
  <Slides>25</Slides>
  <Notes>25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25</vt:i4>
      </vt:variant>
    </vt:vector>
  </HeadingPairs>
  <TitlesOfParts>
    <vt:vector size="31" baseType="lpstr">
      <vt:lpstr>Arial</vt:lpstr>
      <vt:lpstr>Comic Sans MS</vt:lpstr>
      <vt:lpstr>Symbol</vt:lpstr>
      <vt:lpstr>Times New Roman</vt:lpstr>
      <vt:lpstr>Trebuchet MS</vt:lpstr>
      <vt:lpstr>Cuaderno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JE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JE</dc:creator>
  <cp:lastModifiedBy>Jose Enrique Martin Dominguez</cp:lastModifiedBy>
  <cp:revision>1110</cp:revision>
  <dcterms:created xsi:type="dcterms:W3CDTF">2008-12-09T12:16:47Z</dcterms:created>
  <dcterms:modified xsi:type="dcterms:W3CDTF">2024-09-16T19:48:11Z</dcterms:modified>
</cp:coreProperties>
</file>