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5"/>
  </p:notesMasterIdLst>
  <p:handoutMasterIdLst>
    <p:handoutMasterId r:id="rId36"/>
  </p:handoutMasterIdLst>
  <p:sldIdLst>
    <p:sldId id="510" r:id="rId2"/>
    <p:sldId id="534" r:id="rId3"/>
    <p:sldId id="482" r:id="rId4"/>
    <p:sldId id="500" r:id="rId5"/>
    <p:sldId id="501" r:id="rId6"/>
    <p:sldId id="502" r:id="rId7"/>
    <p:sldId id="545" r:id="rId8"/>
    <p:sldId id="459" r:id="rId9"/>
    <p:sldId id="484" r:id="rId10"/>
    <p:sldId id="504" r:id="rId11"/>
    <p:sldId id="541" r:id="rId12"/>
    <p:sldId id="487" r:id="rId13"/>
    <p:sldId id="549" r:id="rId14"/>
    <p:sldId id="489" r:id="rId15"/>
    <p:sldId id="503" r:id="rId16"/>
    <p:sldId id="491" r:id="rId17"/>
    <p:sldId id="550" r:id="rId18"/>
    <p:sldId id="551" r:id="rId19"/>
    <p:sldId id="493" r:id="rId20"/>
    <p:sldId id="553" r:id="rId21"/>
    <p:sldId id="492" r:id="rId22"/>
    <p:sldId id="535" r:id="rId23"/>
    <p:sldId id="536" r:id="rId24"/>
    <p:sldId id="548" r:id="rId25"/>
    <p:sldId id="508" r:id="rId26"/>
    <p:sldId id="495" r:id="rId27"/>
    <p:sldId id="532" r:id="rId28"/>
    <p:sldId id="544" r:id="rId29"/>
    <p:sldId id="496" r:id="rId30"/>
    <p:sldId id="552" r:id="rId31"/>
    <p:sldId id="537" r:id="rId32"/>
    <p:sldId id="539" r:id="rId33"/>
    <p:sldId id="519" r:id="rId34"/>
  </p:sldIdLst>
  <p:sldSz cx="10801350" cy="7200900"/>
  <p:notesSz cx="6815138" cy="9942513"/>
  <p:defaultTextStyle>
    <a:defPPr>
      <a:defRPr lang="es-ES"/>
    </a:defPPr>
    <a:lvl1pPr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291" userDrawn="1">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FFFF"/>
    <a:srgbClr val="CCFFCC"/>
    <a:srgbClr val="92D050"/>
    <a:srgbClr val="99CCFF"/>
    <a:srgbClr val="CCECFF"/>
    <a:srgbClr val="FF99FF"/>
    <a:srgbClr val="FF66FF"/>
    <a:srgbClr val="3333FF"/>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91" autoAdjust="0"/>
    <p:restoredTop sz="96283" autoAdjust="0"/>
  </p:normalViewPr>
  <p:slideViewPr>
    <p:cSldViewPr snapToGrid="0" showGuides="1">
      <p:cViewPr varScale="1">
        <p:scale>
          <a:sx n="103" d="100"/>
          <a:sy n="103" d="100"/>
        </p:scale>
        <p:origin x="1674" y="108"/>
      </p:cViewPr>
      <p:guideLst>
        <p:guide orient="horz" pos="2291"/>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defTabSz="915988" eaLnBrk="1" hangingPunct="1">
              <a:spcBef>
                <a:spcPct val="0"/>
              </a:spcBef>
              <a:defRPr sz="1200" b="0">
                <a:solidFill>
                  <a:schemeClr val="tx1"/>
                </a:solidFill>
                <a:latin typeface="Arial" charset="0"/>
              </a:defRPr>
            </a:lvl1pPr>
          </a:lstStyle>
          <a:p>
            <a:pPr>
              <a:defRPr/>
            </a:pPr>
            <a:r>
              <a:rPr lang="es-ES"/>
              <a:t>TEMA 1: ECUACIONES DE MAXWELL</a:t>
            </a:r>
          </a:p>
        </p:txBody>
      </p:sp>
      <p:sp>
        <p:nvSpPr>
          <p:cNvPr id="5123" name="Rectangle 3"/>
          <p:cNvSpPr>
            <a:spLocks noGrp="1" noChangeArrowheads="1"/>
          </p:cNvSpPr>
          <p:nvPr>
            <p:ph type="dt" sz="quarter" idx="1"/>
          </p:nvPr>
        </p:nvSpPr>
        <p:spPr bwMode="auto">
          <a:xfrm>
            <a:off x="386080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algn="r" defTabSz="915988" eaLnBrk="1" hangingPunct="1">
              <a:spcBef>
                <a:spcPct val="0"/>
              </a:spcBef>
              <a:defRPr sz="1200" b="0">
                <a:solidFill>
                  <a:schemeClr val="tx1"/>
                </a:solidFill>
                <a:latin typeface="Arial" charset="0"/>
              </a:defRPr>
            </a:lvl1pPr>
          </a:lstStyle>
          <a:p>
            <a:pPr>
              <a:defRPr/>
            </a:pPr>
            <a:endParaRPr lang="es-ES"/>
          </a:p>
        </p:txBody>
      </p:sp>
      <p:sp>
        <p:nvSpPr>
          <p:cNvPr id="5124" name="Rectangle 4"/>
          <p:cNvSpPr>
            <a:spLocks noGrp="1" noChangeArrowheads="1"/>
          </p:cNvSpPr>
          <p:nvPr>
            <p:ph type="ftr" sz="quarter" idx="2"/>
          </p:nvPr>
        </p:nvSpPr>
        <p:spPr bwMode="auto">
          <a:xfrm>
            <a:off x="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defTabSz="915988" eaLnBrk="1" hangingPunct="1">
              <a:spcBef>
                <a:spcPct val="0"/>
              </a:spcBef>
              <a:defRPr sz="1200" b="0">
                <a:solidFill>
                  <a:schemeClr val="tx1"/>
                </a:solidFill>
                <a:latin typeface="Arial" charset="0"/>
              </a:defRPr>
            </a:lvl1pPr>
          </a:lstStyle>
          <a:p>
            <a:pPr>
              <a:defRPr/>
            </a:pPr>
            <a:r>
              <a:rPr lang="es-ES"/>
              <a:t>FNT - CURSO 2005/2006</a:t>
            </a:r>
          </a:p>
        </p:txBody>
      </p:sp>
      <p:sp>
        <p:nvSpPr>
          <p:cNvPr id="5125" name="Rectangle 5"/>
          <p:cNvSpPr>
            <a:spLocks noGrp="1" noChangeArrowheads="1"/>
          </p:cNvSpPr>
          <p:nvPr>
            <p:ph type="sldNum" sz="quarter" idx="3"/>
          </p:nvPr>
        </p:nvSpPr>
        <p:spPr bwMode="auto">
          <a:xfrm>
            <a:off x="386080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algn="r" defTabSz="915988" eaLnBrk="1" hangingPunct="1">
              <a:spcBef>
                <a:spcPct val="0"/>
              </a:spcBef>
              <a:defRPr sz="1200" b="0">
                <a:solidFill>
                  <a:schemeClr val="tx1"/>
                </a:solidFill>
                <a:latin typeface="Arial" panose="020B0604020202020204" pitchFamily="34" charset="0"/>
              </a:defRPr>
            </a:lvl1pPr>
          </a:lstStyle>
          <a:p>
            <a:pPr>
              <a:defRPr/>
            </a:pPr>
            <a:fld id="{9A296CD7-1693-48A5-8B29-3CB7380F3B81}" type="slidenum">
              <a:rPr lang="es-ES"/>
              <a:pPr>
                <a:defRPr/>
              </a:pPr>
              <a:t>‹Nº›</a:t>
            </a:fld>
            <a:endParaRPr lang="es-ES"/>
          </a:p>
        </p:txBody>
      </p:sp>
    </p:spTree>
    <p:extLst>
      <p:ext uri="{BB962C8B-B14F-4D97-AF65-F5344CB8AC3E}">
        <p14:creationId xmlns:p14="http://schemas.microsoft.com/office/powerpoint/2010/main" val="1404114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defTabSz="915988" eaLnBrk="1" hangingPunct="1">
              <a:spcBef>
                <a:spcPct val="0"/>
              </a:spcBef>
              <a:defRPr sz="1200" b="0">
                <a:solidFill>
                  <a:schemeClr val="tx1"/>
                </a:solidFill>
                <a:latin typeface="Arial" charset="0"/>
              </a:defRPr>
            </a:lvl1pPr>
          </a:lstStyle>
          <a:p>
            <a:pPr>
              <a:defRPr/>
            </a:pPr>
            <a:r>
              <a:rPr lang="es-ES"/>
              <a:t>TEMA 1: ECUACIONES DE MAXWELL</a:t>
            </a:r>
          </a:p>
        </p:txBody>
      </p:sp>
      <p:sp>
        <p:nvSpPr>
          <p:cNvPr id="3075" name="Rectangle 3"/>
          <p:cNvSpPr>
            <a:spLocks noGrp="1" noChangeArrowheads="1"/>
          </p:cNvSpPr>
          <p:nvPr>
            <p:ph type="dt" idx="1"/>
          </p:nvPr>
        </p:nvSpPr>
        <p:spPr bwMode="auto">
          <a:xfrm>
            <a:off x="3860800" y="0"/>
            <a:ext cx="2952750" cy="498475"/>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lvl1pPr algn="r" defTabSz="915988" eaLnBrk="1" hangingPunct="1">
              <a:spcBef>
                <a:spcPct val="0"/>
              </a:spcBef>
              <a:defRPr sz="1200" b="0">
                <a:solidFill>
                  <a:schemeClr val="tx1"/>
                </a:solidFill>
                <a:latin typeface="Arial" charset="0"/>
              </a:defRPr>
            </a:lvl1pPr>
          </a:lstStyle>
          <a:p>
            <a:pPr>
              <a:defRPr/>
            </a:pPr>
            <a:endParaRPr lang="es-ES"/>
          </a:p>
        </p:txBody>
      </p:sp>
      <p:sp>
        <p:nvSpPr>
          <p:cNvPr id="3076" name="Rectangle 4"/>
          <p:cNvSpPr>
            <a:spLocks noGrp="1" noRot="1" noChangeAspect="1" noChangeArrowheads="1" noTextEdit="1"/>
          </p:cNvSpPr>
          <p:nvPr>
            <p:ph type="sldImg" idx="2"/>
          </p:nvPr>
        </p:nvSpPr>
        <p:spPr bwMode="auto">
          <a:xfrm>
            <a:off x="609600" y="746125"/>
            <a:ext cx="5594350" cy="37290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1038" y="4724400"/>
            <a:ext cx="5453062" cy="4471988"/>
          </a:xfrm>
          <a:prstGeom prst="rect">
            <a:avLst/>
          </a:prstGeom>
          <a:noFill/>
          <a:ln w="9525">
            <a:noFill/>
            <a:miter lim="800000"/>
            <a:headEnd/>
            <a:tailEnd/>
          </a:ln>
          <a:effectLst/>
        </p:spPr>
        <p:txBody>
          <a:bodyPr vert="horz" wrap="square" lIns="91612" tIns="45805" rIns="91612" bIns="45805" numCol="1" anchor="t" anchorCtr="0" compatLnSpc="1">
            <a:prstTxWarp prst="textNoShape">
              <a:avLst/>
            </a:prstTxWarp>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3078" name="Rectangle 6"/>
          <p:cNvSpPr>
            <a:spLocks noGrp="1" noChangeArrowheads="1"/>
          </p:cNvSpPr>
          <p:nvPr>
            <p:ph type="ftr" sz="quarter" idx="4"/>
          </p:nvPr>
        </p:nvSpPr>
        <p:spPr bwMode="auto">
          <a:xfrm>
            <a:off x="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defTabSz="915988" eaLnBrk="1" hangingPunct="1">
              <a:spcBef>
                <a:spcPct val="0"/>
              </a:spcBef>
              <a:defRPr sz="1200" b="0">
                <a:solidFill>
                  <a:schemeClr val="tx1"/>
                </a:solidFill>
                <a:latin typeface="Arial" charset="0"/>
              </a:defRPr>
            </a:lvl1pPr>
          </a:lstStyle>
          <a:p>
            <a:pPr>
              <a:defRPr/>
            </a:pPr>
            <a:r>
              <a:rPr lang="es-ES"/>
              <a:t>FNT - CURSO 2005/2006</a:t>
            </a:r>
          </a:p>
        </p:txBody>
      </p:sp>
      <p:sp>
        <p:nvSpPr>
          <p:cNvPr id="3079" name="Rectangle 7"/>
          <p:cNvSpPr>
            <a:spLocks noGrp="1" noChangeArrowheads="1"/>
          </p:cNvSpPr>
          <p:nvPr>
            <p:ph type="sldNum" sz="quarter" idx="5"/>
          </p:nvPr>
        </p:nvSpPr>
        <p:spPr bwMode="auto">
          <a:xfrm>
            <a:off x="3860800" y="9442450"/>
            <a:ext cx="2952750" cy="498475"/>
          </a:xfrm>
          <a:prstGeom prst="rect">
            <a:avLst/>
          </a:prstGeom>
          <a:noFill/>
          <a:ln w="9525">
            <a:noFill/>
            <a:miter lim="800000"/>
            <a:headEnd/>
            <a:tailEnd/>
          </a:ln>
          <a:effectLst/>
        </p:spPr>
        <p:txBody>
          <a:bodyPr vert="horz" wrap="square" lIns="91612" tIns="45805" rIns="91612" bIns="45805" numCol="1" anchor="b" anchorCtr="0" compatLnSpc="1">
            <a:prstTxWarp prst="textNoShape">
              <a:avLst/>
            </a:prstTxWarp>
          </a:bodyPr>
          <a:lstStyle>
            <a:lvl1pPr algn="r" defTabSz="915988" eaLnBrk="1" hangingPunct="1">
              <a:spcBef>
                <a:spcPct val="0"/>
              </a:spcBef>
              <a:defRPr sz="1200" b="0">
                <a:solidFill>
                  <a:schemeClr val="tx1"/>
                </a:solidFill>
                <a:latin typeface="Arial" panose="020B0604020202020204" pitchFamily="34" charset="0"/>
              </a:defRPr>
            </a:lvl1pPr>
          </a:lstStyle>
          <a:p>
            <a:pPr>
              <a:defRPr/>
            </a:pPr>
            <a:fld id="{DF155B5C-FBDA-48BE-BCA5-09C016CA2D10}" type="slidenum">
              <a:rPr lang="es-ES"/>
              <a:pPr>
                <a:defRPr/>
              </a:pPr>
              <a:t>‹Nº›</a:t>
            </a:fld>
            <a:endParaRPr lang="es-ES"/>
          </a:p>
        </p:txBody>
      </p:sp>
    </p:spTree>
    <p:extLst>
      <p:ext uri="{BB962C8B-B14F-4D97-AF65-F5344CB8AC3E}">
        <p14:creationId xmlns:p14="http://schemas.microsoft.com/office/powerpoint/2010/main" val="3156614965"/>
      </p:ext>
    </p:extLst>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61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61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A23A578-70D3-4EB9-8B49-C4C393B4A72B}" type="slidenum">
              <a:rPr lang="es-ES" smtClean="0"/>
              <a:pPr>
                <a:spcBef>
                  <a:spcPct val="0"/>
                </a:spcBef>
              </a:pPr>
              <a:t>1</a:t>
            </a:fld>
            <a:endParaRPr lang="es-ES"/>
          </a:p>
        </p:txBody>
      </p:sp>
      <p:sp>
        <p:nvSpPr>
          <p:cNvPr id="6149" name="Rectangle 2"/>
          <p:cNvSpPr>
            <a:spLocks noGrp="1" noRot="1" noChangeAspect="1" noChangeArrowheads="1" noTextEdit="1"/>
          </p:cNvSpPr>
          <p:nvPr>
            <p:ph type="sldImg"/>
          </p:nvPr>
        </p:nvSpPr>
        <p:spPr>
          <a:ln/>
        </p:spPr>
      </p:sp>
      <p:sp>
        <p:nvSpPr>
          <p:cNvPr id="6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3616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102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102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CD748B-B17D-43D9-990A-14B0D0CC9FA0}" type="slidenum">
              <a:rPr lang="es-ES" smtClean="0"/>
              <a:pPr>
                <a:spcBef>
                  <a:spcPct val="0"/>
                </a:spcBef>
              </a:pPr>
              <a:t>2</a:t>
            </a:fld>
            <a:endParaRPr lang="es-ES"/>
          </a:p>
        </p:txBody>
      </p:sp>
      <p:sp>
        <p:nvSpPr>
          <p:cNvPr id="10245" name="Rectangle 2"/>
          <p:cNvSpPr>
            <a:spLocks noGrp="1" noRot="1" noChangeAspect="1" noChangeArrowheads="1" noTextEdit="1"/>
          </p:cNvSpPr>
          <p:nvPr>
            <p:ph type="sldImg"/>
          </p:nvPr>
        </p:nvSpPr>
        <p:spPr>
          <a:ln/>
        </p:spPr>
      </p:sp>
      <p:sp>
        <p:nvSpPr>
          <p:cNvPr id="102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4944181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2048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2048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5460F6E-E004-4E33-90DD-05F8FA9DC059}" type="slidenum">
              <a:rPr lang="es-ES"/>
              <a:pPr algn="r" eaLnBrk="1" hangingPunct="1">
                <a:spcBef>
                  <a:spcPct val="0"/>
                </a:spcBef>
              </a:pPr>
              <a:t>3</a:t>
            </a:fld>
            <a:endParaRPr lang="es-ES"/>
          </a:p>
        </p:txBody>
      </p:sp>
      <p:sp>
        <p:nvSpPr>
          <p:cNvPr id="20485" name="Rectangle 2"/>
          <p:cNvSpPr>
            <a:spLocks noGrp="1" noRot="1" noChangeAspect="1" noChangeArrowheads="1" noTextEdit="1"/>
          </p:cNvSpPr>
          <p:nvPr>
            <p:ph type="sldImg"/>
          </p:nvPr>
        </p:nvSpPr>
        <p:spPr>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i="1">
              <a:latin typeface="Arial" panose="020B0604020202020204" pitchFamily="34" charset="0"/>
            </a:endParaRPr>
          </a:p>
        </p:txBody>
      </p:sp>
    </p:spTree>
    <p:extLst>
      <p:ext uri="{BB962C8B-B14F-4D97-AF65-F5344CB8AC3E}">
        <p14:creationId xmlns:p14="http://schemas.microsoft.com/office/powerpoint/2010/main" val="33811827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25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25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41FA86-C3FB-4379-B566-ADC7D99D7941}" type="slidenum">
              <a:rPr lang="es-ES" smtClean="0"/>
              <a:pPr>
                <a:spcBef>
                  <a:spcPct val="0"/>
                </a:spcBef>
              </a:pPr>
              <a:t>4</a:t>
            </a:fld>
            <a:endParaRPr lang="es-ES"/>
          </a:p>
        </p:txBody>
      </p:sp>
      <p:sp>
        <p:nvSpPr>
          <p:cNvPr id="22533" name="Rectangle 2"/>
          <p:cNvSpPr>
            <a:spLocks noGrp="1" noRot="1" noChangeAspect="1" noChangeArrowheads="1" noTextEdit="1"/>
          </p:cNvSpPr>
          <p:nvPr>
            <p:ph type="sldImg"/>
          </p:nvPr>
        </p:nvSpPr>
        <p:spPr>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148739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45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45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0EDCBE5-2C74-408B-9F24-98ED96416A52}" type="slidenum">
              <a:rPr lang="es-ES" smtClean="0"/>
              <a:pPr>
                <a:spcBef>
                  <a:spcPct val="0"/>
                </a:spcBef>
              </a:pPr>
              <a:t>5</a:t>
            </a:fld>
            <a:endParaRPr lang="es-ES"/>
          </a:p>
        </p:txBody>
      </p:sp>
      <p:sp>
        <p:nvSpPr>
          <p:cNvPr id="24581" name="Rectangle 2"/>
          <p:cNvSpPr>
            <a:spLocks noGrp="1" noRot="1" noChangeAspect="1" noChangeArrowheads="1" noTextEdit="1"/>
          </p:cNvSpPr>
          <p:nvPr>
            <p:ph type="sldImg"/>
          </p:nvPr>
        </p:nvSpPr>
        <p:spPr>
          <a:ln/>
        </p:spPr>
      </p:sp>
      <p:sp>
        <p:nvSpPr>
          <p:cNvPr id="245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3446974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66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66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35FB0B-5FB2-4704-8FEB-4F46B6A9D15D}" type="slidenum">
              <a:rPr lang="es-ES" smtClean="0"/>
              <a:pPr>
                <a:spcBef>
                  <a:spcPct val="0"/>
                </a:spcBef>
              </a:pPr>
              <a:t>6</a:t>
            </a:fld>
            <a:endParaRPr lang="es-ES"/>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1026897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66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66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35FB0B-5FB2-4704-8FEB-4F46B6A9D15D}" type="slidenum">
              <a:rPr lang="es-ES" smtClean="0"/>
              <a:pPr>
                <a:spcBef>
                  <a:spcPct val="0"/>
                </a:spcBef>
              </a:pPr>
              <a:t>7</a:t>
            </a:fld>
            <a:endParaRPr lang="es-ES"/>
          </a:p>
        </p:txBody>
      </p:sp>
      <p:sp>
        <p:nvSpPr>
          <p:cNvPr id="26629" name="Rectangle 2"/>
          <p:cNvSpPr>
            <a:spLocks noGrp="1" noRot="1" noChangeAspect="1" noChangeArrowheads="1" noTextEdit="1"/>
          </p:cNvSpPr>
          <p:nvPr>
            <p:ph type="sldImg"/>
          </p:nvPr>
        </p:nvSpPr>
        <p:spPr>
          <a:ln/>
        </p:spPr>
      </p:sp>
      <p:sp>
        <p:nvSpPr>
          <p:cNvPr id="266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1216465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286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286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1FCA35-83C2-4919-9334-ABB38CE6C10D}" type="slidenum">
              <a:rPr lang="es-ES" smtClean="0"/>
              <a:pPr>
                <a:spcBef>
                  <a:spcPct val="0"/>
                </a:spcBef>
              </a:pPr>
              <a:t>8</a:t>
            </a:fld>
            <a:endParaRPr lang="es-ES"/>
          </a:p>
        </p:txBody>
      </p:sp>
      <p:sp>
        <p:nvSpPr>
          <p:cNvPr id="28677" name="Rectangle 2"/>
          <p:cNvSpPr>
            <a:spLocks noGrp="1" noRot="1" noChangeAspect="1" noChangeArrowheads="1" noTextEdit="1"/>
          </p:cNvSpPr>
          <p:nvPr>
            <p:ph type="sldImg"/>
          </p:nvPr>
        </p:nvSpPr>
        <p:spPr>
          <a:ln/>
        </p:spPr>
      </p:sp>
      <p:sp>
        <p:nvSpPr>
          <p:cNvPr id="286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12567006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0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0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C1588D1-61D9-444E-BF34-8B7BB2102488}" type="slidenum">
              <a:rPr lang="es-ES" smtClean="0"/>
              <a:pPr>
                <a:spcBef>
                  <a:spcPct val="0"/>
                </a:spcBef>
              </a:pPr>
              <a:t>9</a:t>
            </a:fld>
            <a:endParaRPr lang="es-ES"/>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1014960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0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0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C1588D1-61D9-444E-BF34-8B7BB2102488}" type="slidenum">
              <a:rPr lang="es-ES" smtClean="0"/>
              <a:pPr>
                <a:spcBef>
                  <a:spcPct val="0"/>
                </a:spcBef>
              </a:pPr>
              <a:t>10</a:t>
            </a:fld>
            <a:endParaRPr lang="es-ES"/>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2614001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07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07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C1588D1-61D9-444E-BF34-8B7BB2102488}" type="slidenum">
              <a:rPr lang="es-ES" smtClean="0"/>
              <a:pPr>
                <a:spcBef>
                  <a:spcPct val="0"/>
                </a:spcBef>
              </a:pPr>
              <a:t>11</a:t>
            </a:fld>
            <a:endParaRPr lang="es-ES"/>
          </a:p>
        </p:txBody>
      </p:sp>
      <p:sp>
        <p:nvSpPr>
          <p:cNvPr id="30725" name="Rectangle 2"/>
          <p:cNvSpPr>
            <a:spLocks noGrp="1" noRot="1" noChangeAspect="1" noChangeArrowheads="1" noTextEdit="1"/>
          </p:cNvSpPr>
          <p:nvPr>
            <p:ph type="sldImg"/>
          </p:nvPr>
        </p:nvSpPr>
        <p:spPr>
          <a:ln/>
        </p:spPr>
      </p:sp>
      <p:sp>
        <p:nvSpPr>
          <p:cNvPr id="307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39045088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2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2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3E12670-45C3-4380-A784-98CDD7BB15D3}" type="slidenum">
              <a:rPr lang="es-ES" smtClean="0"/>
              <a:pPr>
                <a:spcBef>
                  <a:spcPct val="0"/>
                </a:spcBef>
              </a:pPr>
              <a:t>12</a:t>
            </a:fld>
            <a:endParaRPr lang="es-ES"/>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s-ES" b="1" i="1" dirty="0">
              <a:latin typeface="Arial" panose="020B0604020202020204" pitchFamily="34" charset="0"/>
            </a:endParaRPr>
          </a:p>
        </p:txBody>
      </p:sp>
    </p:spTree>
    <p:extLst>
      <p:ext uri="{BB962C8B-B14F-4D97-AF65-F5344CB8AC3E}">
        <p14:creationId xmlns:p14="http://schemas.microsoft.com/office/powerpoint/2010/main" val="2809462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27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27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3E12670-45C3-4380-A784-98CDD7BB15D3}" type="slidenum">
              <a:rPr lang="es-ES" smtClean="0"/>
              <a:pPr>
                <a:spcBef>
                  <a:spcPct val="0"/>
                </a:spcBef>
              </a:pPr>
              <a:t>13</a:t>
            </a:fld>
            <a:endParaRPr lang="es-ES"/>
          </a:p>
        </p:txBody>
      </p:sp>
      <p:sp>
        <p:nvSpPr>
          <p:cNvPr id="32773" name="Rectangle 2"/>
          <p:cNvSpPr>
            <a:spLocks noGrp="1" noRot="1" noChangeAspect="1" noChangeArrowheads="1" noTextEdit="1"/>
          </p:cNvSpPr>
          <p:nvPr>
            <p:ph type="sldImg"/>
          </p:nvPr>
        </p:nvSpPr>
        <p:spPr>
          <a:ln/>
        </p:spPr>
      </p:sp>
      <p:sp>
        <p:nvSpPr>
          <p:cNvPr id="327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s-ES" b="1" i="1">
              <a:latin typeface="Arial" panose="020B0604020202020204" pitchFamily="34" charset="0"/>
            </a:endParaRPr>
          </a:p>
        </p:txBody>
      </p:sp>
    </p:spTree>
    <p:extLst>
      <p:ext uri="{BB962C8B-B14F-4D97-AF65-F5344CB8AC3E}">
        <p14:creationId xmlns:p14="http://schemas.microsoft.com/office/powerpoint/2010/main" val="20502980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48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48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EF96AF-FA22-412A-A821-A61C736D70A9}" type="slidenum">
              <a:rPr lang="es-ES" smtClean="0"/>
              <a:pPr>
                <a:spcBef>
                  <a:spcPct val="0"/>
                </a:spcBef>
              </a:pPr>
              <a:t>14</a:t>
            </a:fld>
            <a:endParaRPr lang="es-ES"/>
          </a:p>
        </p:txBody>
      </p:sp>
      <p:sp>
        <p:nvSpPr>
          <p:cNvPr id="34821" name="Rectangle 2"/>
          <p:cNvSpPr>
            <a:spLocks noGrp="1" noRot="1" noChangeAspect="1" noChangeArrowheads="1" noTextEdit="1"/>
          </p:cNvSpPr>
          <p:nvPr>
            <p:ph type="sldImg"/>
          </p:nvPr>
        </p:nvSpPr>
        <p:spPr>
          <a:ln/>
        </p:spPr>
      </p:sp>
      <p:sp>
        <p:nvSpPr>
          <p:cNvPr id="348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359170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68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68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257740E-1EC6-4FCC-8A52-26F4059516D2}" type="slidenum">
              <a:rPr lang="es-ES" smtClean="0"/>
              <a:pPr>
                <a:spcBef>
                  <a:spcPct val="0"/>
                </a:spcBef>
              </a:pPr>
              <a:t>15</a:t>
            </a:fld>
            <a:endParaRPr lang="es-ES"/>
          </a:p>
        </p:txBody>
      </p:sp>
      <p:sp>
        <p:nvSpPr>
          <p:cNvPr id="36869" name="Rectangle 2"/>
          <p:cNvSpPr>
            <a:spLocks noGrp="1" noRot="1" noChangeAspect="1" noChangeArrowheads="1" noTextEdit="1"/>
          </p:cNvSpPr>
          <p:nvPr>
            <p:ph type="sldImg"/>
          </p:nvPr>
        </p:nvSpPr>
        <p:spPr>
          <a:ln/>
        </p:spPr>
      </p:sp>
      <p:sp>
        <p:nvSpPr>
          <p:cNvPr id="368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32103911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89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89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1832F68-A2D9-482B-BCDF-610CEB397EA8}" type="slidenum">
              <a:rPr lang="es-ES" smtClean="0"/>
              <a:pPr>
                <a:spcBef>
                  <a:spcPct val="0"/>
                </a:spcBef>
              </a:pPr>
              <a:t>16</a:t>
            </a:fld>
            <a:endParaRPr lang="es-ES"/>
          </a:p>
        </p:txBody>
      </p:sp>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i="1" dirty="0">
              <a:latin typeface="Arial" panose="020B0604020202020204" pitchFamily="34" charset="0"/>
            </a:endParaRPr>
          </a:p>
        </p:txBody>
      </p:sp>
    </p:spTree>
    <p:extLst>
      <p:ext uri="{BB962C8B-B14F-4D97-AF65-F5344CB8AC3E}">
        <p14:creationId xmlns:p14="http://schemas.microsoft.com/office/powerpoint/2010/main" val="36400176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389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389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1832F68-A2D9-482B-BCDF-610CEB397EA8}" type="slidenum">
              <a:rPr lang="es-ES" smtClean="0"/>
              <a:pPr>
                <a:spcBef>
                  <a:spcPct val="0"/>
                </a:spcBef>
              </a:pPr>
              <a:t>17</a:t>
            </a:fld>
            <a:endParaRPr lang="es-ES"/>
          </a:p>
        </p:txBody>
      </p:sp>
      <p:sp>
        <p:nvSpPr>
          <p:cNvPr id="38917" name="Rectangle 2"/>
          <p:cNvSpPr>
            <a:spLocks noGrp="1" noRot="1" noChangeAspect="1" noChangeArrowheads="1" noTextEdit="1"/>
          </p:cNvSpPr>
          <p:nvPr>
            <p:ph type="sldImg"/>
          </p:nvPr>
        </p:nvSpPr>
        <p:spPr>
          <a:ln/>
        </p:spPr>
      </p:sp>
      <p:sp>
        <p:nvSpPr>
          <p:cNvPr id="389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b="1" i="1">
              <a:latin typeface="Arial" panose="020B0604020202020204" pitchFamily="34" charset="0"/>
            </a:endParaRPr>
          </a:p>
        </p:txBody>
      </p:sp>
    </p:spTree>
    <p:extLst>
      <p:ext uri="{BB962C8B-B14F-4D97-AF65-F5344CB8AC3E}">
        <p14:creationId xmlns:p14="http://schemas.microsoft.com/office/powerpoint/2010/main" val="3022062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4096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409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22C14BA-0855-48CD-8626-48A772ED2687}" type="slidenum">
              <a:rPr lang="es-ES" smtClean="0"/>
              <a:pPr>
                <a:spcBef>
                  <a:spcPct val="0"/>
                </a:spcBef>
              </a:pPr>
              <a:t>18</a:t>
            </a:fld>
            <a:endParaRPr lang="es-ES"/>
          </a:p>
        </p:txBody>
      </p:sp>
      <p:sp>
        <p:nvSpPr>
          <p:cNvPr id="40965" name="Rectangle 2"/>
          <p:cNvSpPr>
            <a:spLocks noGrp="1" noRot="1" noChangeAspect="1" noChangeArrowheads="1" noTextEdit="1"/>
          </p:cNvSpPr>
          <p:nvPr>
            <p:ph type="sldImg"/>
          </p:nvPr>
        </p:nvSpPr>
        <p:spPr>
          <a:ln/>
        </p:spPr>
      </p:sp>
      <p:sp>
        <p:nvSpPr>
          <p:cNvPr id="409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dirty="0">
              <a:latin typeface="Arial" panose="020B0604020202020204" pitchFamily="34" charset="0"/>
            </a:endParaRPr>
          </a:p>
        </p:txBody>
      </p:sp>
    </p:spTree>
    <p:extLst>
      <p:ext uri="{BB962C8B-B14F-4D97-AF65-F5344CB8AC3E}">
        <p14:creationId xmlns:p14="http://schemas.microsoft.com/office/powerpoint/2010/main" val="8909449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TEMA 1: ECUACIONES DE MAXWELL</a:t>
            </a:r>
          </a:p>
        </p:txBody>
      </p:sp>
      <p:sp>
        <p:nvSpPr>
          <p:cNvPr id="4301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r>
              <a:rPr lang="es-ES"/>
              <a:t>FNT - CURSO 2005/2006</a:t>
            </a:r>
          </a:p>
        </p:txBody>
      </p:sp>
      <p:sp>
        <p:nvSpPr>
          <p:cNvPr id="4301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7DE88DD-EB0C-47D5-8936-9FD72C751560}" type="slidenum">
              <a:rPr lang="es-ES" smtClean="0"/>
              <a:pPr>
                <a:spcBef>
                  <a:spcPct val="0"/>
                </a:spcBef>
              </a:pPr>
              <a:t>19</a:t>
            </a:fld>
            <a:endParaRPr lang="es-ES"/>
          </a:p>
        </p:txBody>
      </p:sp>
      <p:sp>
        <p:nvSpPr>
          <p:cNvPr id="43013" name="Rectangle 2"/>
          <p:cNvSpPr>
            <a:spLocks noGrp="1" noRot="1" noChangeAspect="1" noChangeArrowheads="1" noTextEdit="1"/>
          </p:cNvSpPr>
          <p:nvPr>
            <p:ph type="sldImg"/>
          </p:nvPr>
        </p:nvSpPr>
        <p:spPr>
          <a:ln/>
        </p:spPr>
      </p:sp>
      <p:sp>
        <p:nvSpPr>
          <p:cNvPr id="4301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b="1" dirty="0">
              <a:solidFill>
                <a:srgbClr val="000000"/>
              </a:solidFill>
              <a:latin typeface="Arial" panose="020B0604020202020204" pitchFamily="34" charset="0"/>
            </a:endParaRPr>
          </a:p>
        </p:txBody>
      </p:sp>
    </p:spTree>
    <p:extLst>
      <p:ext uri="{BB962C8B-B14F-4D97-AF65-F5344CB8AC3E}">
        <p14:creationId xmlns:p14="http://schemas.microsoft.com/office/powerpoint/2010/main" val="3295056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4505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4506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3E1FBC7-C2F4-422A-AE82-CACF67AA3018}" type="slidenum">
              <a:rPr lang="es-ES"/>
              <a:pPr algn="r" eaLnBrk="1" hangingPunct="1">
                <a:spcBef>
                  <a:spcPct val="0"/>
                </a:spcBef>
              </a:pPr>
              <a:t>20</a:t>
            </a:fld>
            <a:endParaRPr lang="es-ES"/>
          </a:p>
        </p:txBody>
      </p:sp>
      <p:sp>
        <p:nvSpPr>
          <p:cNvPr id="45061" name="Rectangle 2"/>
          <p:cNvSpPr>
            <a:spLocks noGrp="1" noRot="1" noChangeAspect="1" noChangeArrowheads="1" noTextEdit="1"/>
          </p:cNvSpPr>
          <p:nvPr>
            <p:ph type="sldImg"/>
          </p:nvPr>
        </p:nvSpPr>
        <p:spPr>
          <a:ln/>
        </p:spPr>
      </p:sp>
      <p:sp>
        <p:nvSpPr>
          <p:cNvPr id="450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ES">
                <a:latin typeface="Arial" panose="020B0604020202020204" pitchFamily="34" charset="0"/>
              </a:rPr>
              <a:t> </a:t>
            </a:r>
          </a:p>
        </p:txBody>
      </p:sp>
    </p:spTree>
    <p:extLst>
      <p:ext uri="{BB962C8B-B14F-4D97-AF65-F5344CB8AC3E}">
        <p14:creationId xmlns:p14="http://schemas.microsoft.com/office/powerpoint/2010/main" val="3645831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614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614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E7946C58-6F4D-4562-A756-36D7C624378D}" type="slidenum">
              <a:rPr lang="es-ES"/>
              <a:pPr algn="r" eaLnBrk="1" hangingPunct="1">
                <a:spcBef>
                  <a:spcPct val="0"/>
                </a:spcBef>
              </a:pPr>
              <a:t>21</a:t>
            </a:fld>
            <a:endParaRPr lang="es-ES"/>
          </a:p>
        </p:txBody>
      </p:sp>
      <p:sp>
        <p:nvSpPr>
          <p:cNvPr id="6149" name="Rectangle 2"/>
          <p:cNvSpPr>
            <a:spLocks noGrp="1" noRot="1" noChangeAspect="1" noChangeArrowheads="1" noTextEdit="1"/>
          </p:cNvSpPr>
          <p:nvPr>
            <p:ph type="sldImg"/>
          </p:nvPr>
        </p:nvSpPr>
        <p:spPr>
          <a:ln/>
        </p:spPr>
      </p:sp>
      <p:sp>
        <p:nvSpPr>
          <p:cNvPr id="61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b="1" i="1">
              <a:solidFill>
                <a:srgbClr val="000000"/>
              </a:solidFill>
              <a:latin typeface="Arial" panose="020B0604020202020204" pitchFamily="34" charset="0"/>
            </a:endParaRPr>
          </a:p>
        </p:txBody>
      </p:sp>
    </p:spTree>
    <p:extLst>
      <p:ext uri="{BB962C8B-B14F-4D97-AF65-F5344CB8AC3E}">
        <p14:creationId xmlns:p14="http://schemas.microsoft.com/office/powerpoint/2010/main" val="2356350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819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819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B2894F5-76E2-49F3-8256-A7729179DA02}" type="slidenum">
              <a:rPr lang="es-ES"/>
              <a:pPr algn="r" eaLnBrk="1" hangingPunct="1">
                <a:spcBef>
                  <a:spcPct val="0"/>
                </a:spcBef>
              </a:pPr>
              <a:t>22</a:t>
            </a:fld>
            <a:endParaRPr lang="es-ES"/>
          </a:p>
        </p:txBody>
      </p:sp>
      <p:sp>
        <p:nvSpPr>
          <p:cNvPr id="8197" name="Rectangle 2"/>
          <p:cNvSpPr>
            <a:spLocks noGrp="1" noRot="1" noChangeAspect="1" noChangeArrowheads="1" noTextEdit="1"/>
          </p:cNvSpPr>
          <p:nvPr>
            <p:ph type="sldImg"/>
          </p:nvPr>
        </p:nvSpPr>
        <p:spPr>
          <a:ln/>
        </p:spPr>
      </p:sp>
      <p:sp>
        <p:nvSpPr>
          <p:cNvPr id="81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18516272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819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819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B2894F5-76E2-49F3-8256-A7729179DA02}" type="slidenum">
              <a:rPr lang="es-ES"/>
              <a:pPr algn="r" eaLnBrk="1" hangingPunct="1">
                <a:spcBef>
                  <a:spcPct val="0"/>
                </a:spcBef>
              </a:pPr>
              <a:t>23</a:t>
            </a:fld>
            <a:endParaRPr lang="es-ES"/>
          </a:p>
        </p:txBody>
      </p:sp>
      <p:sp>
        <p:nvSpPr>
          <p:cNvPr id="8197" name="Rectangle 2"/>
          <p:cNvSpPr>
            <a:spLocks noGrp="1" noRot="1" noChangeAspect="1" noChangeArrowheads="1" noTextEdit="1"/>
          </p:cNvSpPr>
          <p:nvPr>
            <p:ph type="sldImg"/>
          </p:nvPr>
        </p:nvSpPr>
        <p:spPr>
          <a:ln/>
        </p:spPr>
      </p:sp>
      <p:sp>
        <p:nvSpPr>
          <p:cNvPr id="81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6202587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819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819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B2894F5-76E2-49F3-8256-A7729179DA02}" type="slidenum">
              <a:rPr lang="es-ES"/>
              <a:pPr algn="r" eaLnBrk="1" hangingPunct="1">
                <a:spcBef>
                  <a:spcPct val="0"/>
                </a:spcBef>
              </a:pPr>
              <a:t>24</a:t>
            </a:fld>
            <a:endParaRPr lang="es-ES"/>
          </a:p>
        </p:txBody>
      </p:sp>
      <p:sp>
        <p:nvSpPr>
          <p:cNvPr id="8197" name="Rectangle 2"/>
          <p:cNvSpPr>
            <a:spLocks noGrp="1" noRot="1" noChangeAspect="1" noChangeArrowheads="1" noTextEdit="1"/>
          </p:cNvSpPr>
          <p:nvPr>
            <p:ph type="sldImg"/>
          </p:nvPr>
        </p:nvSpPr>
        <p:spPr>
          <a:ln/>
        </p:spPr>
      </p:sp>
      <p:sp>
        <p:nvSpPr>
          <p:cNvPr id="81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6364362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0243"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0244"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71C1023D-C2E4-4FBD-8A7C-24E0B2E1F807}" type="slidenum">
              <a:rPr lang="es-ES"/>
              <a:pPr algn="r" eaLnBrk="1" hangingPunct="1">
                <a:spcBef>
                  <a:spcPct val="0"/>
                </a:spcBef>
              </a:pPr>
              <a:t>25</a:t>
            </a:fld>
            <a:endParaRPr lang="es-ES"/>
          </a:p>
        </p:txBody>
      </p:sp>
      <p:sp>
        <p:nvSpPr>
          <p:cNvPr id="10245" name="Rectangle 2"/>
          <p:cNvSpPr>
            <a:spLocks noGrp="1" noRot="1" noChangeAspect="1" noChangeArrowheads="1" noTextEdit="1"/>
          </p:cNvSpPr>
          <p:nvPr>
            <p:ph type="sldImg"/>
          </p:nvPr>
        </p:nvSpPr>
        <p:spPr>
          <a:ln/>
        </p:spPr>
      </p:sp>
      <p:sp>
        <p:nvSpPr>
          <p:cNvPr id="102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851192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229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229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E9330D6D-A056-4DA9-81FB-68C8B887494D}" type="slidenum">
              <a:rPr lang="es-ES"/>
              <a:pPr algn="r" eaLnBrk="1" hangingPunct="1">
                <a:spcBef>
                  <a:spcPct val="0"/>
                </a:spcBef>
              </a:pPr>
              <a:t>26</a:t>
            </a:fld>
            <a:endParaRPr lang="es-ES"/>
          </a:p>
        </p:txBody>
      </p:sp>
      <p:sp>
        <p:nvSpPr>
          <p:cNvPr id="12293" name="Rectangle 2"/>
          <p:cNvSpPr>
            <a:spLocks noGrp="1" noRot="1" noChangeAspect="1" noChangeArrowheads="1" noTextEdit="1"/>
          </p:cNvSpPr>
          <p:nvPr>
            <p:ph type="sldImg"/>
          </p:nvPr>
        </p:nvSpPr>
        <p:spPr>
          <a:ln/>
        </p:spPr>
      </p:sp>
      <p:sp>
        <p:nvSpPr>
          <p:cNvPr id="122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38866104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229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229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E9330D6D-A056-4DA9-81FB-68C8B887494D}" type="slidenum">
              <a:rPr lang="es-ES"/>
              <a:pPr algn="r" eaLnBrk="1" hangingPunct="1">
                <a:spcBef>
                  <a:spcPct val="0"/>
                </a:spcBef>
              </a:pPr>
              <a:t>27</a:t>
            </a:fld>
            <a:endParaRPr lang="es-ES"/>
          </a:p>
        </p:txBody>
      </p:sp>
      <p:sp>
        <p:nvSpPr>
          <p:cNvPr id="12293" name="Rectangle 2"/>
          <p:cNvSpPr>
            <a:spLocks noGrp="1" noRot="1" noChangeAspect="1" noChangeArrowheads="1" noTextEdit="1"/>
          </p:cNvSpPr>
          <p:nvPr>
            <p:ph type="sldImg"/>
          </p:nvPr>
        </p:nvSpPr>
        <p:spPr>
          <a:ln/>
        </p:spPr>
      </p:sp>
      <p:sp>
        <p:nvSpPr>
          <p:cNvPr id="122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39529054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2291"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2292"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E9330D6D-A056-4DA9-81FB-68C8B887494D}" type="slidenum">
              <a:rPr lang="es-ES"/>
              <a:pPr algn="r" eaLnBrk="1" hangingPunct="1">
                <a:spcBef>
                  <a:spcPct val="0"/>
                </a:spcBef>
              </a:pPr>
              <a:t>28</a:t>
            </a:fld>
            <a:endParaRPr lang="es-ES"/>
          </a:p>
        </p:txBody>
      </p:sp>
      <p:sp>
        <p:nvSpPr>
          <p:cNvPr id="12293" name="Rectangle 2"/>
          <p:cNvSpPr>
            <a:spLocks noGrp="1" noRot="1" noChangeAspect="1" noChangeArrowheads="1" noTextEdit="1"/>
          </p:cNvSpPr>
          <p:nvPr>
            <p:ph type="sldImg"/>
          </p:nvPr>
        </p:nvSpPr>
        <p:spPr>
          <a:ln/>
        </p:spPr>
      </p:sp>
      <p:sp>
        <p:nvSpPr>
          <p:cNvPr id="122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29882734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4339"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4340"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D2272A3B-0570-43EE-AF18-74EE78EEE5C4}" type="slidenum">
              <a:rPr lang="es-ES"/>
              <a:pPr algn="r" eaLnBrk="1" hangingPunct="1">
                <a:spcBef>
                  <a:spcPct val="0"/>
                </a:spcBef>
              </a:pPr>
              <a:t>29</a:t>
            </a:fld>
            <a:endParaRPr lang="es-ES"/>
          </a:p>
        </p:txBody>
      </p:sp>
      <p:sp>
        <p:nvSpPr>
          <p:cNvPr id="14341" name="Rectangle 2"/>
          <p:cNvSpPr>
            <a:spLocks noGrp="1" noRot="1" noChangeAspect="1" noChangeArrowheads="1" noTextEdit="1"/>
          </p:cNvSpPr>
          <p:nvPr>
            <p:ph type="sldImg"/>
          </p:nvPr>
        </p:nvSpPr>
        <p:spPr>
          <a:ln/>
        </p:spPr>
      </p:sp>
      <p:sp>
        <p:nvSpPr>
          <p:cNvPr id="143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a:solidFill>
                <a:srgbClr val="000000"/>
              </a:solidFill>
              <a:latin typeface="Arial" panose="020B0604020202020204" pitchFamily="34" charset="0"/>
            </a:endParaRPr>
          </a:p>
        </p:txBody>
      </p:sp>
    </p:spTree>
    <p:extLst>
      <p:ext uri="{BB962C8B-B14F-4D97-AF65-F5344CB8AC3E}">
        <p14:creationId xmlns:p14="http://schemas.microsoft.com/office/powerpoint/2010/main" val="34903654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638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638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8B664AA-67F5-46C0-871A-6A9163F1A654}" type="slidenum">
              <a:rPr lang="es-ES"/>
              <a:pPr algn="r" eaLnBrk="1" hangingPunct="1">
                <a:spcBef>
                  <a:spcPct val="0"/>
                </a:spcBef>
              </a:pPr>
              <a:t>30</a:t>
            </a:fld>
            <a:endParaRPr lang="es-ES"/>
          </a:p>
        </p:txBody>
      </p:sp>
      <p:sp>
        <p:nvSpPr>
          <p:cNvPr id="16389" name="Rectangle 2"/>
          <p:cNvSpPr>
            <a:spLocks noGrp="1" noRot="1" noChangeAspect="1" noChangeArrowheads="1" noTextEdit="1"/>
          </p:cNvSpPr>
          <p:nvPr>
            <p:ph type="sldImg"/>
          </p:nvPr>
        </p:nvSpPr>
        <p:spPr>
          <a:ln/>
        </p:spPr>
      </p:sp>
      <p:sp>
        <p:nvSpPr>
          <p:cNvPr id="163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6405637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6387"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6388"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58B664AA-67F5-46C0-871A-6A9163F1A654}" type="slidenum">
              <a:rPr lang="es-ES"/>
              <a:pPr algn="r" eaLnBrk="1" hangingPunct="1">
                <a:spcBef>
                  <a:spcPct val="0"/>
                </a:spcBef>
              </a:pPr>
              <a:t>31</a:t>
            </a:fld>
            <a:endParaRPr lang="es-ES"/>
          </a:p>
        </p:txBody>
      </p:sp>
      <p:sp>
        <p:nvSpPr>
          <p:cNvPr id="16389" name="Rectangle 2"/>
          <p:cNvSpPr>
            <a:spLocks noGrp="1" noRot="1" noChangeAspect="1" noChangeArrowheads="1" noTextEdit="1"/>
          </p:cNvSpPr>
          <p:nvPr>
            <p:ph type="sldImg"/>
          </p:nvPr>
        </p:nvSpPr>
        <p:spPr>
          <a:ln/>
        </p:spPr>
      </p:sp>
      <p:sp>
        <p:nvSpPr>
          <p:cNvPr id="1639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1304180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txBox="1">
            <a:spLocks noGrp="1" noChangeArrowheads="1"/>
          </p:cNvSpPr>
          <p:nvPr/>
        </p:nvSpPr>
        <p:spPr bwMode="auto">
          <a:xfrm>
            <a:off x="0" y="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TEMA 1: ECUACIONES DE MAXWELL</a:t>
            </a:r>
          </a:p>
        </p:txBody>
      </p:sp>
      <p:sp>
        <p:nvSpPr>
          <p:cNvPr id="18435" name="Rectangle 6"/>
          <p:cNvSpPr txBox="1">
            <a:spLocks noGrp="1" noChangeArrowheads="1"/>
          </p:cNvSpPr>
          <p:nvPr/>
        </p:nvSpPr>
        <p:spPr bwMode="auto">
          <a:xfrm>
            <a:off x="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eaLnBrk="1" hangingPunct="1">
              <a:spcBef>
                <a:spcPct val="0"/>
              </a:spcBef>
            </a:pPr>
            <a:r>
              <a:rPr lang="es-ES"/>
              <a:t>FNT - CURSO 2005/2006</a:t>
            </a:r>
          </a:p>
        </p:txBody>
      </p:sp>
      <p:sp>
        <p:nvSpPr>
          <p:cNvPr id="18436" name="Rectangle 7"/>
          <p:cNvSpPr txBox="1">
            <a:spLocks noGrp="1" noChangeArrowheads="1"/>
          </p:cNvSpPr>
          <p:nvPr/>
        </p:nvSpPr>
        <p:spPr bwMode="auto">
          <a:xfrm>
            <a:off x="3860800" y="9442450"/>
            <a:ext cx="2952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612" tIns="45805" rIns="91612" bIns="45805" anchor="b"/>
          <a:lstStyle>
            <a:lvl1pPr defTabSz="915988">
              <a:spcBef>
                <a:spcPct val="30000"/>
              </a:spcBef>
              <a:defRPr sz="1200">
                <a:solidFill>
                  <a:schemeClr val="tx1"/>
                </a:solidFill>
                <a:latin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defRPr>
            </a:lvl9pPr>
          </a:lstStyle>
          <a:p>
            <a:pPr algn="r" eaLnBrk="1" hangingPunct="1">
              <a:spcBef>
                <a:spcPct val="0"/>
              </a:spcBef>
            </a:pPr>
            <a:fld id="{2185E448-CF45-412D-B355-28650141D32D}" type="slidenum">
              <a:rPr lang="es-ES"/>
              <a:pPr algn="r" eaLnBrk="1" hangingPunct="1">
                <a:spcBef>
                  <a:spcPct val="0"/>
                </a:spcBef>
              </a:pPr>
              <a:t>32</a:t>
            </a:fld>
            <a:endParaRPr lang="es-ES"/>
          </a:p>
        </p:txBody>
      </p:sp>
      <p:sp>
        <p:nvSpPr>
          <p:cNvPr id="18437" name="Rectangle 2"/>
          <p:cNvSpPr>
            <a:spLocks noGrp="1" noRot="1" noChangeAspect="1" noChangeArrowheads="1" noTextEdit="1"/>
          </p:cNvSpPr>
          <p:nvPr>
            <p:ph type="sldImg"/>
          </p:nvPr>
        </p:nvSpPr>
        <p:spPr>
          <a:ln/>
        </p:spPr>
      </p:sp>
      <p:sp>
        <p:nvSpPr>
          <p:cNvPr id="1843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0" tIns="45716" rIns="91430" bIns="45716"/>
          <a:lstStyle/>
          <a:p>
            <a:pPr eaLnBrk="1" hangingPunct="1">
              <a:spcBef>
                <a:spcPct val="50000"/>
              </a:spcBef>
            </a:pPr>
            <a:endParaRPr lang="es-ES" dirty="0">
              <a:solidFill>
                <a:srgbClr val="000000"/>
              </a:solidFill>
              <a:latin typeface="Arial" panose="020B0604020202020204" pitchFamily="34" charset="0"/>
            </a:endParaRPr>
          </a:p>
        </p:txBody>
      </p:sp>
    </p:spTree>
    <p:extLst>
      <p:ext uri="{BB962C8B-B14F-4D97-AF65-F5344CB8AC3E}">
        <p14:creationId xmlns:p14="http://schemas.microsoft.com/office/powerpoint/2010/main" val="20414521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Rectangle 1026" descr="Canvas"/>
          <p:cNvSpPr>
            <a:spLocks noChangeArrowheads="1"/>
          </p:cNvSpPr>
          <p:nvPr/>
        </p:nvSpPr>
        <p:spPr bwMode="white">
          <a:xfrm>
            <a:off x="623888" y="211138"/>
            <a:ext cx="9920287" cy="67913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b="1">
                <a:solidFill>
                  <a:srgbClr val="3333FF"/>
                </a:solidFill>
                <a:latin typeface="Comic Sans MS" panose="030F0702030302020204" pitchFamily="66" charset="0"/>
              </a:defRPr>
            </a:lvl1pPr>
            <a:lvl2pPr marL="742950" indent="-285750" defTabSz="1028700">
              <a:spcBef>
                <a:spcPct val="50000"/>
              </a:spcBef>
              <a:defRPr sz="2000" b="1">
                <a:solidFill>
                  <a:srgbClr val="3333FF"/>
                </a:solidFill>
                <a:latin typeface="Comic Sans MS" panose="030F0702030302020204" pitchFamily="66" charset="0"/>
              </a:defRPr>
            </a:lvl2pPr>
            <a:lvl3pPr marL="1143000" indent="-228600" defTabSz="1028700">
              <a:spcBef>
                <a:spcPct val="50000"/>
              </a:spcBef>
              <a:defRPr sz="2000" b="1">
                <a:solidFill>
                  <a:srgbClr val="3333FF"/>
                </a:solidFill>
                <a:latin typeface="Comic Sans MS" panose="030F0702030302020204" pitchFamily="66" charset="0"/>
              </a:defRPr>
            </a:lvl3pPr>
            <a:lvl4pPr marL="1600200" indent="-228600" defTabSz="1028700">
              <a:spcBef>
                <a:spcPct val="50000"/>
              </a:spcBef>
              <a:defRPr sz="2000" b="1">
                <a:solidFill>
                  <a:srgbClr val="3333FF"/>
                </a:solidFill>
                <a:latin typeface="Comic Sans MS" panose="030F0702030302020204" pitchFamily="66" charset="0"/>
              </a:defRPr>
            </a:lvl4pPr>
            <a:lvl5pPr marL="2057400" indent="-228600" defTabSz="1028700">
              <a:spcBef>
                <a:spcPct val="50000"/>
              </a:spcBef>
              <a:defRPr sz="2000" b="1">
                <a:solidFill>
                  <a:srgbClr val="3333FF"/>
                </a:solidFill>
                <a:latin typeface="Comic Sans MS" panose="030F0702030302020204" pitchFamily="66" charset="0"/>
              </a:defRPr>
            </a:lvl5pPr>
            <a:lvl6pPr marL="25146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6pPr>
            <a:lvl7pPr marL="29718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7pPr>
            <a:lvl8pPr marL="34290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8pPr>
            <a:lvl9pPr marL="38862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9pPr>
          </a:lstStyle>
          <a:p>
            <a:pPr algn="ctr" eaLnBrk="1" hangingPunct="1">
              <a:spcBef>
                <a:spcPct val="0"/>
              </a:spcBef>
              <a:defRPr/>
            </a:pPr>
            <a:endParaRPr kumimoji="1" lang="es-ES" sz="2700" b="0">
              <a:solidFill>
                <a:schemeClr val="tx1"/>
              </a:solidFill>
              <a:latin typeface="Times New Roman" panose="02020603050405020304" pitchFamily="18" charset="0"/>
            </a:endParaRPr>
          </a:p>
        </p:txBody>
      </p:sp>
      <p:pic>
        <p:nvPicPr>
          <p:cNvPr id="5" name="Picture 1027" descr="minispi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53975"/>
            <a:ext cx="1395413" cy="450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028" descr="Canvas"/>
          <p:cNvSpPr>
            <a:spLocks noChangeArrowheads="1"/>
          </p:cNvSpPr>
          <p:nvPr/>
        </p:nvSpPr>
        <p:spPr bwMode="white">
          <a:xfrm>
            <a:off x="704850" y="4337050"/>
            <a:ext cx="1230313" cy="479425"/>
          </a:xfrm>
          <a:prstGeom prst="rect">
            <a:avLst/>
          </a:prstGeom>
          <a:blipFill dpi="0" rotWithShape="0">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b="1">
                <a:solidFill>
                  <a:srgbClr val="3333FF"/>
                </a:solidFill>
                <a:latin typeface="Comic Sans MS" panose="030F0702030302020204" pitchFamily="66" charset="0"/>
              </a:defRPr>
            </a:lvl1pPr>
            <a:lvl2pPr marL="742950" indent="-285750" defTabSz="1028700">
              <a:spcBef>
                <a:spcPct val="50000"/>
              </a:spcBef>
              <a:defRPr sz="2000" b="1">
                <a:solidFill>
                  <a:srgbClr val="3333FF"/>
                </a:solidFill>
                <a:latin typeface="Comic Sans MS" panose="030F0702030302020204" pitchFamily="66" charset="0"/>
              </a:defRPr>
            </a:lvl2pPr>
            <a:lvl3pPr marL="1143000" indent="-228600" defTabSz="1028700">
              <a:spcBef>
                <a:spcPct val="50000"/>
              </a:spcBef>
              <a:defRPr sz="2000" b="1">
                <a:solidFill>
                  <a:srgbClr val="3333FF"/>
                </a:solidFill>
                <a:latin typeface="Comic Sans MS" panose="030F0702030302020204" pitchFamily="66" charset="0"/>
              </a:defRPr>
            </a:lvl3pPr>
            <a:lvl4pPr marL="1600200" indent="-228600" defTabSz="1028700">
              <a:spcBef>
                <a:spcPct val="50000"/>
              </a:spcBef>
              <a:defRPr sz="2000" b="1">
                <a:solidFill>
                  <a:srgbClr val="3333FF"/>
                </a:solidFill>
                <a:latin typeface="Comic Sans MS" panose="030F0702030302020204" pitchFamily="66" charset="0"/>
              </a:defRPr>
            </a:lvl4pPr>
            <a:lvl5pPr marL="2057400" indent="-228600" defTabSz="1028700">
              <a:spcBef>
                <a:spcPct val="50000"/>
              </a:spcBef>
              <a:defRPr sz="2000" b="1">
                <a:solidFill>
                  <a:srgbClr val="3333FF"/>
                </a:solidFill>
                <a:latin typeface="Comic Sans MS" panose="030F0702030302020204" pitchFamily="66" charset="0"/>
              </a:defRPr>
            </a:lvl5pPr>
            <a:lvl6pPr marL="25146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6pPr>
            <a:lvl7pPr marL="29718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7pPr>
            <a:lvl8pPr marL="34290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8pPr>
            <a:lvl9pPr marL="38862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9pPr>
          </a:lstStyle>
          <a:p>
            <a:pPr algn="ctr" eaLnBrk="1" hangingPunct="1">
              <a:spcBef>
                <a:spcPct val="0"/>
              </a:spcBef>
              <a:defRPr/>
            </a:pPr>
            <a:endParaRPr kumimoji="1" lang="es-ES" sz="2700" b="0">
              <a:solidFill>
                <a:schemeClr val="tx1"/>
              </a:solidFill>
              <a:latin typeface="Times New Roman" panose="02020603050405020304" pitchFamily="18" charset="0"/>
            </a:endParaRPr>
          </a:p>
        </p:txBody>
      </p:sp>
      <p:pic>
        <p:nvPicPr>
          <p:cNvPr id="7" name="Picture 1029" descr="minispir"/>
          <p:cNvPicPr>
            <a:picLocks noChangeAspect="1" noChangeArrowheads="1"/>
          </p:cNvPicPr>
          <p:nvPr/>
        </p:nvPicPr>
        <p:blipFill>
          <a:blip r:embed="rId3">
            <a:extLst>
              <a:ext uri="{28A0092B-C50C-407E-A947-70E740481C1C}">
                <a14:useLocalDpi xmlns:a14="http://schemas.microsoft.com/office/drawing/2010/main" val="0"/>
              </a:ext>
            </a:extLst>
          </a:blip>
          <a:srcRect t="39999"/>
          <a:stretch>
            <a:fillRect/>
          </a:stretch>
        </p:blipFill>
        <p:spPr bwMode="ltGray">
          <a:xfrm>
            <a:off x="0" y="4433888"/>
            <a:ext cx="139541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4" name="Rectangle 1030"/>
          <p:cNvSpPr>
            <a:spLocks noGrp="1" noChangeArrowheads="1"/>
          </p:cNvSpPr>
          <p:nvPr>
            <p:ph type="ctrTitle"/>
          </p:nvPr>
        </p:nvSpPr>
        <p:spPr>
          <a:xfrm>
            <a:off x="1079500" y="2160588"/>
            <a:ext cx="9121775" cy="1200150"/>
          </a:xfrm>
        </p:spPr>
        <p:txBody>
          <a:bodyPr/>
          <a:lstStyle>
            <a:lvl1pPr>
              <a:defRPr/>
            </a:lvl1pPr>
          </a:lstStyle>
          <a:p>
            <a:r>
              <a:rPr lang="es-ES"/>
              <a:t>Haga clic para modificar el estilo de título del patrón</a:t>
            </a:r>
          </a:p>
        </p:txBody>
      </p:sp>
      <p:sp>
        <p:nvSpPr>
          <p:cNvPr id="94215" name="Rectangle 1031"/>
          <p:cNvSpPr>
            <a:spLocks noGrp="1" noChangeArrowheads="1"/>
          </p:cNvSpPr>
          <p:nvPr>
            <p:ph type="subTitle" idx="1"/>
          </p:nvPr>
        </p:nvSpPr>
        <p:spPr>
          <a:xfrm>
            <a:off x="1920875" y="4079875"/>
            <a:ext cx="7559675" cy="1860550"/>
          </a:xfrm>
        </p:spPr>
        <p:txBody>
          <a:bodyPr/>
          <a:lstStyle>
            <a:lvl1pPr marL="0" indent="0" algn="ctr">
              <a:buFontTx/>
              <a:buNone/>
              <a:defRPr/>
            </a:lvl1pPr>
          </a:lstStyle>
          <a:p>
            <a:r>
              <a:rPr lang="es-ES"/>
              <a:t>Haga clic para modificar el estilo de subtítulo del patrón</a:t>
            </a:r>
          </a:p>
        </p:txBody>
      </p:sp>
      <p:sp>
        <p:nvSpPr>
          <p:cNvPr id="8" name="Rectangle 1032"/>
          <p:cNvSpPr>
            <a:spLocks noGrp="1" noChangeArrowheads="1"/>
          </p:cNvSpPr>
          <p:nvPr>
            <p:ph type="dt" sz="quarter" idx="10"/>
          </p:nvPr>
        </p:nvSpPr>
        <p:spPr>
          <a:xfrm>
            <a:off x="1281113" y="6400800"/>
            <a:ext cx="2249487" cy="479425"/>
          </a:xfrm>
        </p:spPr>
        <p:txBody>
          <a:bodyPr/>
          <a:lstStyle>
            <a:lvl1pPr>
              <a:defRPr/>
            </a:lvl1pPr>
          </a:lstStyle>
          <a:p>
            <a:pPr>
              <a:defRPr/>
            </a:pPr>
            <a:endParaRPr lang="es-ES"/>
          </a:p>
        </p:txBody>
      </p:sp>
      <p:sp>
        <p:nvSpPr>
          <p:cNvPr id="9" name="Rectangle 1033"/>
          <p:cNvSpPr>
            <a:spLocks noGrp="1" noChangeArrowheads="1"/>
          </p:cNvSpPr>
          <p:nvPr>
            <p:ph type="ftr" sz="quarter" idx="11"/>
          </p:nvPr>
        </p:nvSpPr>
        <p:spPr>
          <a:xfrm>
            <a:off x="4160838" y="6400800"/>
            <a:ext cx="3421062" cy="479425"/>
          </a:xfrm>
        </p:spPr>
        <p:txBody>
          <a:bodyPr/>
          <a:lstStyle>
            <a:lvl1pPr>
              <a:defRPr/>
            </a:lvl1pPr>
          </a:lstStyle>
          <a:p>
            <a:pPr>
              <a:defRPr/>
            </a:pPr>
            <a:endParaRPr lang="es-ES"/>
          </a:p>
        </p:txBody>
      </p:sp>
      <p:sp>
        <p:nvSpPr>
          <p:cNvPr id="10" name="Rectangle 1034"/>
          <p:cNvSpPr>
            <a:spLocks noGrp="1" noChangeArrowheads="1"/>
          </p:cNvSpPr>
          <p:nvPr>
            <p:ph type="sldNum" sz="quarter" idx="12"/>
          </p:nvPr>
        </p:nvSpPr>
        <p:spPr>
          <a:xfrm>
            <a:off x="8212138" y="6400800"/>
            <a:ext cx="2249487" cy="479425"/>
          </a:xfrm>
        </p:spPr>
        <p:txBody>
          <a:bodyPr/>
          <a:lstStyle>
            <a:lvl1pPr>
              <a:defRPr/>
            </a:lvl1pPr>
          </a:lstStyle>
          <a:p>
            <a:pPr>
              <a:defRPr/>
            </a:pPr>
            <a:fld id="{F29E85CB-D55A-4334-85C8-7039095D837A}" type="slidenum">
              <a:rPr lang="es-ES"/>
              <a:pPr>
                <a:defRPr/>
              </a:pPr>
              <a:t>‹Nº›</a:t>
            </a:fld>
            <a:endParaRPr lang="es-ES"/>
          </a:p>
        </p:txBody>
      </p:sp>
    </p:spTree>
    <p:extLst>
      <p:ext uri="{BB962C8B-B14F-4D97-AF65-F5344CB8AC3E}">
        <p14:creationId xmlns:p14="http://schemas.microsoft.com/office/powerpoint/2010/main" val="45970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713EC47D-D8DA-4775-9773-155D0F8707D1}" type="slidenum">
              <a:rPr lang="es-ES"/>
              <a:pPr>
                <a:defRPr/>
              </a:pPr>
              <a:t>‹Nº›</a:t>
            </a:fld>
            <a:endParaRPr lang="es-ES"/>
          </a:p>
        </p:txBody>
      </p:sp>
    </p:spTree>
    <p:extLst>
      <p:ext uri="{BB962C8B-B14F-4D97-AF65-F5344CB8AC3E}">
        <p14:creationId xmlns:p14="http://schemas.microsoft.com/office/powerpoint/2010/main" val="1266265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852488" y="4627563"/>
            <a:ext cx="9182100" cy="1430337"/>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852488" y="3052763"/>
            <a:ext cx="9182100" cy="157480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3BCF5C68-25E6-4CD9-BB2A-CD5F2413D0DD}" type="slidenum">
              <a:rPr lang="es-ES"/>
              <a:pPr>
                <a:defRPr/>
              </a:pPr>
              <a:t>‹Nº›</a:t>
            </a:fld>
            <a:endParaRPr lang="es-ES"/>
          </a:p>
        </p:txBody>
      </p:sp>
    </p:spTree>
    <p:extLst>
      <p:ext uri="{BB962C8B-B14F-4D97-AF65-F5344CB8AC3E}">
        <p14:creationId xmlns:p14="http://schemas.microsoft.com/office/powerpoint/2010/main" val="3178769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1260475" y="1839913"/>
            <a:ext cx="4424363"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5837238" y="1839913"/>
            <a:ext cx="4424362" cy="4321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46A5F050-86EE-4DA4-A9AD-C48779E1B3BC}" type="slidenum">
              <a:rPr lang="es-ES"/>
              <a:pPr>
                <a:defRPr/>
              </a:pPr>
              <a:t>‹Nº›</a:t>
            </a:fld>
            <a:endParaRPr lang="es-ES"/>
          </a:p>
        </p:txBody>
      </p:sp>
    </p:spTree>
    <p:extLst>
      <p:ext uri="{BB962C8B-B14F-4D97-AF65-F5344CB8AC3E}">
        <p14:creationId xmlns:p14="http://schemas.microsoft.com/office/powerpoint/2010/main" val="3616219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39750" y="288925"/>
            <a:ext cx="9721850" cy="1200150"/>
          </a:xfrm>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539750" y="1611313"/>
            <a:ext cx="4772025"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539750" y="2284413"/>
            <a:ext cx="4772025"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5486400" y="1611313"/>
            <a:ext cx="4775200" cy="6731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5486400" y="2284413"/>
            <a:ext cx="4775200" cy="414813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Rectangle 8"/>
          <p:cNvSpPr>
            <a:spLocks noGrp="1" noChangeArrowheads="1"/>
          </p:cNvSpPr>
          <p:nvPr>
            <p:ph type="dt" sz="half" idx="10"/>
          </p:nvPr>
        </p:nvSpPr>
        <p:spPr>
          <a:ln/>
        </p:spPr>
        <p:txBody>
          <a:bodyPr/>
          <a:lstStyle>
            <a:lvl1pPr>
              <a:defRPr/>
            </a:lvl1pPr>
          </a:lstStyle>
          <a:p>
            <a:pPr>
              <a:defRPr/>
            </a:pPr>
            <a:endParaRPr lang="es-ES"/>
          </a:p>
        </p:txBody>
      </p:sp>
      <p:sp>
        <p:nvSpPr>
          <p:cNvPr id="8" name="Rectangle 9"/>
          <p:cNvSpPr>
            <a:spLocks noGrp="1" noChangeArrowheads="1"/>
          </p:cNvSpPr>
          <p:nvPr>
            <p:ph type="ftr" sz="quarter" idx="11"/>
          </p:nvPr>
        </p:nvSpPr>
        <p:spPr>
          <a:ln/>
        </p:spPr>
        <p:txBody>
          <a:bodyPr/>
          <a:lstStyle>
            <a:lvl1pPr>
              <a:defRPr/>
            </a:lvl1pPr>
          </a:lstStyle>
          <a:p>
            <a:pPr>
              <a:defRPr/>
            </a:pPr>
            <a:endParaRPr lang="es-ES"/>
          </a:p>
        </p:txBody>
      </p:sp>
      <p:sp>
        <p:nvSpPr>
          <p:cNvPr id="9" name="Rectangle 10"/>
          <p:cNvSpPr>
            <a:spLocks noGrp="1" noChangeArrowheads="1"/>
          </p:cNvSpPr>
          <p:nvPr>
            <p:ph type="sldNum" sz="quarter" idx="12"/>
          </p:nvPr>
        </p:nvSpPr>
        <p:spPr>
          <a:ln/>
        </p:spPr>
        <p:txBody>
          <a:bodyPr/>
          <a:lstStyle>
            <a:lvl1pPr>
              <a:defRPr/>
            </a:lvl1pPr>
          </a:lstStyle>
          <a:p>
            <a:pPr>
              <a:defRPr/>
            </a:pPr>
            <a:fld id="{985C951B-B7B6-4380-8D7A-D160B2ACF3B1}" type="slidenum">
              <a:rPr lang="es-ES"/>
              <a:pPr>
                <a:defRPr/>
              </a:pPr>
              <a:t>‹Nº›</a:t>
            </a:fld>
            <a:endParaRPr lang="es-ES"/>
          </a:p>
        </p:txBody>
      </p:sp>
    </p:spTree>
    <p:extLst>
      <p:ext uri="{BB962C8B-B14F-4D97-AF65-F5344CB8AC3E}">
        <p14:creationId xmlns:p14="http://schemas.microsoft.com/office/powerpoint/2010/main" val="4169414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Rectangle 8"/>
          <p:cNvSpPr>
            <a:spLocks noGrp="1" noChangeArrowheads="1"/>
          </p:cNvSpPr>
          <p:nvPr>
            <p:ph type="dt" sz="half" idx="10"/>
          </p:nvPr>
        </p:nvSpPr>
        <p:spPr>
          <a:ln/>
        </p:spPr>
        <p:txBody>
          <a:bodyPr/>
          <a:lstStyle>
            <a:lvl1pPr>
              <a:defRPr/>
            </a:lvl1pPr>
          </a:lstStyle>
          <a:p>
            <a:pPr>
              <a:defRPr/>
            </a:pPr>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913FCACC-3AE6-433B-87B8-6E0280E089CF}" type="slidenum">
              <a:rPr lang="es-ES"/>
              <a:pPr>
                <a:defRPr/>
              </a:pPr>
              <a:t>‹Nº›</a:t>
            </a:fld>
            <a:endParaRPr lang="es-ES"/>
          </a:p>
        </p:txBody>
      </p:sp>
    </p:spTree>
    <p:extLst>
      <p:ext uri="{BB962C8B-B14F-4D97-AF65-F5344CB8AC3E}">
        <p14:creationId xmlns:p14="http://schemas.microsoft.com/office/powerpoint/2010/main" val="40868294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a:ln/>
        </p:spPr>
        <p:txBody>
          <a:bodyPr/>
          <a:lstStyle>
            <a:lvl1pPr>
              <a:defRPr/>
            </a:lvl1pPr>
          </a:lstStyle>
          <a:p>
            <a:pPr>
              <a:defRPr/>
            </a:pPr>
            <a:endParaRPr lang="es-ES"/>
          </a:p>
        </p:txBody>
      </p:sp>
      <p:sp>
        <p:nvSpPr>
          <p:cNvPr id="3" name="Rectangle 9"/>
          <p:cNvSpPr>
            <a:spLocks noGrp="1" noChangeArrowheads="1"/>
          </p:cNvSpPr>
          <p:nvPr>
            <p:ph type="ftr" sz="quarter" idx="11"/>
          </p:nvPr>
        </p:nvSpPr>
        <p:spPr>
          <a:ln/>
        </p:spPr>
        <p:txBody>
          <a:bodyPr/>
          <a:lstStyle>
            <a:lvl1pPr>
              <a:defRPr/>
            </a:lvl1pPr>
          </a:lstStyle>
          <a:p>
            <a:pPr>
              <a:defRPr/>
            </a:pPr>
            <a:endParaRPr lang="es-ES"/>
          </a:p>
        </p:txBody>
      </p:sp>
      <p:sp>
        <p:nvSpPr>
          <p:cNvPr id="4" name="Rectangle 10"/>
          <p:cNvSpPr>
            <a:spLocks noGrp="1" noChangeArrowheads="1"/>
          </p:cNvSpPr>
          <p:nvPr>
            <p:ph type="sldNum" sz="quarter" idx="12"/>
          </p:nvPr>
        </p:nvSpPr>
        <p:spPr>
          <a:ln/>
        </p:spPr>
        <p:txBody>
          <a:bodyPr/>
          <a:lstStyle>
            <a:lvl1pPr>
              <a:defRPr/>
            </a:lvl1pPr>
          </a:lstStyle>
          <a:p>
            <a:pPr>
              <a:defRPr/>
            </a:pPr>
            <a:fld id="{7584FE42-2A67-4FD3-A323-DB437A63BB0F}" type="slidenum">
              <a:rPr lang="es-ES"/>
              <a:pPr>
                <a:defRPr/>
              </a:pPr>
              <a:t>‹Nº›</a:t>
            </a:fld>
            <a:endParaRPr lang="es-ES"/>
          </a:p>
        </p:txBody>
      </p:sp>
    </p:spTree>
    <p:extLst>
      <p:ext uri="{BB962C8B-B14F-4D97-AF65-F5344CB8AC3E}">
        <p14:creationId xmlns:p14="http://schemas.microsoft.com/office/powerpoint/2010/main" val="3380571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39750" y="287338"/>
            <a:ext cx="3554413" cy="121920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4222750" y="287338"/>
            <a:ext cx="6038850" cy="614521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539750" y="1506538"/>
            <a:ext cx="3554413" cy="49260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6E15F3D5-D568-4503-ADA5-440ECB86F309}" type="slidenum">
              <a:rPr lang="es-ES"/>
              <a:pPr>
                <a:defRPr/>
              </a:pPr>
              <a:t>‹Nº›</a:t>
            </a:fld>
            <a:endParaRPr lang="es-ES"/>
          </a:p>
        </p:txBody>
      </p:sp>
    </p:spTree>
    <p:extLst>
      <p:ext uri="{BB962C8B-B14F-4D97-AF65-F5344CB8AC3E}">
        <p14:creationId xmlns:p14="http://schemas.microsoft.com/office/powerpoint/2010/main" val="770921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117725" y="5040313"/>
            <a:ext cx="6480175" cy="595312"/>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2117725" y="642938"/>
            <a:ext cx="6480175" cy="4321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 noProof="0"/>
          </a:p>
        </p:txBody>
      </p:sp>
      <p:sp>
        <p:nvSpPr>
          <p:cNvPr id="4" name="3 Marcador de texto"/>
          <p:cNvSpPr>
            <a:spLocks noGrp="1"/>
          </p:cNvSpPr>
          <p:nvPr>
            <p:ph type="body" sz="half" idx="2"/>
          </p:nvPr>
        </p:nvSpPr>
        <p:spPr>
          <a:xfrm>
            <a:off x="2117725" y="5635625"/>
            <a:ext cx="6480175" cy="8445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8"/>
          <p:cNvSpPr>
            <a:spLocks noGrp="1" noChangeArrowheads="1"/>
          </p:cNvSpPr>
          <p:nvPr>
            <p:ph type="dt" sz="half" idx="10"/>
          </p:nvPr>
        </p:nvSpPr>
        <p:spPr>
          <a:ln/>
        </p:spPr>
        <p:txBody>
          <a:bodyPr/>
          <a:lstStyle>
            <a:lvl1pPr>
              <a:defRPr/>
            </a:lvl1pPr>
          </a:lstStyle>
          <a:p>
            <a:pPr>
              <a:defRPr/>
            </a:pPr>
            <a:endParaRPr lang="es-ES"/>
          </a:p>
        </p:txBody>
      </p:sp>
      <p:sp>
        <p:nvSpPr>
          <p:cNvPr id="6" name="Rectangle 9"/>
          <p:cNvSpPr>
            <a:spLocks noGrp="1" noChangeArrowheads="1"/>
          </p:cNvSpPr>
          <p:nvPr>
            <p:ph type="ftr" sz="quarter" idx="11"/>
          </p:nvPr>
        </p:nvSpPr>
        <p:spPr>
          <a:ln/>
        </p:spPr>
        <p:txBody>
          <a:bodyPr/>
          <a:lstStyle>
            <a:lvl1pPr>
              <a:defRPr/>
            </a:lvl1pPr>
          </a:lstStyle>
          <a:p>
            <a:pPr>
              <a:defRPr/>
            </a:pPr>
            <a:endParaRPr lang="es-ES"/>
          </a:p>
        </p:txBody>
      </p:sp>
      <p:sp>
        <p:nvSpPr>
          <p:cNvPr id="7" name="Rectangle 10"/>
          <p:cNvSpPr>
            <a:spLocks noGrp="1" noChangeArrowheads="1"/>
          </p:cNvSpPr>
          <p:nvPr>
            <p:ph type="sldNum" sz="quarter" idx="12"/>
          </p:nvPr>
        </p:nvSpPr>
        <p:spPr>
          <a:ln/>
        </p:spPr>
        <p:txBody>
          <a:bodyPr/>
          <a:lstStyle>
            <a:lvl1pPr>
              <a:defRPr/>
            </a:lvl1pPr>
          </a:lstStyle>
          <a:p>
            <a:pPr>
              <a:defRPr/>
            </a:pPr>
            <a:fld id="{4B04E8D0-8D3E-491C-9409-BB9B89F458BE}" type="slidenum">
              <a:rPr lang="es-ES"/>
              <a:pPr>
                <a:defRPr/>
              </a:pPr>
              <a:t>‹Nº›</a:t>
            </a:fld>
            <a:endParaRPr lang="es-ES"/>
          </a:p>
        </p:txBody>
      </p:sp>
    </p:spTree>
    <p:extLst>
      <p:ext uri="{BB962C8B-B14F-4D97-AF65-F5344CB8AC3E}">
        <p14:creationId xmlns:p14="http://schemas.microsoft.com/office/powerpoint/2010/main" val="732643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A0171509-6D09-4841-AFC2-785C3920C5C3}" type="slidenum">
              <a:rPr lang="es-ES"/>
              <a:pPr>
                <a:defRPr/>
              </a:pPr>
              <a:t>‹Nº›</a:t>
            </a:fld>
            <a:endParaRPr lang="es-ES"/>
          </a:p>
        </p:txBody>
      </p:sp>
    </p:spTree>
    <p:extLst>
      <p:ext uri="{BB962C8B-B14F-4D97-AF65-F5344CB8AC3E}">
        <p14:creationId xmlns:p14="http://schemas.microsoft.com/office/powerpoint/2010/main" val="1395195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012113" y="400050"/>
            <a:ext cx="2249487" cy="5761038"/>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1260475" y="400050"/>
            <a:ext cx="6599238" cy="57610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Rectangle 8"/>
          <p:cNvSpPr>
            <a:spLocks noGrp="1" noChangeArrowheads="1"/>
          </p:cNvSpPr>
          <p:nvPr>
            <p:ph type="dt" sz="half" idx="10"/>
          </p:nvPr>
        </p:nvSpPr>
        <p:spPr>
          <a:ln/>
        </p:spPr>
        <p:txBody>
          <a:bodyPr/>
          <a:lstStyle>
            <a:lvl1pPr>
              <a:defRPr/>
            </a:lvl1pPr>
          </a:lstStyle>
          <a:p>
            <a:pPr>
              <a:defRPr/>
            </a:pPr>
            <a:endParaRPr lang="es-ES"/>
          </a:p>
        </p:txBody>
      </p:sp>
      <p:sp>
        <p:nvSpPr>
          <p:cNvPr id="5" name="Rectangle 9"/>
          <p:cNvSpPr>
            <a:spLocks noGrp="1" noChangeArrowheads="1"/>
          </p:cNvSpPr>
          <p:nvPr>
            <p:ph type="ftr" sz="quarter" idx="11"/>
          </p:nvPr>
        </p:nvSpPr>
        <p:spPr>
          <a:ln/>
        </p:spPr>
        <p:txBody>
          <a:bodyPr/>
          <a:lstStyle>
            <a:lvl1pPr>
              <a:defRPr/>
            </a:lvl1pPr>
          </a:lstStyle>
          <a:p>
            <a:pPr>
              <a:defRPr/>
            </a:pPr>
            <a:endParaRPr lang="es-ES"/>
          </a:p>
        </p:txBody>
      </p:sp>
      <p:sp>
        <p:nvSpPr>
          <p:cNvPr id="6" name="Rectangle 10"/>
          <p:cNvSpPr>
            <a:spLocks noGrp="1" noChangeArrowheads="1"/>
          </p:cNvSpPr>
          <p:nvPr>
            <p:ph type="sldNum" sz="quarter" idx="12"/>
          </p:nvPr>
        </p:nvSpPr>
        <p:spPr>
          <a:ln/>
        </p:spPr>
        <p:txBody>
          <a:bodyPr/>
          <a:lstStyle>
            <a:lvl1pPr>
              <a:defRPr/>
            </a:lvl1pPr>
          </a:lstStyle>
          <a:p>
            <a:pPr>
              <a:defRPr/>
            </a:pPr>
            <a:fld id="{D75A4857-2726-456C-B900-96E7BF88CA59}" type="slidenum">
              <a:rPr lang="es-ES"/>
              <a:pPr>
                <a:defRPr/>
              </a:pPr>
              <a:t>‹Nº›</a:t>
            </a:fld>
            <a:endParaRPr lang="es-ES"/>
          </a:p>
        </p:txBody>
      </p:sp>
    </p:spTree>
    <p:extLst>
      <p:ext uri="{BB962C8B-B14F-4D97-AF65-F5344CB8AC3E}">
        <p14:creationId xmlns:p14="http://schemas.microsoft.com/office/powerpoint/2010/main" val="36870042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1260475" y="400050"/>
            <a:ext cx="9001125" cy="57610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3" name="Rectangle 8"/>
          <p:cNvSpPr>
            <a:spLocks noGrp="1" noChangeArrowheads="1"/>
          </p:cNvSpPr>
          <p:nvPr>
            <p:ph type="dt" sz="half" idx="10"/>
          </p:nvPr>
        </p:nvSpPr>
        <p:spPr>
          <a:ln/>
        </p:spPr>
        <p:txBody>
          <a:bodyPr/>
          <a:lstStyle>
            <a:lvl1pPr>
              <a:defRPr/>
            </a:lvl1pPr>
          </a:lstStyle>
          <a:p>
            <a:pPr>
              <a:defRPr/>
            </a:pPr>
            <a:endParaRPr lang="es-ES"/>
          </a:p>
        </p:txBody>
      </p:sp>
      <p:sp>
        <p:nvSpPr>
          <p:cNvPr id="4" name="Rectangle 9"/>
          <p:cNvSpPr>
            <a:spLocks noGrp="1" noChangeArrowheads="1"/>
          </p:cNvSpPr>
          <p:nvPr>
            <p:ph type="ftr" sz="quarter" idx="11"/>
          </p:nvPr>
        </p:nvSpPr>
        <p:spPr>
          <a:ln/>
        </p:spPr>
        <p:txBody>
          <a:bodyPr/>
          <a:lstStyle>
            <a:lvl1pPr>
              <a:defRPr/>
            </a:lvl1pPr>
          </a:lstStyle>
          <a:p>
            <a:pPr>
              <a:defRPr/>
            </a:pPr>
            <a:endParaRPr lang="es-ES"/>
          </a:p>
        </p:txBody>
      </p:sp>
      <p:sp>
        <p:nvSpPr>
          <p:cNvPr id="5" name="Rectangle 10"/>
          <p:cNvSpPr>
            <a:spLocks noGrp="1" noChangeArrowheads="1"/>
          </p:cNvSpPr>
          <p:nvPr>
            <p:ph type="sldNum" sz="quarter" idx="12"/>
          </p:nvPr>
        </p:nvSpPr>
        <p:spPr>
          <a:ln/>
        </p:spPr>
        <p:txBody>
          <a:bodyPr/>
          <a:lstStyle>
            <a:lvl1pPr>
              <a:defRPr/>
            </a:lvl1pPr>
          </a:lstStyle>
          <a:p>
            <a:pPr>
              <a:defRPr/>
            </a:pPr>
            <a:fld id="{D2C37708-28BD-452C-B81E-92B4A897D6F0}" type="slidenum">
              <a:rPr lang="es-ES"/>
              <a:pPr>
                <a:defRPr/>
              </a:pPr>
              <a:t>‹Nº›</a:t>
            </a:fld>
            <a:endParaRPr lang="es-ES"/>
          </a:p>
        </p:txBody>
      </p:sp>
    </p:spTree>
    <p:extLst>
      <p:ext uri="{BB962C8B-B14F-4D97-AF65-F5344CB8AC3E}">
        <p14:creationId xmlns:p14="http://schemas.microsoft.com/office/powerpoint/2010/main" val="3261257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rgbClr val="906D58"/>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720725" y="239713"/>
            <a:ext cx="9731375" cy="6710362"/>
          </a:xfrm>
          <a:prstGeom prst="rect">
            <a:avLst/>
          </a:prstGeom>
          <a:solidFill>
            <a:srgbClr val="EDE7E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2870" tIns="51435" rIns="102870" bIns="51435" anchor="ctr"/>
          <a:lstStyle>
            <a:lvl1pPr defTabSz="1028700">
              <a:spcBef>
                <a:spcPct val="50000"/>
              </a:spcBef>
              <a:defRPr sz="2000" b="1">
                <a:solidFill>
                  <a:srgbClr val="3333FF"/>
                </a:solidFill>
                <a:latin typeface="Comic Sans MS" panose="030F0702030302020204" pitchFamily="66" charset="0"/>
              </a:defRPr>
            </a:lvl1pPr>
            <a:lvl2pPr marL="742950" indent="-285750" defTabSz="1028700">
              <a:spcBef>
                <a:spcPct val="50000"/>
              </a:spcBef>
              <a:defRPr sz="2000" b="1">
                <a:solidFill>
                  <a:srgbClr val="3333FF"/>
                </a:solidFill>
                <a:latin typeface="Comic Sans MS" panose="030F0702030302020204" pitchFamily="66" charset="0"/>
              </a:defRPr>
            </a:lvl2pPr>
            <a:lvl3pPr marL="1143000" indent="-228600" defTabSz="1028700">
              <a:spcBef>
                <a:spcPct val="50000"/>
              </a:spcBef>
              <a:defRPr sz="2000" b="1">
                <a:solidFill>
                  <a:srgbClr val="3333FF"/>
                </a:solidFill>
                <a:latin typeface="Comic Sans MS" panose="030F0702030302020204" pitchFamily="66" charset="0"/>
              </a:defRPr>
            </a:lvl3pPr>
            <a:lvl4pPr marL="1600200" indent="-228600" defTabSz="1028700">
              <a:spcBef>
                <a:spcPct val="50000"/>
              </a:spcBef>
              <a:defRPr sz="2000" b="1">
                <a:solidFill>
                  <a:srgbClr val="3333FF"/>
                </a:solidFill>
                <a:latin typeface="Comic Sans MS" panose="030F0702030302020204" pitchFamily="66" charset="0"/>
              </a:defRPr>
            </a:lvl4pPr>
            <a:lvl5pPr marL="2057400" indent="-228600" defTabSz="1028700">
              <a:spcBef>
                <a:spcPct val="50000"/>
              </a:spcBef>
              <a:defRPr sz="2000" b="1">
                <a:solidFill>
                  <a:srgbClr val="3333FF"/>
                </a:solidFill>
                <a:latin typeface="Comic Sans MS" panose="030F0702030302020204" pitchFamily="66" charset="0"/>
              </a:defRPr>
            </a:lvl5pPr>
            <a:lvl6pPr marL="25146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6pPr>
            <a:lvl7pPr marL="29718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7pPr>
            <a:lvl8pPr marL="34290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8pPr>
            <a:lvl9pPr marL="3886200" indent="-228600" defTabSz="1028700" eaLnBrk="0" fontAlgn="base" hangingPunct="0">
              <a:spcBef>
                <a:spcPct val="50000"/>
              </a:spcBef>
              <a:spcAft>
                <a:spcPct val="0"/>
              </a:spcAft>
              <a:defRPr sz="2000" b="1">
                <a:solidFill>
                  <a:srgbClr val="3333FF"/>
                </a:solidFill>
                <a:latin typeface="Comic Sans MS" panose="030F0702030302020204" pitchFamily="66" charset="0"/>
              </a:defRPr>
            </a:lvl9pPr>
          </a:lstStyle>
          <a:p>
            <a:pPr algn="ctr" eaLnBrk="1" hangingPunct="1">
              <a:spcBef>
                <a:spcPct val="0"/>
              </a:spcBef>
              <a:defRPr/>
            </a:pPr>
            <a:endParaRPr kumimoji="1" lang="es-ES" sz="2700" b="0">
              <a:solidFill>
                <a:schemeClr val="tx1"/>
              </a:solidFill>
              <a:latin typeface="Times New Roman" panose="02020603050405020304" pitchFamily="18" charset="0"/>
            </a:endParaRPr>
          </a:p>
        </p:txBody>
      </p:sp>
      <p:sp>
        <p:nvSpPr>
          <p:cNvPr id="1027" name="Line 3"/>
          <p:cNvSpPr>
            <a:spLocks noChangeShapeType="1"/>
          </p:cNvSpPr>
          <p:nvPr/>
        </p:nvSpPr>
        <p:spPr bwMode="ltGray">
          <a:xfrm>
            <a:off x="1200150" y="1679575"/>
            <a:ext cx="9061450" cy="0"/>
          </a:xfrm>
          <a:prstGeom prst="line">
            <a:avLst/>
          </a:prstGeom>
          <a:noFill/>
          <a:ln w="31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s-ES"/>
          </a:p>
        </p:txBody>
      </p:sp>
      <p:pic>
        <p:nvPicPr>
          <p:cNvPr id="1028" name="Picture 4" descr="minispir"/>
          <p:cNvPicPr>
            <a:picLocks noChangeAspect="1" noChangeArrowheads="1"/>
          </p:cNvPicPr>
          <p:nvPr/>
        </p:nvPicPr>
        <p:blipFill>
          <a:blip r:embed="rId14">
            <a:extLst>
              <a:ext uri="{28A0092B-C50C-407E-A947-70E740481C1C}">
                <a14:useLocalDpi xmlns:a14="http://schemas.microsoft.com/office/drawing/2010/main" val="0"/>
              </a:ext>
            </a:extLst>
          </a:blip>
          <a:srcRect b="5333"/>
          <a:stretch>
            <a:fillRect/>
          </a:stretch>
        </p:blipFill>
        <p:spPr bwMode="ltGray">
          <a:xfrm>
            <a:off x="0" y="53975"/>
            <a:ext cx="1395413" cy="425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9" name="Picture 5" descr="minispir"/>
          <p:cNvPicPr>
            <a:picLocks noChangeAspect="1" noChangeArrowheads="1"/>
          </p:cNvPicPr>
          <p:nvPr/>
        </p:nvPicPr>
        <p:blipFill>
          <a:blip r:embed="rId14">
            <a:extLst>
              <a:ext uri="{28A0092B-C50C-407E-A947-70E740481C1C}">
                <a14:useLocalDpi xmlns:a14="http://schemas.microsoft.com/office/drawing/2010/main" val="0"/>
              </a:ext>
            </a:extLst>
          </a:blip>
          <a:srcRect t="39999"/>
          <a:stretch>
            <a:fillRect/>
          </a:stretch>
        </p:blipFill>
        <p:spPr bwMode="ltGray">
          <a:xfrm>
            <a:off x="0" y="4433888"/>
            <a:ext cx="1395413"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p:cNvSpPr>
            <a:spLocks noGrp="1" noChangeArrowheads="1"/>
          </p:cNvSpPr>
          <p:nvPr>
            <p:ph type="title"/>
          </p:nvPr>
        </p:nvSpPr>
        <p:spPr bwMode="auto">
          <a:xfrm>
            <a:off x="1260475" y="400050"/>
            <a:ext cx="90011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ctr" anchorCtr="0" compatLnSpc="1">
            <a:prstTxWarp prst="textNoShape">
              <a:avLst/>
            </a:prstTxWarp>
          </a:bodyPr>
          <a:lstStyle/>
          <a:p>
            <a:pPr lvl="0"/>
            <a:r>
              <a:rPr lang="es-ES"/>
              <a:t>Haga clic para modificar el estilo de título del patrón</a:t>
            </a:r>
          </a:p>
        </p:txBody>
      </p:sp>
      <p:sp>
        <p:nvSpPr>
          <p:cNvPr id="1031" name="Rectangle 7"/>
          <p:cNvSpPr>
            <a:spLocks noGrp="1" noChangeArrowheads="1"/>
          </p:cNvSpPr>
          <p:nvPr>
            <p:ph type="body" idx="1"/>
          </p:nvPr>
        </p:nvSpPr>
        <p:spPr bwMode="auto">
          <a:xfrm>
            <a:off x="1260475" y="1839913"/>
            <a:ext cx="900112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2870" tIns="51435" rIns="102870" bIns="51435"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93192" name="Rectangle 8"/>
          <p:cNvSpPr>
            <a:spLocks noGrp="1" noChangeArrowheads="1"/>
          </p:cNvSpPr>
          <p:nvPr>
            <p:ph type="dt" sz="half" idx="2"/>
          </p:nvPr>
        </p:nvSpPr>
        <p:spPr bwMode="auto">
          <a:xfrm>
            <a:off x="1198563" y="6411913"/>
            <a:ext cx="2249487"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eaLnBrk="1" hangingPunct="1">
              <a:spcBef>
                <a:spcPct val="0"/>
              </a:spcBef>
              <a:defRPr sz="1600" b="0">
                <a:solidFill>
                  <a:schemeClr val="tx1"/>
                </a:solidFill>
                <a:latin typeface="Times New Roman" panose="02020603050405020304" pitchFamily="18" charset="0"/>
              </a:defRPr>
            </a:lvl1pPr>
          </a:lstStyle>
          <a:p>
            <a:pPr>
              <a:defRPr/>
            </a:pPr>
            <a:endParaRPr lang="es-ES"/>
          </a:p>
        </p:txBody>
      </p:sp>
      <p:sp>
        <p:nvSpPr>
          <p:cNvPr id="93193" name="Rectangle 9"/>
          <p:cNvSpPr>
            <a:spLocks noGrp="1" noChangeArrowheads="1"/>
          </p:cNvSpPr>
          <p:nvPr>
            <p:ph type="ftr" sz="quarter" idx="3"/>
          </p:nvPr>
        </p:nvSpPr>
        <p:spPr bwMode="auto">
          <a:xfrm>
            <a:off x="4078288" y="6411913"/>
            <a:ext cx="3421062"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algn="ctr" eaLnBrk="1" hangingPunct="1">
              <a:spcBef>
                <a:spcPct val="0"/>
              </a:spcBef>
              <a:defRPr sz="1600" b="0">
                <a:solidFill>
                  <a:schemeClr val="tx1"/>
                </a:solidFill>
                <a:latin typeface="Times New Roman" panose="02020603050405020304" pitchFamily="18" charset="0"/>
              </a:defRPr>
            </a:lvl1pPr>
          </a:lstStyle>
          <a:p>
            <a:pPr>
              <a:defRPr/>
            </a:pPr>
            <a:endParaRPr lang="es-ES"/>
          </a:p>
        </p:txBody>
      </p:sp>
      <p:sp>
        <p:nvSpPr>
          <p:cNvPr id="93194" name="Rectangle 10"/>
          <p:cNvSpPr>
            <a:spLocks noGrp="1" noChangeArrowheads="1"/>
          </p:cNvSpPr>
          <p:nvPr>
            <p:ph type="sldNum" sz="quarter" idx="4"/>
          </p:nvPr>
        </p:nvSpPr>
        <p:spPr bwMode="auto">
          <a:xfrm>
            <a:off x="8129588" y="6411913"/>
            <a:ext cx="2249487" cy="481012"/>
          </a:xfrm>
          <a:prstGeom prst="rect">
            <a:avLst/>
          </a:prstGeom>
          <a:noFill/>
          <a:ln w="9525">
            <a:noFill/>
            <a:miter lim="800000"/>
            <a:headEnd/>
            <a:tailEnd/>
          </a:ln>
          <a:effectLst/>
        </p:spPr>
        <p:txBody>
          <a:bodyPr vert="horz" wrap="square" lIns="102870" tIns="51435" rIns="102870" bIns="51435" numCol="1" anchor="t" anchorCtr="0" compatLnSpc="1">
            <a:prstTxWarp prst="textNoShape">
              <a:avLst/>
            </a:prstTxWarp>
          </a:bodyPr>
          <a:lstStyle>
            <a:lvl1pPr algn="r" eaLnBrk="1" hangingPunct="1">
              <a:spcBef>
                <a:spcPct val="0"/>
              </a:spcBef>
              <a:defRPr sz="1600" b="0">
                <a:solidFill>
                  <a:schemeClr val="tx1"/>
                </a:solidFill>
                <a:latin typeface="Times New Roman" panose="02020603050405020304" pitchFamily="18" charset="0"/>
              </a:defRPr>
            </a:lvl1pPr>
          </a:lstStyle>
          <a:p>
            <a:pPr>
              <a:defRPr/>
            </a:pPr>
            <a:fld id="{D26DFC14-AB12-4A74-A5F8-B1842E3EB12C}"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817"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Lst>
  <p:txStyles>
    <p:titleStyle>
      <a:lvl1pPr algn="ctr" defTabSz="1028700" rtl="0" eaLnBrk="0" fontAlgn="base" hangingPunct="0">
        <a:spcBef>
          <a:spcPct val="0"/>
        </a:spcBef>
        <a:spcAft>
          <a:spcPct val="0"/>
        </a:spcAft>
        <a:defRPr sz="5000">
          <a:solidFill>
            <a:schemeClr val="tx2"/>
          </a:solidFill>
          <a:latin typeface="+mj-lt"/>
          <a:ea typeface="+mj-ea"/>
          <a:cs typeface="+mj-cs"/>
        </a:defRPr>
      </a:lvl1pPr>
      <a:lvl2pPr algn="ctr" defTabSz="1028700" rtl="0" eaLnBrk="0" fontAlgn="base" hangingPunct="0">
        <a:spcBef>
          <a:spcPct val="0"/>
        </a:spcBef>
        <a:spcAft>
          <a:spcPct val="0"/>
        </a:spcAft>
        <a:defRPr sz="5000">
          <a:solidFill>
            <a:schemeClr val="tx2"/>
          </a:solidFill>
          <a:latin typeface="Times New Roman" pitchFamily="18" charset="0"/>
        </a:defRPr>
      </a:lvl2pPr>
      <a:lvl3pPr algn="ctr" defTabSz="1028700" rtl="0" eaLnBrk="0" fontAlgn="base" hangingPunct="0">
        <a:spcBef>
          <a:spcPct val="0"/>
        </a:spcBef>
        <a:spcAft>
          <a:spcPct val="0"/>
        </a:spcAft>
        <a:defRPr sz="5000">
          <a:solidFill>
            <a:schemeClr val="tx2"/>
          </a:solidFill>
          <a:latin typeface="Times New Roman" pitchFamily="18" charset="0"/>
        </a:defRPr>
      </a:lvl3pPr>
      <a:lvl4pPr algn="ctr" defTabSz="1028700" rtl="0" eaLnBrk="0" fontAlgn="base" hangingPunct="0">
        <a:spcBef>
          <a:spcPct val="0"/>
        </a:spcBef>
        <a:spcAft>
          <a:spcPct val="0"/>
        </a:spcAft>
        <a:defRPr sz="5000">
          <a:solidFill>
            <a:schemeClr val="tx2"/>
          </a:solidFill>
          <a:latin typeface="Times New Roman" pitchFamily="18" charset="0"/>
        </a:defRPr>
      </a:lvl4pPr>
      <a:lvl5pPr algn="ctr" defTabSz="1028700" rtl="0" eaLnBrk="0" fontAlgn="base" hangingPunct="0">
        <a:spcBef>
          <a:spcPct val="0"/>
        </a:spcBef>
        <a:spcAft>
          <a:spcPct val="0"/>
        </a:spcAft>
        <a:defRPr sz="5000">
          <a:solidFill>
            <a:schemeClr val="tx2"/>
          </a:solidFill>
          <a:latin typeface="Times New Roman" pitchFamily="18" charset="0"/>
        </a:defRPr>
      </a:lvl5pPr>
      <a:lvl6pPr marL="457200" algn="ctr" defTabSz="1028700" rtl="0" fontAlgn="base">
        <a:spcBef>
          <a:spcPct val="0"/>
        </a:spcBef>
        <a:spcAft>
          <a:spcPct val="0"/>
        </a:spcAft>
        <a:defRPr sz="5000">
          <a:solidFill>
            <a:schemeClr val="tx2"/>
          </a:solidFill>
          <a:latin typeface="Times New Roman" pitchFamily="18" charset="0"/>
        </a:defRPr>
      </a:lvl6pPr>
      <a:lvl7pPr marL="914400" algn="ctr" defTabSz="1028700" rtl="0" fontAlgn="base">
        <a:spcBef>
          <a:spcPct val="0"/>
        </a:spcBef>
        <a:spcAft>
          <a:spcPct val="0"/>
        </a:spcAft>
        <a:defRPr sz="5000">
          <a:solidFill>
            <a:schemeClr val="tx2"/>
          </a:solidFill>
          <a:latin typeface="Times New Roman" pitchFamily="18" charset="0"/>
        </a:defRPr>
      </a:lvl7pPr>
      <a:lvl8pPr marL="1371600" algn="ctr" defTabSz="1028700" rtl="0" fontAlgn="base">
        <a:spcBef>
          <a:spcPct val="0"/>
        </a:spcBef>
        <a:spcAft>
          <a:spcPct val="0"/>
        </a:spcAft>
        <a:defRPr sz="5000">
          <a:solidFill>
            <a:schemeClr val="tx2"/>
          </a:solidFill>
          <a:latin typeface="Times New Roman" pitchFamily="18" charset="0"/>
        </a:defRPr>
      </a:lvl8pPr>
      <a:lvl9pPr marL="1828800" algn="ctr" defTabSz="1028700" rtl="0" fontAlgn="base">
        <a:spcBef>
          <a:spcPct val="0"/>
        </a:spcBef>
        <a:spcAft>
          <a:spcPct val="0"/>
        </a:spcAft>
        <a:defRPr sz="5000">
          <a:solidFill>
            <a:schemeClr val="tx2"/>
          </a:solidFill>
          <a:latin typeface="Times New Roman" pitchFamily="18" charset="0"/>
        </a:defRPr>
      </a:lvl9pPr>
    </p:titleStyle>
    <p:bodyStyle>
      <a:lvl1pPr marL="385763" indent="-385763" algn="l" defTabSz="1028700" rtl="0" eaLnBrk="0" fontAlgn="base" hangingPunct="0">
        <a:spcBef>
          <a:spcPct val="20000"/>
        </a:spcBef>
        <a:spcAft>
          <a:spcPct val="0"/>
        </a:spcAft>
        <a:buChar char="•"/>
        <a:defRPr sz="3600">
          <a:solidFill>
            <a:schemeClr val="tx1"/>
          </a:solidFill>
          <a:latin typeface="+mn-lt"/>
          <a:ea typeface="+mn-ea"/>
          <a:cs typeface="+mn-cs"/>
        </a:defRPr>
      </a:lvl1pPr>
      <a:lvl2pPr marL="836613" indent="-322263" algn="l" defTabSz="1028700" rtl="0" eaLnBrk="0" fontAlgn="base" hangingPunct="0">
        <a:spcBef>
          <a:spcPct val="20000"/>
        </a:spcBef>
        <a:spcAft>
          <a:spcPct val="0"/>
        </a:spcAft>
        <a:buChar char="–"/>
        <a:defRPr sz="3200">
          <a:solidFill>
            <a:schemeClr val="tx1"/>
          </a:solidFill>
          <a:latin typeface="+mn-lt"/>
        </a:defRPr>
      </a:lvl2pPr>
      <a:lvl3pPr marL="1285875" indent="-257175" algn="l" defTabSz="1028700" rtl="0" eaLnBrk="0" fontAlgn="base" hangingPunct="0">
        <a:spcBef>
          <a:spcPct val="20000"/>
        </a:spcBef>
        <a:spcAft>
          <a:spcPct val="0"/>
        </a:spcAft>
        <a:buChar char="•"/>
        <a:defRPr sz="2700">
          <a:solidFill>
            <a:schemeClr val="tx1"/>
          </a:solidFill>
          <a:latin typeface="+mn-lt"/>
        </a:defRPr>
      </a:lvl3pPr>
      <a:lvl4pPr marL="1800225" indent="-257175" algn="l" defTabSz="1028700" rtl="0" eaLnBrk="0" fontAlgn="base" hangingPunct="0">
        <a:spcBef>
          <a:spcPct val="20000"/>
        </a:spcBef>
        <a:spcAft>
          <a:spcPct val="0"/>
        </a:spcAft>
        <a:buChar char="–"/>
        <a:defRPr sz="2300">
          <a:solidFill>
            <a:schemeClr val="tx1"/>
          </a:solidFill>
          <a:latin typeface="+mn-lt"/>
        </a:defRPr>
      </a:lvl4pPr>
      <a:lvl5pPr marL="2314575" indent="-257175" algn="l" defTabSz="1028700" rtl="0" eaLnBrk="0" fontAlgn="base" hangingPunct="0">
        <a:spcBef>
          <a:spcPct val="20000"/>
        </a:spcBef>
        <a:spcAft>
          <a:spcPct val="0"/>
        </a:spcAft>
        <a:buChar char="»"/>
        <a:defRPr sz="2300">
          <a:solidFill>
            <a:schemeClr val="tx1"/>
          </a:solidFill>
          <a:latin typeface="+mn-lt"/>
        </a:defRPr>
      </a:lvl5pPr>
      <a:lvl6pPr marL="2771775" indent="-257175" algn="l" defTabSz="1028700" rtl="0" fontAlgn="base">
        <a:spcBef>
          <a:spcPct val="20000"/>
        </a:spcBef>
        <a:spcAft>
          <a:spcPct val="0"/>
        </a:spcAft>
        <a:buChar char="»"/>
        <a:defRPr sz="2300">
          <a:solidFill>
            <a:schemeClr val="tx1"/>
          </a:solidFill>
          <a:latin typeface="+mn-lt"/>
        </a:defRPr>
      </a:lvl6pPr>
      <a:lvl7pPr marL="3228975" indent="-257175" algn="l" defTabSz="1028700" rtl="0" fontAlgn="base">
        <a:spcBef>
          <a:spcPct val="20000"/>
        </a:spcBef>
        <a:spcAft>
          <a:spcPct val="0"/>
        </a:spcAft>
        <a:buChar char="»"/>
        <a:defRPr sz="2300">
          <a:solidFill>
            <a:schemeClr val="tx1"/>
          </a:solidFill>
          <a:latin typeface="+mn-lt"/>
        </a:defRPr>
      </a:lvl7pPr>
      <a:lvl8pPr marL="3686175" indent="-257175" algn="l" defTabSz="1028700" rtl="0" fontAlgn="base">
        <a:spcBef>
          <a:spcPct val="20000"/>
        </a:spcBef>
        <a:spcAft>
          <a:spcPct val="0"/>
        </a:spcAft>
        <a:buChar char="»"/>
        <a:defRPr sz="2300">
          <a:solidFill>
            <a:schemeClr val="tx1"/>
          </a:solidFill>
          <a:latin typeface="+mn-lt"/>
        </a:defRPr>
      </a:lvl8pPr>
      <a:lvl9pPr marL="4143375" indent="-257175" algn="l" defTabSz="1028700" rtl="0" fontAlgn="base">
        <a:spcBef>
          <a:spcPct val="20000"/>
        </a:spcBef>
        <a:spcAft>
          <a:spcPct val="0"/>
        </a:spcAft>
        <a:buChar char="»"/>
        <a:defRPr sz="2300">
          <a:solidFill>
            <a:schemeClr val="tx1"/>
          </a:solidFill>
          <a:latin typeface="+mn-lt"/>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2582863" y="3119438"/>
            <a:ext cx="6370637" cy="96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120000"/>
              </a:lnSpc>
              <a:spcBef>
                <a:spcPct val="0"/>
              </a:spcBef>
              <a:buFontTx/>
              <a:buNone/>
            </a:pPr>
            <a:r>
              <a:rPr lang="es-ES" sz="2400" b="1">
                <a:latin typeface="Comic Sans MS" panose="030F0702030302020204" pitchFamily="66" charset="0"/>
              </a:rPr>
              <a:t>CORRIENTE ELÉCTRICA</a:t>
            </a:r>
          </a:p>
          <a:p>
            <a:pPr algn="ctr" eaLnBrk="1" hangingPunct="1">
              <a:lnSpc>
                <a:spcPct val="120000"/>
              </a:lnSpc>
              <a:spcBef>
                <a:spcPct val="0"/>
              </a:spcBef>
              <a:buFontTx/>
              <a:buNone/>
            </a:pPr>
            <a:r>
              <a:rPr lang="es-ES" sz="2400" b="1">
                <a:latin typeface="Comic Sans MS" panose="030F0702030302020204" pitchFamily="66" charset="0"/>
              </a:rPr>
              <a:t>CIRCUITOS DE CORRIENTE CONTINUA</a:t>
            </a:r>
          </a:p>
        </p:txBody>
      </p:sp>
      <p:sp>
        <p:nvSpPr>
          <p:cNvPr id="5123" name="Text Box 3"/>
          <p:cNvSpPr txBox="1">
            <a:spLocks noChangeArrowheads="1"/>
          </p:cNvSpPr>
          <p:nvPr/>
        </p:nvSpPr>
        <p:spPr bwMode="auto">
          <a:xfrm>
            <a:off x="5300663" y="4805363"/>
            <a:ext cx="9334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Comic Sans MS" panose="030F0702030302020204" pitchFamily="66" charset="0"/>
              </a:rPr>
              <a:t>(3/3)</a:t>
            </a:r>
          </a:p>
        </p:txBody>
      </p:sp>
      <p:sp>
        <p:nvSpPr>
          <p:cNvPr id="5124" name="Text Box 4"/>
          <p:cNvSpPr txBox="1">
            <a:spLocks noChangeArrowheads="1"/>
          </p:cNvSpPr>
          <p:nvPr/>
        </p:nvSpPr>
        <p:spPr bwMode="auto">
          <a:xfrm>
            <a:off x="5065713" y="2298700"/>
            <a:ext cx="139700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Comic Sans MS" panose="030F0702030302020204" pitchFamily="66" charset="0"/>
              </a:rPr>
              <a:t>TEMA 4</a:t>
            </a:r>
          </a:p>
        </p:txBody>
      </p:sp>
      <p:grpSp>
        <p:nvGrpSpPr>
          <p:cNvPr id="2" name="Group 23">
            <a:extLst>
              <a:ext uri="{FF2B5EF4-FFF2-40B4-BE49-F238E27FC236}">
                <a16:creationId xmlns:a16="http://schemas.microsoft.com/office/drawing/2014/main" id="{6C595919-FF5C-44B4-2F09-2713BED64283}"/>
              </a:ext>
            </a:extLst>
          </p:cNvPr>
          <p:cNvGrpSpPr>
            <a:grpSpLocks/>
          </p:cNvGrpSpPr>
          <p:nvPr/>
        </p:nvGrpSpPr>
        <p:grpSpPr bwMode="auto">
          <a:xfrm>
            <a:off x="7233799" y="299818"/>
            <a:ext cx="3209926" cy="2159000"/>
            <a:chOff x="4896" y="276"/>
            <a:chExt cx="2022" cy="1360"/>
          </a:xfrm>
        </p:grpSpPr>
        <p:sp>
          <p:nvSpPr>
            <p:cNvPr id="3" name="AutoShape 1067">
              <a:extLst>
                <a:ext uri="{FF2B5EF4-FFF2-40B4-BE49-F238E27FC236}">
                  <a16:creationId xmlns:a16="http://schemas.microsoft.com/office/drawing/2014/main" id="{D193500F-583F-FEBA-7C5E-1CD48B2DB095}"/>
                </a:ext>
              </a:extLst>
            </p:cNvPr>
            <p:cNvSpPr>
              <a:spLocks noChangeArrowheads="1"/>
            </p:cNvSpPr>
            <p:nvPr/>
          </p:nvSpPr>
          <p:spPr bwMode="auto">
            <a:xfrm>
              <a:off x="4896" y="276"/>
              <a:ext cx="2022" cy="1360"/>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n-US" sz="2000">
                <a:solidFill>
                  <a:srgbClr val="000000"/>
                </a:solidFill>
                <a:latin typeface="Arial" panose="020B0604020202020204" pitchFamily="34" charset="0"/>
              </a:endParaRPr>
            </a:p>
          </p:txBody>
        </p:sp>
        <p:sp>
          <p:nvSpPr>
            <p:cNvPr id="4" name="Text Box 1068">
              <a:extLst>
                <a:ext uri="{FF2B5EF4-FFF2-40B4-BE49-F238E27FC236}">
                  <a16:creationId xmlns:a16="http://schemas.microsoft.com/office/drawing/2014/main" id="{D1E6F945-EF01-EBFE-BA9D-A50691BC33B2}"/>
                </a:ext>
              </a:extLst>
            </p:cNvPr>
            <p:cNvSpPr txBox="1">
              <a:spLocks noChangeArrowheads="1"/>
            </p:cNvSpPr>
            <p:nvPr/>
          </p:nvSpPr>
          <p:spPr bwMode="auto">
            <a:xfrm>
              <a:off x="5016" y="450"/>
              <a:ext cx="1786" cy="52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dirty="0">
                  <a:latin typeface="Trebuchet MS" panose="020B0603020202020204" pitchFamily="34" charset="0"/>
                </a:rPr>
                <a:t>PRÁCTICA</a:t>
              </a:r>
            </a:p>
            <a:p>
              <a:pPr algn="ctr" eaLnBrk="1" hangingPunct="1">
                <a:spcBef>
                  <a:spcPct val="0"/>
                </a:spcBef>
                <a:buFontTx/>
                <a:buNone/>
              </a:pPr>
              <a:r>
                <a:rPr lang="es-ES" sz="2400" b="1">
                  <a:latin typeface="Trebuchet MS" panose="020B0603020202020204" pitchFamily="34" charset="0"/>
                </a:rPr>
                <a:t>3</a:t>
              </a:r>
              <a:endParaRPr lang="es-ES" sz="2400" b="1" dirty="0">
                <a:latin typeface="Trebuchet MS" panose="020B0603020202020204" pitchFamily="34" charset="0"/>
              </a:endParaRPr>
            </a:p>
          </p:txBody>
        </p:sp>
        <p:sp>
          <p:nvSpPr>
            <p:cNvPr id="5" name="Text Box 1069">
              <a:extLst>
                <a:ext uri="{FF2B5EF4-FFF2-40B4-BE49-F238E27FC236}">
                  <a16:creationId xmlns:a16="http://schemas.microsoft.com/office/drawing/2014/main" id="{64435879-18A1-517A-7155-748F673D284D}"/>
                </a:ext>
              </a:extLst>
            </p:cNvPr>
            <p:cNvSpPr txBox="1">
              <a:spLocks noChangeArrowheads="1"/>
            </p:cNvSpPr>
            <p:nvPr/>
          </p:nvSpPr>
          <p:spPr bwMode="auto">
            <a:xfrm>
              <a:off x="5016" y="1036"/>
              <a:ext cx="1786" cy="2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b="1">
                  <a:solidFill>
                    <a:srgbClr val="FFFFFF"/>
                  </a:solidFill>
                  <a:latin typeface="Trebuchet MS" panose="020B0603020202020204" pitchFamily="34" charset="0"/>
                </a:rPr>
                <a:t>11/11 a 15/11</a:t>
              </a:r>
              <a:endParaRPr lang="es-ES" sz="2400" b="1" dirty="0">
                <a:solidFill>
                  <a:srgbClr val="FFFFFF"/>
                </a:solidFill>
                <a:latin typeface="Trebuchet MS" panose="020B0603020202020204" pitchFamily="34" charset="0"/>
              </a:endParaRPr>
            </a:p>
          </p:txBody>
        </p:sp>
        <p:sp>
          <p:nvSpPr>
            <p:cNvPr id="6" name="Text Box 1062">
              <a:extLst>
                <a:ext uri="{FF2B5EF4-FFF2-40B4-BE49-F238E27FC236}">
                  <a16:creationId xmlns:a16="http://schemas.microsoft.com/office/drawing/2014/main" id="{892041BD-660F-21EF-FDE7-5CBDCC561CF5}"/>
                </a:ext>
              </a:extLst>
            </p:cNvPr>
            <p:cNvSpPr txBox="1">
              <a:spLocks noChangeArrowheads="1"/>
            </p:cNvSpPr>
            <p:nvPr/>
          </p:nvSpPr>
          <p:spPr bwMode="auto">
            <a:xfrm>
              <a:off x="5479" y="1320"/>
              <a:ext cx="87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0000"/>
                  </a:solidFill>
                  <a:latin typeface="Trebuchet MS" panose="020B0603020202020204" pitchFamily="34" charset="0"/>
                </a:rPr>
                <a:t>Boletín en Moodle</a:t>
              </a:r>
            </a:p>
          </p:txBody>
        </p:sp>
      </p:grpSp>
    </p:spTree>
    <p:extLst>
      <p:ext uri="{BB962C8B-B14F-4D97-AF65-F5344CB8AC3E}">
        <p14:creationId xmlns:p14="http://schemas.microsoft.com/office/powerpoint/2010/main" val="403676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1748590B-2C86-4E05-8125-441FEFB202BA}"/>
              </a:ext>
            </a:extLst>
          </p:cNvPr>
          <p:cNvSpPr>
            <a:spLocks noChangeArrowheads="1"/>
          </p:cNvSpPr>
          <p:nvPr/>
        </p:nvSpPr>
        <p:spPr bwMode="auto">
          <a:xfrm>
            <a:off x="1518232" y="5246933"/>
            <a:ext cx="627062" cy="4175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 name="Rectangle 2">
            <a:extLst>
              <a:ext uri="{FF2B5EF4-FFF2-40B4-BE49-F238E27FC236}">
                <a16:creationId xmlns:a16="http://schemas.microsoft.com/office/drawing/2014/main" id="{33105897-6000-4AC6-8060-FBC602F675F2}"/>
              </a:ext>
            </a:extLst>
          </p:cNvPr>
          <p:cNvSpPr>
            <a:spLocks noChangeArrowheads="1"/>
          </p:cNvSpPr>
          <p:nvPr/>
        </p:nvSpPr>
        <p:spPr bwMode="auto">
          <a:xfrm>
            <a:off x="1506505" y="4129895"/>
            <a:ext cx="627062" cy="4175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4" name="Rectangle 25">
            <a:extLst>
              <a:ext uri="{FF2B5EF4-FFF2-40B4-BE49-F238E27FC236}">
                <a16:creationId xmlns:a16="http://schemas.microsoft.com/office/drawing/2014/main" id="{2AC22B58-3136-4293-9AF8-DBD7432FD921}"/>
              </a:ext>
            </a:extLst>
          </p:cNvPr>
          <p:cNvSpPr>
            <a:spLocks noChangeArrowheads="1"/>
          </p:cNvSpPr>
          <p:nvPr/>
        </p:nvSpPr>
        <p:spPr bwMode="auto">
          <a:xfrm>
            <a:off x="2265686" y="5244082"/>
            <a:ext cx="7956000" cy="1484727"/>
          </a:xfrm>
          <a:prstGeom prst="rect">
            <a:avLst/>
          </a:prstGeom>
          <a:solidFill>
            <a:srgbClr val="FFFF99"/>
          </a:solidFill>
          <a:ln>
            <a:noFill/>
          </a:ln>
          <a:extLst>
            <a:ext uri="{91240B29-F687-4F45-9708-019B960494DF}">
              <a14:hiddenLine xmlns:a14="http://schemas.microsoft.com/office/drawing/2010/main" w="25400" algn="ctr">
                <a:solidFill>
                  <a:srgbClr val="000000"/>
                </a:solidFill>
                <a:miter lim="800000"/>
                <a:headEnd/>
                <a:tailEnd type="none" w="lg" len="lg"/>
              </a14:hiddenLine>
            </a:ext>
          </a:extLst>
        </p:spPr>
        <p:txBody>
          <a:bodyPr wrap="none" lIns="90000" tIns="46800" rIns="90000" bIns="46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0" name="Text Box 11"/>
          <p:cNvSpPr txBox="1">
            <a:spLocks noChangeArrowheads="1"/>
          </p:cNvSpPr>
          <p:nvPr/>
        </p:nvSpPr>
        <p:spPr bwMode="auto">
          <a:xfrm>
            <a:off x="8690580" y="1689238"/>
            <a:ext cx="2059960" cy="1253402"/>
          </a:xfrm>
          <a:prstGeom prst="rect">
            <a:avLst/>
          </a:prstGeom>
          <a:solidFill>
            <a:srgbClr val="3366FF"/>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108000" tIns="72000" rIns="108000" bIns="72000"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ts val="0"/>
              </a:spcBef>
            </a:pPr>
            <a:r>
              <a:rPr lang="es-ES" sz="2400" dirty="0">
                <a:solidFill>
                  <a:srgbClr val="FFFFFF"/>
                </a:solidFill>
                <a:latin typeface="Trebuchet MS" panose="020B0603020202020204" pitchFamily="34" charset="0"/>
              </a:rPr>
              <a:t>T1</a:t>
            </a:r>
            <a:r>
              <a:rPr lang="es-ES" sz="2400">
                <a:solidFill>
                  <a:srgbClr val="FFFFFF"/>
                </a:solidFill>
                <a:latin typeface="Trebuchet MS" panose="020B0603020202020204" pitchFamily="34" charset="0"/>
              </a:rPr>
              <a:t>: 07/11/24</a:t>
            </a:r>
            <a:endParaRPr lang="es-ES" sz="2400" dirty="0">
              <a:solidFill>
                <a:srgbClr val="FFFFFF"/>
              </a:solidFill>
              <a:latin typeface="Trebuchet MS" panose="020B0603020202020204" pitchFamily="34" charset="0"/>
            </a:endParaRPr>
          </a:p>
          <a:p>
            <a:pPr eaLnBrk="1" hangingPunct="1">
              <a:spcBef>
                <a:spcPts val="0"/>
              </a:spcBef>
            </a:pPr>
            <a:r>
              <a:rPr lang="es-ES" sz="2400" dirty="0">
                <a:solidFill>
                  <a:srgbClr val="FFFFFF"/>
                </a:solidFill>
                <a:latin typeface="Trebuchet MS" panose="020B0603020202020204" pitchFamily="34" charset="0"/>
              </a:rPr>
              <a:t>T2</a:t>
            </a:r>
            <a:r>
              <a:rPr lang="es-ES" sz="2400">
                <a:solidFill>
                  <a:srgbClr val="FFFFFF"/>
                </a:solidFill>
                <a:latin typeface="Trebuchet MS" panose="020B0603020202020204" pitchFamily="34" charset="0"/>
              </a:rPr>
              <a:t>: 06/11/24</a:t>
            </a:r>
            <a:endParaRPr lang="es-ES" sz="2400" dirty="0">
              <a:solidFill>
                <a:srgbClr val="FFFFFF"/>
              </a:solidFill>
              <a:latin typeface="Trebuchet MS" panose="020B0603020202020204" pitchFamily="34" charset="0"/>
            </a:endParaRPr>
          </a:p>
          <a:p>
            <a:pPr eaLnBrk="1" hangingPunct="1">
              <a:spcBef>
                <a:spcPts val="0"/>
              </a:spcBef>
            </a:pPr>
            <a:r>
              <a:rPr lang="es-ES" sz="2400" dirty="0">
                <a:solidFill>
                  <a:srgbClr val="FFFFFF"/>
                </a:solidFill>
                <a:latin typeface="Trebuchet MS" panose="020B0603020202020204" pitchFamily="34" charset="0"/>
              </a:rPr>
              <a:t>T3</a:t>
            </a:r>
            <a:r>
              <a:rPr lang="es-ES" sz="2400">
                <a:solidFill>
                  <a:srgbClr val="FFFFFF"/>
                </a:solidFill>
                <a:latin typeface="Trebuchet MS" panose="020B0603020202020204" pitchFamily="34" charset="0"/>
              </a:rPr>
              <a:t>: 06/11/24</a:t>
            </a:r>
            <a:endParaRPr lang="es-ES" sz="2400" dirty="0">
              <a:solidFill>
                <a:srgbClr val="FFFFFF"/>
              </a:solidFill>
              <a:latin typeface="Trebuchet MS" panose="020B0603020202020204" pitchFamily="34" charset="0"/>
            </a:endParaRPr>
          </a:p>
        </p:txBody>
      </p:sp>
      <p:sp>
        <p:nvSpPr>
          <p:cNvPr id="9219" name="Rectangle 2"/>
          <p:cNvSpPr>
            <a:spLocks noChangeArrowheads="1"/>
          </p:cNvSpPr>
          <p:nvPr/>
        </p:nvSpPr>
        <p:spPr bwMode="auto">
          <a:xfrm>
            <a:off x="1504830" y="3404738"/>
            <a:ext cx="627062" cy="4175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220" name="Rectangle 4"/>
          <p:cNvSpPr>
            <a:spLocks noChangeArrowheads="1"/>
          </p:cNvSpPr>
          <p:nvPr/>
        </p:nvSpPr>
        <p:spPr bwMode="auto">
          <a:xfrm>
            <a:off x="1504830" y="2319632"/>
            <a:ext cx="627062" cy="4175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221" name="Rectangle 5"/>
          <p:cNvSpPr>
            <a:spLocks noChangeArrowheads="1"/>
          </p:cNvSpPr>
          <p:nvPr/>
        </p:nvSpPr>
        <p:spPr bwMode="auto">
          <a:xfrm>
            <a:off x="1509713" y="588963"/>
            <a:ext cx="8520112"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800" b="1" dirty="0">
                <a:solidFill>
                  <a:srgbClr val="CC0000"/>
                </a:solidFill>
                <a:latin typeface="Arial" panose="020B0604020202020204" pitchFamily="34" charset="0"/>
              </a:rPr>
              <a:t>TEMA 4: CORRIENTE ELÉCTRICA.</a:t>
            </a:r>
          </a:p>
          <a:p>
            <a:pPr eaLnBrk="1" hangingPunct="1">
              <a:spcBef>
                <a:spcPct val="0"/>
              </a:spcBef>
              <a:buFontTx/>
              <a:buNone/>
            </a:pPr>
            <a:r>
              <a:rPr lang="es-ES" sz="2800" b="1" dirty="0">
                <a:solidFill>
                  <a:srgbClr val="CC0000"/>
                </a:solidFill>
                <a:latin typeface="Arial" panose="020B0604020202020204" pitchFamily="34" charset="0"/>
              </a:rPr>
              <a:t>               CIRCUITOS DE CORRIENTE CONTINUA</a:t>
            </a:r>
          </a:p>
        </p:txBody>
      </p:sp>
      <p:sp>
        <p:nvSpPr>
          <p:cNvPr id="9222" name="Rectangle 6"/>
          <p:cNvSpPr>
            <a:spLocks noChangeArrowheads="1"/>
          </p:cNvSpPr>
          <p:nvPr/>
        </p:nvSpPr>
        <p:spPr bwMode="auto">
          <a:xfrm>
            <a:off x="1482605" y="2262482"/>
            <a:ext cx="708025" cy="3424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dirty="0">
                <a:latin typeface="Arial" panose="020B0604020202020204" pitchFamily="34" charset="0"/>
              </a:rPr>
              <a:t>4.1.</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4.2.</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4.3.</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4.4.</a:t>
            </a:r>
          </a:p>
        </p:txBody>
      </p:sp>
      <p:sp>
        <p:nvSpPr>
          <p:cNvPr id="9223" name="Rectangle 7"/>
          <p:cNvSpPr>
            <a:spLocks noChangeArrowheads="1"/>
          </p:cNvSpPr>
          <p:nvPr/>
        </p:nvSpPr>
        <p:spPr bwMode="auto">
          <a:xfrm>
            <a:off x="2231905" y="2262482"/>
            <a:ext cx="7957124" cy="453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569" tIns="49785" rIns="99569" bIns="49785">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dirty="0">
                <a:latin typeface="Arial" panose="020B0604020202020204" pitchFamily="34" charset="0"/>
              </a:rPr>
              <a:t>Corriente Eléctrica.</a:t>
            </a:r>
          </a:p>
          <a:p>
            <a:pPr eaLnBrk="1" hangingPunct="1">
              <a:spcBef>
                <a:spcPct val="0"/>
              </a:spcBef>
              <a:buFontTx/>
              <a:buNone/>
            </a:pPr>
            <a:r>
              <a:rPr lang="es-ES" sz="2400" b="1" dirty="0">
                <a:latin typeface="Arial" panose="020B0604020202020204" pitchFamily="34" charset="0"/>
              </a:rPr>
              <a:t>Intensidad y Densidad de Corriente.</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Ley de Ohm: Conductividad y Resistencia Eléctricas.</a:t>
            </a: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Potencia en Corriente Continua:</a:t>
            </a:r>
          </a:p>
          <a:p>
            <a:pPr eaLnBrk="1" hangingPunct="1">
              <a:spcBef>
                <a:spcPct val="0"/>
              </a:spcBef>
              <a:buFontTx/>
              <a:buNone/>
            </a:pPr>
            <a:r>
              <a:rPr lang="es-ES" sz="2400" b="1" dirty="0">
                <a:latin typeface="Arial" panose="020B0604020202020204" pitchFamily="34" charset="0"/>
              </a:rPr>
              <a:t>FEM, FCEM y Ley de Joule.</a:t>
            </a:r>
            <a:endParaRPr lang="es-ES" sz="2800" b="1" dirty="0">
              <a:latin typeface="Arial" panose="020B0604020202020204" pitchFamily="34" charset="0"/>
            </a:endParaRPr>
          </a:p>
          <a:p>
            <a:pPr eaLnBrk="1" hangingPunct="1">
              <a:spcBef>
                <a:spcPct val="0"/>
              </a:spcBef>
              <a:buFontTx/>
              <a:buNone/>
            </a:pPr>
            <a:endParaRPr lang="es-ES" sz="2400" b="1" dirty="0">
              <a:latin typeface="Arial" panose="020B0604020202020204" pitchFamily="34" charset="0"/>
            </a:endParaRPr>
          </a:p>
          <a:p>
            <a:pPr eaLnBrk="1" hangingPunct="1">
              <a:spcBef>
                <a:spcPct val="0"/>
              </a:spcBef>
              <a:buFontTx/>
              <a:buNone/>
            </a:pPr>
            <a:r>
              <a:rPr lang="es-ES" sz="2400" b="1" dirty="0">
                <a:latin typeface="Arial" panose="020B0604020202020204" pitchFamily="34" charset="0"/>
              </a:rPr>
              <a:t>Circuitos de </a:t>
            </a:r>
            <a:r>
              <a:rPr lang="es-ES" sz="2400" b="1">
                <a:latin typeface="Arial" panose="020B0604020202020204" pitchFamily="34" charset="0"/>
              </a:rPr>
              <a:t>Corriente Continua. </a:t>
            </a:r>
            <a:r>
              <a:rPr lang="es-ES" sz="2400" b="1" dirty="0">
                <a:latin typeface="Arial" panose="020B0604020202020204" pitchFamily="34" charset="0"/>
              </a:rPr>
              <a:t>Leyes de Kirchhoff. Asociación de Resistencias </a:t>
            </a:r>
            <a:r>
              <a:rPr lang="es-ES" sz="2400" b="1">
                <a:latin typeface="Arial" panose="020B0604020202020204" pitchFamily="34" charset="0"/>
              </a:rPr>
              <a:t>o Conductancias: </a:t>
            </a:r>
            <a:r>
              <a:rPr lang="es-ES" sz="2400" b="1" dirty="0">
                <a:latin typeface="Arial" panose="020B0604020202020204" pitchFamily="34" charset="0"/>
              </a:rPr>
              <a:t>Asociación en Serie. Asociación en Paralelo. Transformaciones Estrella</a:t>
            </a:r>
            <a:r>
              <a:rPr lang="es-ES" sz="2400" b="1" dirty="0">
                <a:latin typeface="Arial" panose="020B0604020202020204" pitchFamily="34" charset="0"/>
                <a:sym typeface="Symbol" panose="05050102010706020507" pitchFamily="18" charset="2"/>
              </a:rPr>
              <a:t>-</a:t>
            </a:r>
            <a:r>
              <a:rPr lang="es-ES" sz="2400" b="1" dirty="0">
                <a:latin typeface="Arial" panose="020B0604020202020204" pitchFamily="34" charset="0"/>
              </a:rPr>
              <a:t>Triángulo.</a:t>
            </a:r>
          </a:p>
        </p:txBody>
      </p:sp>
      <p:grpSp>
        <p:nvGrpSpPr>
          <p:cNvPr id="5" name="Grupo 4">
            <a:extLst>
              <a:ext uri="{FF2B5EF4-FFF2-40B4-BE49-F238E27FC236}">
                <a16:creationId xmlns:a16="http://schemas.microsoft.com/office/drawing/2014/main" id="{DE9C7B6D-C696-791E-4812-F666246D7A1B}"/>
              </a:ext>
            </a:extLst>
          </p:cNvPr>
          <p:cNvGrpSpPr/>
          <p:nvPr/>
        </p:nvGrpSpPr>
        <p:grpSpPr>
          <a:xfrm>
            <a:off x="8791575" y="3515884"/>
            <a:ext cx="1744885" cy="3291130"/>
            <a:chOff x="8791575" y="3515884"/>
            <a:chExt cx="1744885" cy="3291130"/>
          </a:xfrm>
        </p:grpSpPr>
        <p:grpSp>
          <p:nvGrpSpPr>
            <p:cNvPr id="6" name="Grupo 5">
              <a:extLst>
                <a:ext uri="{FF2B5EF4-FFF2-40B4-BE49-F238E27FC236}">
                  <a16:creationId xmlns:a16="http://schemas.microsoft.com/office/drawing/2014/main" id="{EA0813D2-3D8A-4E25-B6D6-BEC616FAD78E}"/>
                </a:ext>
              </a:extLst>
            </p:cNvPr>
            <p:cNvGrpSpPr/>
            <p:nvPr/>
          </p:nvGrpSpPr>
          <p:grpSpPr>
            <a:xfrm>
              <a:off x="8791575" y="5568812"/>
              <a:ext cx="1744885" cy="1238202"/>
              <a:chOff x="9191440" y="5473350"/>
              <a:chExt cx="1744885" cy="1238202"/>
            </a:xfrm>
          </p:grpSpPr>
          <p:sp>
            <p:nvSpPr>
              <p:cNvPr id="13" name="Text Box 87">
                <a:extLst>
                  <a:ext uri="{FF2B5EF4-FFF2-40B4-BE49-F238E27FC236}">
                    <a16:creationId xmlns:a16="http://schemas.microsoft.com/office/drawing/2014/main" id="{C1984CA2-9050-4A31-B7CA-5263E4C4F52A}"/>
                  </a:ext>
                </a:extLst>
              </p:cNvPr>
              <p:cNvSpPr txBox="1">
                <a:spLocks noChangeArrowheads="1"/>
              </p:cNvSpPr>
              <p:nvPr/>
            </p:nvSpPr>
            <p:spPr bwMode="auto">
              <a:xfrm>
                <a:off x="9435295" y="5805671"/>
                <a:ext cx="1501030" cy="905881"/>
              </a:xfrm>
              <a:prstGeom prst="rect">
                <a:avLst/>
              </a:prstGeom>
              <a:noFill/>
              <a:ln w="12700" algn="ctr">
                <a:noFill/>
                <a:miter lim="800000"/>
                <a:headEnd/>
                <a:tailEnd type="none" w="lg" len="lg"/>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0">
                    <a:solidFill>
                      <a:srgbClr val="FF0000"/>
                    </a:solidFill>
                    <a:latin typeface="Arial" panose="020B0604020202020204" pitchFamily="34" charset="0"/>
                    <a:sym typeface="Wingdings" panose="05000000000000000000" pitchFamily="2" charset="2"/>
                  </a:rPr>
                  <a:t>  </a:t>
                </a:r>
                <a:endParaRPr lang="es-ES" sz="2400" b="0" dirty="0">
                  <a:solidFill>
                    <a:srgbClr val="FF0000"/>
                  </a:solidFill>
                  <a:latin typeface="Arial" panose="020B0604020202020204" pitchFamily="34" charset="0"/>
                  <a:sym typeface="Wingdings" panose="05000000000000000000" pitchFamily="2" charset="2"/>
                </a:endParaRPr>
              </a:p>
              <a:p>
                <a:pPr eaLnBrk="1" hangingPunct="1">
                  <a:spcBef>
                    <a:spcPts val="0"/>
                  </a:spcBef>
                  <a:buFontTx/>
                  <a:buNone/>
                </a:pPr>
                <a:r>
                  <a:rPr lang="es-ES" sz="2400" b="0" dirty="0">
                    <a:solidFill>
                      <a:srgbClr val="FF0000"/>
                    </a:solidFill>
                    <a:latin typeface="Arial" panose="020B0604020202020204" pitchFamily="34" charset="0"/>
                    <a:sym typeface="Symbol" panose="05050102010706020507" pitchFamily="18" charset="2"/>
                  </a:rPr>
                  <a:t>Problema</a:t>
                </a:r>
              </a:p>
            </p:txBody>
          </p:sp>
          <p:cxnSp>
            <p:nvCxnSpPr>
              <p:cNvPr id="4" name="Conector recto 3">
                <a:extLst>
                  <a:ext uri="{FF2B5EF4-FFF2-40B4-BE49-F238E27FC236}">
                    <a16:creationId xmlns:a16="http://schemas.microsoft.com/office/drawing/2014/main" id="{81993304-E407-4FCA-AF33-D6993C2C6B88}"/>
                  </a:ext>
                </a:extLst>
              </p:cNvPr>
              <p:cNvCxnSpPr>
                <a:cxnSpLocks/>
              </p:cNvCxnSpPr>
              <p:nvPr/>
            </p:nvCxnSpPr>
            <p:spPr bwMode="auto">
              <a:xfrm flipH="1">
                <a:off x="9191440" y="5473350"/>
                <a:ext cx="1221296" cy="919300"/>
              </a:xfrm>
              <a:prstGeom prst="line">
                <a:avLst/>
              </a:prstGeom>
              <a:noFill/>
              <a:ln w="28575" cap="flat" cmpd="sng" algn="ctr">
                <a:solidFill>
                  <a:srgbClr val="FF0000"/>
                </a:solidFill>
                <a:prstDash val="solid"/>
                <a:round/>
                <a:headEnd type="none" w="med" len="med"/>
                <a:tailEnd type="none" w="lg" len="lg"/>
              </a:ln>
              <a:effectLst/>
            </p:spPr>
          </p:cxnSp>
        </p:grpSp>
        <p:cxnSp>
          <p:nvCxnSpPr>
            <p:cNvPr id="2" name="Conector recto 1">
              <a:extLst>
                <a:ext uri="{FF2B5EF4-FFF2-40B4-BE49-F238E27FC236}">
                  <a16:creationId xmlns:a16="http://schemas.microsoft.com/office/drawing/2014/main" id="{D3BBEB9A-06AB-8B20-CFC3-ACDD428FD6AC}"/>
                </a:ext>
              </a:extLst>
            </p:cNvPr>
            <p:cNvCxnSpPr>
              <a:cxnSpLocks/>
            </p:cNvCxnSpPr>
            <p:nvPr/>
          </p:nvCxnSpPr>
          <p:spPr bwMode="auto">
            <a:xfrm flipH="1">
              <a:off x="10012871" y="3515884"/>
              <a:ext cx="242596" cy="2050252"/>
            </a:xfrm>
            <a:prstGeom prst="line">
              <a:avLst/>
            </a:prstGeom>
            <a:noFill/>
            <a:ln w="28575" cap="flat" cmpd="sng" algn="ctr">
              <a:solidFill>
                <a:srgbClr val="FF0000"/>
              </a:solidFill>
              <a:prstDash val="solid"/>
              <a:round/>
              <a:headEnd type="none" w="med" len="med"/>
              <a:tailEnd type="none" w="lg" len="lg"/>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trips(downRigh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78" name="Text Box 70"/>
          <p:cNvSpPr txBox="1">
            <a:spLocks noChangeArrowheads="1"/>
          </p:cNvSpPr>
          <p:nvPr/>
        </p:nvSpPr>
        <p:spPr bwMode="auto">
          <a:xfrm>
            <a:off x="1390650" y="2407544"/>
            <a:ext cx="8765721" cy="2039323"/>
          </a:xfrm>
          <a:prstGeom prst="rect">
            <a:avLst/>
          </a:prstGeom>
          <a:solidFill>
            <a:srgbClr val="FFFF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216000" tIns="82800" rIns="216000" bIns="108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spcBef>
                <a:spcPct val="50000"/>
              </a:spcBef>
            </a:pPr>
            <a:r>
              <a:rPr lang="es-ES" sz="2400" b="1" dirty="0">
                <a:solidFill>
                  <a:srgbClr val="3333FF"/>
                </a:solidFill>
              </a:rPr>
              <a:t>Resolver un circuito</a:t>
            </a:r>
            <a:r>
              <a:rPr lang="es-ES" sz="2400" dirty="0"/>
              <a:t> de corriente continua formado por </a:t>
            </a:r>
            <a:r>
              <a:rPr lang="es-ES" sz="2400" dirty="0">
                <a:solidFill>
                  <a:srgbClr val="008000"/>
                </a:solidFill>
              </a:rPr>
              <a:t>generadores</a:t>
            </a:r>
            <a:r>
              <a:rPr lang="es-ES" sz="2400" dirty="0"/>
              <a:t> y </a:t>
            </a:r>
            <a:r>
              <a:rPr lang="es-ES" sz="2400" dirty="0">
                <a:solidFill>
                  <a:srgbClr val="008000"/>
                </a:solidFill>
              </a:rPr>
              <a:t>resistencias</a:t>
            </a:r>
            <a:r>
              <a:rPr lang="es-ES" sz="2400" dirty="0"/>
              <a:t> consiste en obtener </a:t>
            </a:r>
            <a:r>
              <a:rPr lang="es-ES" sz="2400"/>
              <a:t>la informa-ción </a:t>
            </a:r>
            <a:r>
              <a:rPr lang="es-ES" sz="2400" dirty="0"/>
              <a:t>que se desconozca de cada resistencia: su valor, la corriente que la atraviesa y la caída de potencial en ella; y de cada generador: su voltaje y la corriente que circula por él</a:t>
            </a:r>
          </a:p>
        </p:txBody>
      </p:sp>
      <p:sp>
        <p:nvSpPr>
          <p:cNvPr id="19462" name="Rectangle 2"/>
          <p:cNvSpPr>
            <a:spLocks noChangeArrowheads="1"/>
          </p:cNvSpPr>
          <p:nvPr/>
        </p:nvSpPr>
        <p:spPr bwMode="auto">
          <a:xfrm>
            <a:off x="1301369" y="357943"/>
            <a:ext cx="8520112" cy="53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CC0000"/>
                </a:solidFill>
                <a:latin typeface="Arial" panose="020B0604020202020204" pitchFamily="34" charset="0"/>
              </a:rPr>
              <a:t>4.4. </a:t>
            </a:r>
            <a:r>
              <a:rPr lang="es-ES" sz="2800" b="1" dirty="0">
                <a:solidFill>
                  <a:srgbClr val="CC0000"/>
                </a:solidFill>
                <a:latin typeface="Arial" panose="020B0604020202020204" pitchFamily="34" charset="0"/>
              </a:rPr>
              <a:t>CIRCUITOS DE </a:t>
            </a:r>
            <a:r>
              <a:rPr lang="es-ES" sz="2800" b="1">
                <a:solidFill>
                  <a:srgbClr val="CC0000"/>
                </a:solidFill>
                <a:latin typeface="Arial" panose="020B0604020202020204" pitchFamily="34" charset="0"/>
              </a:rPr>
              <a:t>CORRIENTE CONTINUA</a:t>
            </a:r>
            <a:endParaRPr lang="es-ES" sz="2800" b="1" dirty="0">
              <a:solidFill>
                <a:srgbClr val="CC0000"/>
              </a:solidFill>
              <a:latin typeface="Arial" panose="020B0604020202020204" pitchFamily="34" charset="0"/>
            </a:endParaRPr>
          </a:p>
        </p:txBody>
      </p:sp>
      <p:sp>
        <p:nvSpPr>
          <p:cNvPr id="7" name="Text Box 69"/>
          <p:cNvSpPr txBox="1">
            <a:spLocks noChangeArrowheads="1"/>
          </p:cNvSpPr>
          <p:nvPr/>
        </p:nvSpPr>
        <p:spPr bwMode="auto">
          <a:xfrm>
            <a:off x="1847849" y="1039736"/>
            <a:ext cx="7849961" cy="1200329"/>
          </a:xfrm>
          <a:prstGeom prst="rect">
            <a:avLst/>
          </a:prstGeom>
          <a:noFill/>
          <a:ln>
            <a:noFill/>
          </a:ln>
          <a:effectLst/>
        </p:spPr>
        <p:txBody>
          <a:bodyPr wrap="squar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just" eaLnBrk="1" hangingPunct="1">
              <a:spcBef>
                <a:spcPct val="50000"/>
              </a:spcBef>
            </a:pPr>
            <a:r>
              <a:rPr lang="es-ES" sz="2400" dirty="0"/>
              <a:t>Los componentes relevantes son los </a:t>
            </a:r>
            <a:r>
              <a:rPr lang="es-ES" sz="2400" dirty="0">
                <a:solidFill>
                  <a:srgbClr val="008000"/>
                </a:solidFill>
              </a:rPr>
              <a:t>generadores</a:t>
            </a:r>
            <a:r>
              <a:rPr lang="es-ES" sz="2400" dirty="0"/>
              <a:t>, las </a:t>
            </a:r>
            <a:r>
              <a:rPr lang="es-ES" sz="2400" dirty="0">
                <a:solidFill>
                  <a:srgbClr val="008000"/>
                </a:solidFill>
              </a:rPr>
              <a:t>resistencias</a:t>
            </a:r>
            <a:r>
              <a:rPr lang="es-ES" sz="2400" dirty="0"/>
              <a:t> y otros </a:t>
            </a:r>
            <a:r>
              <a:rPr lang="es-ES" sz="2400">
                <a:solidFill>
                  <a:schemeClr val="tx1"/>
                </a:solidFill>
              </a:rPr>
              <a:t>(</a:t>
            </a:r>
            <a:r>
              <a:rPr lang="es-ES" sz="2400">
                <a:solidFill>
                  <a:srgbClr val="008000"/>
                </a:solidFill>
              </a:rPr>
              <a:t>diodos </a:t>
            </a:r>
            <a:r>
              <a:rPr lang="es-ES" sz="2400">
                <a:solidFill>
                  <a:srgbClr val="FF0000"/>
                </a:solidFill>
              </a:rPr>
              <a:t>-Tema 9-</a:t>
            </a:r>
            <a:r>
              <a:rPr lang="es-ES" sz="2400">
                <a:solidFill>
                  <a:schemeClr val="tx1"/>
                </a:solidFill>
              </a:rPr>
              <a:t>, </a:t>
            </a:r>
            <a:r>
              <a:rPr lang="es-ES" sz="2400">
                <a:solidFill>
                  <a:srgbClr val="008000"/>
                </a:solidFill>
              </a:rPr>
              <a:t>transistores...</a:t>
            </a:r>
            <a:r>
              <a:rPr lang="es-ES" sz="2400">
                <a:solidFill>
                  <a:schemeClr val="tx1"/>
                </a:solidFill>
              </a:rPr>
              <a:t>), </a:t>
            </a:r>
            <a:r>
              <a:rPr lang="es-ES" sz="2400" dirty="0">
                <a:solidFill>
                  <a:schemeClr val="tx1"/>
                </a:solidFill>
              </a:rPr>
              <a:t>los </a:t>
            </a:r>
            <a:r>
              <a:rPr lang="es-ES" sz="2400" dirty="0">
                <a:solidFill>
                  <a:srgbClr val="008000"/>
                </a:solidFill>
              </a:rPr>
              <a:t>condensadores</a:t>
            </a:r>
            <a:r>
              <a:rPr lang="es-ES" sz="2400" dirty="0">
                <a:solidFill>
                  <a:schemeClr val="tx1"/>
                </a:solidFill>
              </a:rPr>
              <a:t> y las </a:t>
            </a:r>
            <a:r>
              <a:rPr lang="es-ES" sz="2400" dirty="0">
                <a:solidFill>
                  <a:srgbClr val="008000"/>
                </a:solidFill>
              </a:rPr>
              <a:t>bobinas</a:t>
            </a:r>
            <a:r>
              <a:rPr lang="es-ES" sz="2400" dirty="0">
                <a:solidFill>
                  <a:schemeClr val="tx1"/>
                </a:solidFill>
              </a:rPr>
              <a:t> no</a:t>
            </a:r>
            <a:r>
              <a:rPr lang="es-ES" sz="2400">
                <a:solidFill>
                  <a:schemeClr val="tx1"/>
                </a:solidFill>
              </a:rPr>
              <a:t>, con </a:t>
            </a:r>
            <a:r>
              <a:rPr lang="es-ES" sz="2400" dirty="0">
                <a:solidFill>
                  <a:schemeClr val="tx1"/>
                </a:solidFill>
              </a:rPr>
              <a:t>matices </a:t>
            </a:r>
            <a:r>
              <a:rPr lang="es-ES" sz="2400" dirty="0">
                <a:solidFill>
                  <a:srgbClr val="FF0000"/>
                </a:solidFill>
              </a:rPr>
              <a:t>(Tema 6)</a:t>
            </a:r>
          </a:p>
        </p:txBody>
      </p:sp>
      <p:sp>
        <p:nvSpPr>
          <p:cNvPr id="2" name="Text Box 3">
            <a:extLst>
              <a:ext uri="{FF2B5EF4-FFF2-40B4-BE49-F238E27FC236}">
                <a16:creationId xmlns:a16="http://schemas.microsoft.com/office/drawing/2014/main" id="{F55F8CE9-27AD-511C-608A-155050DB4184}"/>
              </a:ext>
            </a:extLst>
          </p:cNvPr>
          <p:cNvSpPr txBox="1">
            <a:spLocks noChangeArrowheads="1"/>
          </p:cNvSpPr>
          <p:nvPr/>
        </p:nvSpPr>
        <p:spPr bwMode="auto">
          <a:xfrm>
            <a:off x="1639239" y="5426884"/>
            <a:ext cx="8269479" cy="1347916"/>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26000" tIns="118800" rIns="126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a:latin typeface="Arial" panose="020B0604020202020204" pitchFamily="34" charset="0"/>
              </a:rPr>
              <a:t>Un conjunto de resistencias conectadas entre sí, mediante cables, o directamente, con </a:t>
            </a:r>
            <a:r>
              <a:rPr lang="es-ES" sz="2400" b="1">
                <a:solidFill>
                  <a:srgbClr val="FF0000"/>
                </a:solidFill>
                <a:latin typeface="Arial" panose="020B0604020202020204" pitchFamily="34" charset="0"/>
              </a:rPr>
              <a:t>2 terminales</a:t>
            </a:r>
            <a:r>
              <a:rPr lang="es-ES" sz="2400">
                <a:latin typeface="Arial" panose="020B0604020202020204" pitchFamily="34" charset="0"/>
              </a:rPr>
              <a:t> de conexión al exterior, a través de los que recibe energía eléctrica</a:t>
            </a:r>
          </a:p>
        </p:txBody>
      </p:sp>
      <p:sp>
        <p:nvSpPr>
          <p:cNvPr id="3" name="CuadroTexto 2">
            <a:extLst>
              <a:ext uri="{FF2B5EF4-FFF2-40B4-BE49-F238E27FC236}">
                <a16:creationId xmlns:a16="http://schemas.microsoft.com/office/drawing/2014/main" id="{BC45EECA-CDFB-B5CF-B808-923B8AF3BB10}"/>
              </a:ext>
            </a:extLst>
          </p:cNvPr>
          <p:cNvSpPr txBox="1">
            <a:spLocks noChangeArrowheads="1"/>
          </p:cNvSpPr>
          <p:nvPr/>
        </p:nvSpPr>
        <p:spPr bwMode="auto">
          <a:xfrm>
            <a:off x="3257783" y="4812387"/>
            <a:ext cx="5024132" cy="461665"/>
          </a:xfrm>
          <a:prstGeom prst="rect">
            <a:avLst/>
          </a:prstGeom>
          <a:solidFill>
            <a:schemeClr val="bg2">
              <a:lumMod val="60000"/>
              <a:lumOff val="40000"/>
            </a:schemeClr>
          </a:solidFill>
          <a:ln>
            <a:noFill/>
          </a:ln>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b="1" dirty="0"/>
              <a:t>ASOCIACIÓN DE RESISTENCIAS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478"/>
                                        </p:tgtEl>
                                        <p:attrNameLst>
                                          <p:attrName>style.visibility</p:attrName>
                                        </p:attrNameLst>
                                      </p:cBhvr>
                                      <p:to>
                                        <p:strVal val="visible"/>
                                      </p:to>
                                    </p:set>
                                    <p:animEffect transition="in" filter="wipe(up)">
                                      <p:cBhvr>
                                        <p:cTn id="12" dur="500"/>
                                        <p:tgtEl>
                                          <p:spTgt spid="1747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p:tgtEl>
                                          <p:spTgt spid="3"/>
                                        </p:tgtEl>
                                        <p:attrNameLst>
                                          <p:attrName>ppt_y</p:attrName>
                                        </p:attrNameLst>
                                      </p:cBhvr>
                                      <p:tavLst>
                                        <p:tav tm="0">
                                          <p:val>
                                            <p:strVal val="#ppt_y+#ppt_h*1.125000"/>
                                          </p:val>
                                        </p:tav>
                                        <p:tav tm="100000">
                                          <p:val>
                                            <p:strVal val="#ppt_y"/>
                                          </p:val>
                                        </p:tav>
                                      </p:tavLst>
                                    </p:anim>
                                    <p:animEffect transition="in" filter="wipe(up)">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5"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78" grpId="0" animBg="1"/>
      <p:bldP spid="7" grpId="0" animBg="1"/>
      <p:bldP spid="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21" name="Text Box 5"/>
          <p:cNvSpPr txBox="1">
            <a:spLocks noChangeArrowheads="1"/>
          </p:cNvSpPr>
          <p:nvPr/>
        </p:nvSpPr>
        <p:spPr bwMode="auto">
          <a:xfrm>
            <a:off x="4633821" y="454237"/>
            <a:ext cx="2287587" cy="514738"/>
          </a:xfrm>
          <a:prstGeom prst="rect">
            <a:avLst/>
          </a:prstGeom>
          <a:solidFill>
            <a:schemeClr val="bg2">
              <a:lumMod val="60000"/>
              <a:lumOff val="40000"/>
            </a:schemeClr>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1" dirty="0">
                <a:latin typeface="Arial" panose="020B0604020202020204" pitchFamily="34" charset="0"/>
              </a:rPr>
              <a:t>CABLE IDEAL</a:t>
            </a:r>
          </a:p>
        </p:txBody>
      </p:sp>
      <p:grpSp>
        <p:nvGrpSpPr>
          <p:cNvPr id="7" name="Grupo 6">
            <a:extLst>
              <a:ext uri="{FF2B5EF4-FFF2-40B4-BE49-F238E27FC236}">
                <a16:creationId xmlns:a16="http://schemas.microsoft.com/office/drawing/2014/main" id="{1687C879-20DA-3D21-29D6-01953A078E93}"/>
              </a:ext>
            </a:extLst>
          </p:cNvPr>
          <p:cNvGrpSpPr/>
          <p:nvPr/>
        </p:nvGrpSpPr>
        <p:grpSpPr>
          <a:xfrm>
            <a:off x="1250963" y="1072796"/>
            <a:ext cx="4598762" cy="529030"/>
            <a:chOff x="1340414" y="1151819"/>
            <a:chExt cx="4598762" cy="529030"/>
          </a:xfrm>
        </p:grpSpPr>
        <p:sp>
          <p:nvSpPr>
            <p:cNvPr id="4" name="Text Box 91">
              <a:extLst>
                <a:ext uri="{FF2B5EF4-FFF2-40B4-BE49-F238E27FC236}">
                  <a16:creationId xmlns:a16="http://schemas.microsoft.com/office/drawing/2014/main" id="{3573FCB9-C64E-1E2C-58A2-E4C5E250E49D}"/>
                </a:ext>
              </a:extLst>
            </p:cNvPr>
            <p:cNvSpPr txBox="1">
              <a:spLocks noChangeArrowheads="1"/>
            </p:cNvSpPr>
            <p:nvPr/>
          </p:nvSpPr>
          <p:spPr bwMode="auto">
            <a:xfrm>
              <a:off x="3420271" y="1166111"/>
              <a:ext cx="887038" cy="514738"/>
            </a:xfrm>
            <a:prstGeom prst="rect">
              <a:avLst/>
            </a:prstGeom>
            <a:solidFill>
              <a:srgbClr val="FFFFFF"/>
            </a:solidFill>
            <a:ln>
              <a:noFill/>
            </a:ln>
          </p:spPr>
          <p:txBody>
            <a:bodyPr wrap="square" lIns="108000" tIns="72000" rIns="108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dirty="0">
                <a:solidFill>
                  <a:srgbClr val="FF0000"/>
                </a:solidFill>
                <a:latin typeface="Arial" panose="020B0604020202020204" pitchFamily="34" charset="0"/>
                <a:cs typeface="Arial" panose="020B0604020202020204" pitchFamily="34" charset="0"/>
              </a:endParaRPr>
            </a:p>
          </p:txBody>
        </p:sp>
        <p:sp>
          <p:nvSpPr>
            <p:cNvPr id="470022" name="Text Box 6"/>
            <p:cNvSpPr txBox="1">
              <a:spLocks noChangeArrowheads="1"/>
            </p:cNvSpPr>
            <p:nvPr/>
          </p:nvSpPr>
          <p:spPr bwMode="auto">
            <a:xfrm>
              <a:off x="1340414" y="1151819"/>
              <a:ext cx="4598762"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0000"/>
                  </a:solidFill>
                  <a:latin typeface="Arial" panose="020B0604020202020204" pitchFamily="34" charset="0"/>
                </a:rPr>
                <a:t>Además de:  </a:t>
              </a:r>
              <a:r>
                <a:rPr lang="es-ES" sz="2400">
                  <a:latin typeface="Arial" panose="020B0604020202020204" pitchFamily="34" charset="0"/>
                </a:rPr>
                <a:t>C = 0 </a:t>
              </a:r>
              <a:r>
                <a:rPr lang="es-ES" sz="2400">
                  <a:solidFill>
                    <a:srgbClr val="D60093"/>
                  </a:solidFill>
                  <a:latin typeface="Arial" panose="020B0604020202020204" pitchFamily="34" charset="0"/>
                </a:rPr>
                <a:t> </a:t>
              </a:r>
              <a:r>
                <a:rPr lang="es-ES" sz="2400" dirty="0">
                  <a:solidFill>
                    <a:srgbClr val="FF0000"/>
                  </a:solidFill>
                  <a:latin typeface="Arial" panose="020B0604020202020204" pitchFamily="34" charset="0"/>
                </a:rPr>
                <a:t>(Tema 3)</a:t>
              </a:r>
              <a:endParaRPr lang="es-ES" sz="2400" dirty="0">
                <a:latin typeface="Arial" panose="020B0604020202020204" pitchFamily="34" charset="0"/>
              </a:endParaRPr>
            </a:p>
          </p:txBody>
        </p:sp>
      </p:grpSp>
      <p:sp>
        <p:nvSpPr>
          <p:cNvPr id="21534" name="Text Box 21"/>
          <p:cNvSpPr txBox="1">
            <a:spLocks noChangeArrowheads="1"/>
          </p:cNvSpPr>
          <p:nvPr/>
        </p:nvSpPr>
        <p:spPr bwMode="auto">
          <a:xfrm>
            <a:off x="1533273" y="4834622"/>
            <a:ext cx="8743855" cy="514738"/>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defRPr/>
            </a:pPr>
            <a:r>
              <a:rPr lang="es-ES" sz="2400" dirty="0">
                <a:latin typeface="Arial" panose="020B0604020202020204" pitchFamily="34" charset="0"/>
              </a:rPr>
              <a:t>La </a:t>
            </a:r>
            <a:r>
              <a:rPr lang="es-ES" sz="2400" dirty="0" err="1">
                <a:latin typeface="Arial" panose="020B0604020202020204" pitchFamily="34" charset="0"/>
              </a:rPr>
              <a:t>E</a:t>
            </a:r>
            <a:r>
              <a:rPr lang="es-ES" sz="2400" baseline="-25000" dirty="0" err="1">
                <a:latin typeface="Arial" panose="020B0604020202020204" pitchFamily="34" charset="0"/>
              </a:rPr>
              <a:t>Peléctrica</a:t>
            </a:r>
            <a:r>
              <a:rPr lang="es-ES" sz="2400" dirty="0">
                <a:latin typeface="Arial" panose="020B0604020202020204" pitchFamily="34" charset="0"/>
              </a:rPr>
              <a:t> se gana o consume en los componentes</a:t>
            </a:r>
          </a:p>
        </p:txBody>
      </p:sp>
      <p:sp>
        <p:nvSpPr>
          <p:cNvPr id="21535" name="Text Box 23"/>
          <p:cNvSpPr txBox="1">
            <a:spLocks noChangeArrowheads="1"/>
          </p:cNvSpPr>
          <p:nvPr/>
        </p:nvSpPr>
        <p:spPr bwMode="auto">
          <a:xfrm>
            <a:off x="4502887" y="5309883"/>
            <a:ext cx="5774241"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(como al subir o bajar por una escalera) </a:t>
            </a:r>
          </a:p>
        </p:txBody>
      </p:sp>
      <p:sp>
        <p:nvSpPr>
          <p:cNvPr id="21532" name="Text Box 10"/>
          <p:cNvSpPr txBox="1">
            <a:spLocks noChangeArrowheads="1"/>
          </p:cNvSpPr>
          <p:nvPr/>
        </p:nvSpPr>
        <p:spPr bwMode="auto">
          <a:xfrm>
            <a:off x="8552877" y="1800743"/>
            <a:ext cx="1103633" cy="565785"/>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V cte.</a:t>
            </a:r>
            <a:endParaRPr lang="es-ES" sz="2400" baseline="-25000" dirty="0">
              <a:latin typeface="Arial" panose="020B0604020202020204" pitchFamily="34" charset="0"/>
              <a:sym typeface="Symbol" panose="05050102010706020507" pitchFamily="18" charset="2"/>
            </a:endParaRPr>
          </a:p>
        </p:txBody>
      </p:sp>
      <p:sp>
        <p:nvSpPr>
          <p:cNvPr id="470093" name="Text Box 77"/>
          <p:cNvSpPr txBox="1">
            <a:spLocks noChangeArrowheads="1"/>
          </p:cNvSpPr>
          <p:nvPr/>
        </p:nvSpPr>
        <p:spPr bwMode="auto">
          <a:xfrm>
            <a:off x="6396267" y="1821669"/>
            <a:ext cx="65412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sym typeface="Symbol" panose="05050102010706020507" pitchFamily="18" charset="2"/>
              </a:rPr>
              <a:t>= 0</a:t>
            </a:r>
          </a:p>
        </p:txBody>
      </p:sp>
      <p:sp>
        <p:nvSpPr>
          <p:cNvPr id="21528" name="Text Box 11"/>
          <p:cNvSpPr txBox="1">
            <a:spLocks noChangeArrowheads="1"/>
          </p:cNvSpPr>
          <p:nvPr/>
        </p:nvSpPr>
        <p:spPr bwMode="auto">
          <a:xfrm>
            <a:off x="6860823" y="3813186"/>
            <a:ext cx="2817988" cy="88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(es como moverse por un pasillo)</a:t>
            </a:r>
          </a:p>
        </p:txBody>
      </p:sp>
      <p:sp>
        <p:nvSpPr>
          <p:cNvPr id="21529" name="Text Box 73"/>
          <p:cNvSpPr txBox="1">
            <a:spLocks noChangeArrowheads="1"/>
          </p:cNvSpPr>
          <p:nvPr/>
        </p:nvSpPr>
        <p:spPr bwMode="auto">
          <a:xfrm>
            <a:off x="3981195" y="3837103"/>
            <a:ext cx="2817988" cy="884070"/>
          </a:xfrm>
          <a:prstGeom prst="rect">
            <a:avLst/>
          </a:prstGeom>
          <a:solidFill>
            <a:srgbClr val="FFFF00"/>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sym typeface="Symbol" panose="05050102010706020507" pitchFamily="18" charset="2"/>
              </a:rPr>
              <a:t>Al cruzarlo no se consume </a:t>
            </a:r>
            <a:r>
              <a:rPr lang="es-ES" sz="2400" dirty="0" err="1">
                <a:latin typeface="Arial" panose="020B0604020202020204" pitchFamily="34" charset="0"/>
                <a:sym typeface="Symbol" panose="05050102010706020507" pitchFamily="18" charset="2"/>
              </a:rPr>
              <a:t>E</a:t>
            </a:r>
            <a:r>
              <a:rPr lang="es-ES" sz="2400" baseline="-25000" dirty="0" err="1">
                <a:latin typeface="Arial" panose="020B0604020202020204" pitchFamily="34" charset="0"/>
                <a:sym typeface="Symbol" panose="05050102010706020507" pitchFamily="18" charset="2"/>
              </a:rPr>
              <a:t>Peléctrica</a:t>
            </a:r>
            <a:endParaRPr lang="es-ES" sz="2400" dirty="0">
              <a:latin typeface="Arial" panose="020B0604020202020204" pitchFamily="34" charset="0"/>
              <a:sym typeface="Symbol" panose="05050102010706020507" pitchFamily="18" charset="2"/>
            </a:endParaRPr>
          </a:p>
        </p:txBody>
      </p:sp>
      <p:sp>
        <p:nvSpPr>
          <p:cNvPr id="470104" name="Text Box 88"/>
          <p:cNvSpPr txBox="1">
            <a:spLocks noChangeArrowheads="1"/>
          </p:cNvSpPr>
          <p:nvPr/>
        </p:nvSpPr>
        <p:spPr bwMode="auto">
          <a:xfrm>
            <a:off x="1514013" y="5884160"/>
            <a:ext cx="8763115" cy="514738"/>
          </a:xfrm>
          <a:prstGeom prst="rect">
            <a:avLst/>
          </a:prstGeom>
          <a:solidFill>
            <a:schemeClr val="accent1">
              <a:lumMod val="60000"/>
              <a:lumOff val="40000"/>
            </a:schemeClr>
          </a:solidFill>
          <a:ln>
            <a:noFill/>
          </a:ln>
        </p:spPr>
        <p:txBody>
          <a:bodyPr wrap="square" lIns="108000" tIns="72000" rIns="108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0000"/>
                </a:solidFill>
                <a:latin typeface="Arial" panose="020B0604020202020204" pitchFamily="34" charset="0"/>
              </a:rPr>
              <a:t>Lo relevante es lo que conecta, que estará al mismo potencial</a:t>
            </a:r>
          </a:p>
        </p:txBody>
      </p:sp>
      <p:sp>
        <p:nvSpPr>
          <p:cNvPr id="21523" name="Text Box 91"/>
          <p:cNvSpPr txBox="1">
            <a:spLocks noChangeArrowheads="1"/>
          </p:cNvSpPr>
          <p:nvPr/>
        </p:nvSpPr>
        <p:spPr bwMode="auto">
          <a:xfrm>
            <a:off x="1569079" y="3243233"/>
            <a:ext cx="1432545" cy="514738"/>
          </a:xfrm>
          <a:prstGeom prst="rect">
            <a:avLst/>
          </a:prstGeom>
          <a:solidFill>
            <a:srgbClr val="99CCFF"/>
          </a:solidFill>
          <a:ln>
            <a:noFill/>
          </a:ln>
        </p:spPr>
        <p:txBody>
          <a:bodyPr wrap="square" lIns="108000" tIns="72000" rIns="108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cs typeface="Arial" panose="020B0604020202020204" pitchFamily="34" charset="0"/>
              </a:rPr>
              <a:t>Q  = C </a:t>
            </a:r>
            <a:r>
              <a:rPr lang="es-ES" sz="2400">
                <a:latin typeface="Arial" panose="020B0604020202020204" pitchFamily="34" charset="0"/>
                <a:cs typeface="Arial" panose="020B0604020202020204" pitchFamily="34" charset="0"/>
              </a:rPr>
              <a:t>V </a:t>
            </a:r>
            <a:endParaRPr lang="es-ES" sz="2400" dirty="0">
              <a:solidFill>
                <a:srgbClr val="FF0000"/>
              </a:solidFill>
              <a:latin typeface="Arial" panose="020B0604020202020204" pitchFamily="34" charset="0"/>
              <a:cs typeface="Arial" panose="020B0604020202020204" pitchFamily="34" charset="0"/>
            </a:endParaRPr>
          </a:p>
        </p:txBody>
      </p:sp>
      <p:sp>
        <p:nvSpPr>
          <p:cNvPr id="33" name="Text Box 12"/>
          <p:cNvSpPr txBox="1">
            <a:spLocks noChangeArrowheads="1"/>
          </p:cNvSpPr>
          <p:nvPr/>
        </p:nvSpPr>
        <p:spPr bwMode="auto">
          <a:xfrm>
            <a:off x="4390074" y="6421784"/>
            <a:ext cx="5595615"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a:t>
            </a:r>
            <a:r>
              <a:rPr lang="es-ES" sz="2400">
                <a:solidFill>
                  <a:srgbClr val="FF0000"/>
                </a:solidFill>
                <a:latin typeface="Arial" panose="020B0604020202020204" pitchFamily="34" charset="0"/>
              </a:rPr>
              <a:t>eléctricamente será </a:t>
            </a:r>
            <a:r>
              <a:rPr lang="es-ES" sz="2400" dirty="0">
                <a:solidFill>
                  <a:srgbClr val="FF0000"/>
                </a:solidFill>
                <a:latin typeface="Arial" panose="020B0604020202020204" pitchFamily="34" charset="0"/>
              </a:rPr>
              <a:t>el mismo punto)</a:t>
            </a:r>
          </a:p>
        </p:txBody>
      </p:sp>
      <p:sp>
        <p:nvSpPr>
          <p:cNvPr id="21527" name="Text Box 83"/>
          <p:cNvSpPr txBox="1">
            <a:spLocks noChangeArrowheads="1"/>
          </p:cNvSpPr>
          <p:nvPr/>
        </p:nvSpPr>
        <p:spPr bwMode="auto">
          <a:xfrm>
            <a:off x="1569079" y="3830706"/>
            <a:ext cx="1432545" cy="514738"/>
          </a:xfrm>
          <a:prstGeom prst="rect">
            <a:avLst/>
          </a:prstGeom>
          <a:solidFill>
            <a:srgbClr val="99CCFF"/>
          </a:solid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err="1">
                <a:solidFill>
                  <a:srgbClr val="000000"/>
                </a:solidFill>
                <a:latin typeface="Arial" panose="020B0604020202020204" pitchFamily="34" charset="0"/>
                <a:sym typeface="Symbol" panose="05050102010706020507" pitchFamily="18" charset="2"/>
              </a:rPr>
              <a:t>E</a:t>
            </a:r>
            <a:r>
              <a:rPr lang="es-ES" sz="2400" baseline="-25000" dirty="0" err="1">
                <a:solidFill>
                  <a:srgbClr val="000000"/>
                </a:solidFill>
                <a:latin typeface="Arial" panose="020B0604020202020204" pitchFamily="34" charset="0"/>
                <a:sym typeface="Symbol" panose="05050102010706020507" pitchFamily="18" charset="2"/>
              </a:rPr>
              <a:t>p</a:t>
            </a:r>
            <a:r>
              <a:rPr lang="es-ES" sz="2400" dirty="0">
                <a:solidFill>
                  <a:srgbClr val="000000"/>
                </a:solidFill>
                <a:latin typeface="Arial" panose="020B0604020202020204" pitchFamily="34" charset="0"/>
                <a:sym typeface="Symbol" panose="05050102010706020507" pitchFamily="18" charset="2"/>
              </a:rPr>
              <a:t> = </a:t>
            </a:r>
            <a:r>
              <a:rPr lang="es-ES" sz="2400">
                <a:solidFill>
                  <a:srgbClr val="000000"/>
                </a:solidFill>
                <a:latin typeface="Arial" panose="020B0604020202020204" pitchFamily="34" charset="0"/>
                <a:sym typeface="Symbol" panose="05050102010706020507" pitchFamily="18" charset="2"/>
              </a:rPr>
              <a:t>q V</a:t>
            </a:r>
            <a:endParaRPr lang="es-ES" sz="2400" b="1" baseline="-25000" dirty="0">
              <a:solidFill>
                <a:srgbClr val="0099FF"/>
              </a:solidFill>
              <a:latin typeface="Arial" panose="020B0604020202020204" pitchFamily="34" charset="0"/>
              <a:sym typeface="Symbol" panose="05050102010706020507" pitchFamily="18" charset="2"/>
            </a:endParaRPr>
          </a:p>
        </p:txBody>
      </p:sp>
      <p:sp>
        <p:nvSpPr>
          <p:cNvPr id="470028" name="Text Box 12"/>
          <p:cNvSpPr txBox="1">
            <a:spLocks noChangeArrowheads="1"/>
          </p:cNvSpPr>
          <p:nvPr/>
        </p:nvSpPr>
        <p:spPr bwMode="auto">
          <a:xfrm>
            <a:off x="7348749" y="2289484"/>
            <a:ext cx="3217328" cy="88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a:t>
            </a:r>
            <a:r>
              <a:rPr lang="es-ES" sz="2400">
                <a:solidFill>
                  <a:srgbClr val="FF0000"/>
                </a:solidFill>
                <a:latin typeface="Arial" panose="020B0604020202020204" pitchFamily="34" charset="0"/>
              </a:rPr>
              <a:t>potencial constante</a:t>
            </a:r>
            <a:endParaRPr lang="es-ES" sz="2400" dirty="0">
              <a:solidFill>
                <a:srgbClr val="FF0000"/>
              </a:solidFill>
              <a:latin typeface="Arial" panose="020B0604020202020204" pitchFamily="34" charset="0"/>
            </a:endParaRPr>
          </a:p>
          <a:p>
            <a:pPr algn="ctr" eaLnBrk="1" hangingPunct="1">
              <a:spcBef>
                <a:spcPts val="0"/>
              </a:spcBef>
              <a:buFontTx/>
              <a:buNone/>
            </a:pPr>
            <a:r>
              <a:rPr lang="es-ES" sz="2400">
                <a:solidFill>
                  <a:srgbClr val="FF0000"/>
                </a:solidFill>
                <a:latin typeface="Arial" panose="020B0604020202020204" pitchFamily="34" charset="0"/>
              </a:rPr>
              <a:t>también sin </a:t>
            </a:r>
            <a:r>
              <a:rPr lang="es-ES" sz="2400" dirty="0">
                <a:solidFill>
                  <a:srgbClr val="FF0000"/>
                </a:solidFill>
                <a:latin typeface="Arial" panose="020B0604020202020204" pitchFamily="34" charset="0"/>
              </a:rPr>
              <a:t>equilibrio)</a:t>
            </a:r>
          </a:p>
        </p:txBody>
      </p:sp>
      <p:sp>
        <p:nvSpPr>
          <p:cNvPr id="37" name="Text Box 91"/>
          <p:cNvSpPr txBox="1">
            <a:spLocks noChangeArrowheads="1"/>
          </p:cNvSpPr>
          <p:nvPr/>
        </p:nvSpPr>
        <p:spPr bwMode="auto">
          <a:xfrm>
            <a:off x="3981194" y="3236522"/>
            <a:ext cx="2838154" cy="514738"/>
          </a:xfrm>
          <a:prstGeom prst="rect">
            <a:avLst/>
          </a:prstGeom>
          <a:solidFill>
            <a:srgbClr val="FFFF00"/>
          </a:solidFill>
          <a:ln>
            <a:noFill/>
          </a:ln>
        </p:spPr>
        <p:txBody>
          <a:bodyPr wrap="square" lIns="108000" tIns="72000" rIns="108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cs typeface="Arial" panose="020B0604020202020204" pitchFamily="34" charset="0"/>
              </a:rPr>
              <a:t>No acumula carga</a:t>
            </a:r>
          </a:p>
        </p:txBody>
      </p:sp>
      <p:sp>
        <p:nvSpPr>
          <p:cNvPr id="31" name="Text Box 7">
            <a:extLst>
              <a:ext uri="{FF2B5EF4-FFF2-40B4-BE49-F238E27FC236}">
                <a16:creationId xmlns:a16="http://schemas.microsoft.com/office/drawing/2014/main" id="{9D07AA10-F7D6-49D1-9882-A39DD4B81DB8}"/>
              </a:ext>
            </a:extLst>
          </p:cNvPr>
          <p:cNvSpPr txBox="1">
            <a:spLocks noChangeArrowheads="1"/>
          </p:cNvSpPr>
          <p:nvPr/>
        </p:nvSpPr>
        <p:spPr bwMode="auto">
          <a:xfrm>
            <a:off x="5097627" y="1773993"/>
            <a:ext cx="1333168" cy="566212"/>
          </a:xfrm>
          <a:prstGeom prst="rect">
            <a:avLst/>
          </a:prstGeom>
          <a:solidFill>
            <a:srgbClr val="99CCFF"/>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Comic Sans MS" panose="030F0702030302020204" pitchFamily="66" charset="0"/>
                <a:sym typeface="Symbol" panose="05050102010706020507" pitchFamily="18" charset="2"/>
              </a:rPr>
              <a:t>V = R I</a:t>
            </a:r>
            <a:endParaRPr lang="es-ES" sz="2400" dirty="0">
              <a:solidFill>
                <a:srgbClr val="FF0000"/>
              </a:solidFill>
              <a:latin typeface="Arial" panose="020B0604020202020204" pitchFamily="34" charset="0"/>
              <a:sym typeface="Symbol" panose="05050102010706020507" pitchFamily="18" charset="2"/>
            </a:endParaRPr>
          </a:p>
        </p:txBody>
      </p:sp>
      <p:sp>
        <p:nvSpPr>
          <p:cNvPr id="36" name="AutoShape 74">
            <a:extLst>
              <a:ext uri="{FF2B5EF4-FFF2-40B4-BE49-F238E27FC236}">
                <a16:creationId xmlns:a16="http://schemas.microsoft.com/office/drawing/2014/main" id="{8A33A59E-A9C7-4B90-8F32-E7D6C35FA41E}"/>
              </a:ext>
            </a:extLst>
          </p:cNvPr>
          <p:cNvSpPr>
            <a:spLocks noChangeArrowheads="1"/>
          </p:cNvSpPr>
          <p:nvPr/>
        </p:nvSpPr>
        <p:spPr bwMode="auto">
          <a:xfrm rot="10800000" flipH="1">
            <a:off x="7237726" y="1926341"/>
            <a:ext cx="1054864" cy="358775"/>
          </a:xfrm>
          <a:prstGeom prst="rightArrow">
            <a:avLst>
              <a:gd name="adj1" fmla="val 50000"/>
              <a:gd name="adj2" fmla="val 11690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dirty="0">
              <a:solidFill>
                <a:srgbClr val="000000"/>
              </a:solidFill>
              <a:latin typeface="Arial" panose="020B0604020202020204" pitchFamily="34" charset="0"/>
            </a:endParaRPr>
          </a:p>
        </p:txBody>
      </p:sp>
      <p:grpSp>
        <p:nvGrpSpPr>
          <p:cNvPr id="8" name="Grupo 7">
            <a:extLst>
              <a:ext uri="{FF2B5EF4-FFF2-40B4-BE49-F238E27FC236}">
                <a16:creationId xmlns:a16="http://schemas.microsoft.com/office/drawing/2014/main" id="{B63C5C49-4EA2-2A47-A9C6-328E493A6513}"/>
              </a:ext>
            </a:extLst>
          </p:cNvPr>
          <p:cNvGrpSpPr/>
          <p:nvPr/>
        </p:nvGrpSpPr>
        <p:grpSpPr>
          <a:xfrm>
            <a:off x="2114414" y="1770378"/>
            <a:ext cx="2224116" cy="516812"/>
            <a:chOff x="5525545" y="1157189"/>
            <a:chExt cx="2224116" cy="516812"/>
          </a:xfrm>
        </p:grpSpPr>
        <p:sp>
          <p:nvSpPr>
            <p:cNvPr id="6" name="Text Box 91">
              <a:extLst>
                <a:ext uri="{FF2B5EF4-FFF2-40B4-BE49-F238E27FC236}">
                  <a16:creationId xmlns:a16="http://schemas.microsoft.com/office/drawing/2014/main" id="{E285B20A-6A9C-1BBD-01FB-2945E32A9CDC}"/>
                </a:ext>
              </a:extLst>
            </p:cNvPr>
            <p:cNvSpPr txBox="1">
              <a:spLocks noChangeArrowheads="1"/>
            </p:cNvSpPr>
            <p:nvPr/>
          </p:nvSpPr>
          <p:spPr bwMode="auto">
            <a:xfrm>
              <a:off x="6723477" y="1157189"/>
              <a:ext cx="887038" cy="514738"/>
            </a:xfrm>
            <a:prstGeom prst="rect">
              <a:avLst/>
            </a:prstGeom>
            <a:solidFill>
              <a:srgbClr val="FFFFFF"/>
            </a:solidFill>
            <a:ln>
              <a:noFill/>
            </a:ln>
          </p:spPr>
          <p:txBody>
            <a:bodyPr wrap="square" lIns="108000" tIns="72000" rIns="108000" bIns="72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dirty="0">
                <a:solidFill>
                  <a:srgbClr val="FF0000"/>
                </a:solidFill>
                <a:latin typeface="Arial" panose="020B0604020202020204" pitchFamily="34" charset="0"/>
                <a:cs typeface="Arial" panose="020B0604020202020204" pitchFamily="34" charset="0"/>
              </a:endParaRPr>
            </a:p>
          </p:txBody>
        </p:sp>
        <p:sp>
          <p:nvSpPr>
            <p:cNvPr id="29" name="Text Box 6">
              <a:extLst>
                <a:ext uri="{FF2B5EF4-FFF2-40B4-BE49-F238E27FC236}">
                  <a16:creationId xmlns:a16="http://schemas.microsoft.com/office/drawing/2014/main" id="{4908C062-920A-4DCA-AF38-E438239EF52C}"/>
                </a:ext>
              </a:extLst>
            </p:cNvPr>
            <p:cNvSpPr txBox="1">
              <a:spLocks noChangeArrowheads="1"/>
            </p:cNvSpPr>
            <p:nvPr/>
          </p:nvSpPr>
          <p:spPr bwMode="auto">
            <a:xfrm>
              <a:off x="5525545" y="1159263"/>
              <a:ext cx="222411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0000"/>
                  </a:solidFill>
                  <a:latin typeface="Arial" panose="020B0604020202020204" pitchFamily="34" charset="0"/>
                </a:rPr>
                <a:t>Ahora:  </a:t>
              </a:r>
              <a:r>
                <a:rPr lang="es-ES" sz="2400" dirty="0">
                  <a:latin typeface="Arial" panose="020B0604020202020204" pitchFamily="34" charset="0"/>
                </a:rPr>
                <a:t>R = 0</a:t>
              </a:r>
            </a:p>
          </p:txBody>
        </p:sp>
      </p:grpSp>
      <p:sp>
        <p:nvSpPr>
          <p:cNvPr id="34" name="Text Box 91">
            <a:extLst>
              <a:ext uri="{FF2B5EF4-FFF2-40B4-BE49-F238E27FC236}">
                <a16:creationId xmlns:a16="http://schemas.microsoft.com/office/drawing/2014/main" id="{9EE58358-C6CF-4F21-BD93-2838AE806AE8}"/>
              </a:ext>
            </a:extLst>
          </p:cNvPr>
          <p:cNvSpPr txBox="1">
            <a:spLocks noChangeArrowheads="1"/>
          </p:cNvSpPr>
          <p:nvPr/>
        </p:nvSpPr>
        <p:spPr bwMode="auto">
          <a:xfrm>
            <a:off x="6852579" y="3246405"/>
            <a:ext cx="3001770" cy="514738"/>
          </a:xfrm>
          <a:prstGeom prst="rect">
            <a:avLst/>
          </a:prstGeom>
          <a:noFill/>
          <a:ln>
            <a:noFill/>
          </a:ln>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r" eaLnBrk="1" hangingPunct="1">
              <a:spcBef>
                <a:spcPts val="0"/>
              </a:spcBef>
              <a:buFontTx/>
              <a:buNone/>
            </a:pPr>
            <a:r>
              <a:rPr lang="es-ES" sz="2400" dirty="0">
                <a:solidFill>
                  <a:srgbClr val="FF0000"/>
                </a:solidFill>
                <a:latin typeface="Arial" panose="020B0604020202020204" pitchFamily="34" charset="0"/>
                <a:cs typeface="Arial" panose="020B0604020202020204" pitchFamily="34" charset="0"/>
              </a:rPr>
              <a:t>(como en equilibrio)</a:t>
            </a:r>
          </a:p>
        </p:txBody>
      </p:sp>
      <p:grpSp>
        <p:nvGrpSpPr>
          <p:cNvPr id="12" name="Grupo 11">
            <a:extLst>
              <a:ext uri="{FF2B5EF4-FFF2-40B4-BE49-F238E27FC236}">
                <a16:creationId xmlns:a16="http://schemas.microsoft.com/office/drawing/2014/main" id="{4894BCA2-5D6D-C218-A197-AD9A8B0DA5F1}"/>
              </a:ext>
            </a:extLst>
          </p:cNvPr>
          <p:cNvGrpSpPr/>
          <p:nvPr/>
        </p:nvGrpSpPr>
        <p:grpSpPr>
          <a:xfrm>
            <a:off x="4998547" y="2250838"/>
            <a:ext cx="732674" cy="699052"/>
            <a:chOff x="4998547" y="2329861"/>
            <a:chExt cx="732674" cy="699052"/>
          </a:xfrm>
        </p:grpSpPr>
        <p:sp>
          <p:nvSpPr>
            <p:cNvPr id="39" name="Text Box 12">
              <a:extLst>
                <a:ext uri="{FF2B5EF4-FFF2-40B4-BE49-F238E27FC236}">
                  <a16:creationId xmlns:a16="http://schemas.microsoft.com/office/drawing/2014/main" id="{C91BE17B-2E15-4352-949A-CDC87222AD1C}"/>
                </a:ext>
              </a:extLst>
            </p:cNvPr>
            <p:cNvSpPr txBox="1">
              <a:spLocks noChangeArrowheads="1"/>
            </p:cNvSpPr>
            <p:nvPr/>
          </p:nvSpPr>
          <p:spPr bwMode="auto">
            <a:xfrm>
              <a:off x="4998547" y="2514175"/>
              <a:ext cx="732674"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rPr>
                <a:t>ddp</a:t>
              </a:r>
              <a:endParaRPr lang="es-ES" sz="2400" dirty="0">
                <a:solidFill>
                  <a:srgbClr val="FF0000"/>
                </a:solidFill>
                <a:latin typeface="Arial" panose="020B0604020202020204" pitchFamily="34" charset="0"/>
              </a:endParaRPr>
            </a:p>
          </p:txBody>
        </p:sp>
        <p:sp>
          <p:nvSpPr>
            <p:cNvPr id="9" name="Line 8">
              <a:extLst>
                <a:ext uri="{FF2B5EF4-FFF2-40B4-BE49-F238E27FC236}">
                  <a16:creationId xmlns:a16="http://schemas.microsoft.com/office/drawing/2014/main" id="{ECA3025D-0896-C5D7-1A6C-8E3716DB66D4}"/>
                </a:ext>
              </a:extLst>
            </p:cNvPr>
            <p:cNvSpPr>
              <a:spLocks noChangeShapeType="1"/>
            </p:cNvSpPr>
            <p:nvPr/>
          </p:nvSpPr>
          <p:spPr bwMode="auto">
            <a:xfrm>
              <a:off x="5370858" y="2329861"/>
              <a:ext cx="0" cy="259204"/>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lIns="108000" tIns="72000" rIns="108000" bIns="72000" anchor="ctr" anchorCtr="1">
              <a:spAutoFit/>
            </a:bodyPr>
            <a:lstStyle/>
            <a:p>
              <a:pPr>
                <a:spcBef>
                  <a:spcPts val="0"/>
                </a:spcBef>
              </a:pPr>
              <a:endParaRPr lang="es-ES" sz="2400"/>
            </a:p>
          </p:txBody>
        </p:sp>
      </p:grpSp>
      <p:grpSp>
        <p:nvGrpSpPr>
          <p:cNvPr id="2" name="Group 80"/>
          <p:cNvGrpSpPr>
            <a:grpSpLocks/>
          </p:cNvGrpSpPr>
          <p:nvPr/>
        </p:nvGrpSpPr>
        <p:grpSpPr bwMode="auto">
          <a:xfrm>
            <a:off x="5684780" y="2238016"/>
            <a:ext cx="388939" cy="723900"/>
            <a:chOff x="1369" y="3143"/>
            <a:chExt cx="245" cy="456"/>
          </a:xfrm>
        </p:grpSpPr>
        <p:sp>
          <p:nvSpPr>
            <p:cNvPr id="21536" name="Line 8"/>
            <p:cNvSpPr>
              <a:spLocks noChangeShapeType="1"/>
            </p:cNvSpPr>
            <p:nvPr/>
          </p:nvSpPr>
          <p:spPr bwMode="auto">
            <a:xfrm>
              <a:off x="1491" y="3143"/>
              <a:ext cx="0" cy="163"/>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lIns="108000" tIns="72000" rIns="108000" bIns="72000" anchor="ctr" anchorCtr="1">
              <a:spAutoFit/>
            </a:bodyPr>
            <a:lstStyle/>
            <a:p>
              <a:pPr>
                <a:spcBef>
                  <a:spcPts val="0"/>
                </a:spcBef>
              </a:pPr>
              <a:endParaRPr lang="es-ES" sz="2400"/>
            </a:p>
          </p:txBody>
        </p:sp>
        <p:sp>
          <p:nvSpPr>
            <p:cNvPr id="21537" name="Text Box 9"/>
            <p:cNvSpPr txBox="1">
              <a:spLocks noChangeArrowheads="1"/>
            </p:cNvSpPr>
            <p:nvPr/>
          </p:nvSpPr>
          <p:spPr bwMode="auto">
            <a:xfrm>
              <a:off x="1369" y="3275"/>
              <a:ext cx="245"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rPr>
                <a:t>0</a:t>
              </a:r>
            </a:p>
          </p:txBody>
        </p:sp>
      </p:grpSp>
      <p:grpSp>
        <p:nvGrpSpPr>
          <p:cNvPr id="5" name="Group 81"/>
          <p:cNvGrpSpPr>
            <a:grpSpLocks/>
          </p:cNvGrpSpPr>
          <p:nvPr/>
        </p:nvGrpSpPr>
        <p:grpSpPr bwMode="auto">
          <a:xfrm>
            <a:off x="5997503" y="2233266"/>
            <a:ext cx="557211" cy="728664"/>
            <a:chOff x="1535" y="3127"/>
            <a:chExt cx="351" cy="459"/>
          </a:xfrm>
        </p:grpSpPr>
        <p:sp>
          <p:nvSpPr>
            <p:cNvPr id="21530" name="Line 75"/>
            <p:cNvSpPr>
              <a:spLocks noChangeShapeType="1"/>
            </p:cNvSpPr>
            <p:nvPr/>
          </p:nvSpPr>
          <p:spPr bwMode="auto">
            <a:xfrm>
              <a:off x="1635" y="3127"/>
              <a:ext cx="0" cy="164"/>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lIns="108000" tIns="72000" rIns="108000" bIns="72000" anchor="ctr" anchorCtr="1">
              <a:spAutoFit/>
            </a:bodyPr>
            <a:lstStyle/>
            <a:p>
              <a:pPr>
                <a:spcBef>
                  <a:spcPts val="0"/>
                </a:spcBef>
              </a:pPr>
              <a:endParaRPr lang="es-ES" sz="2400"/>
            </a:p>
          </p:txBody>
        </p:sp>
        <p:sp>
          <p:nvSpPr>
            <p:cNvPr id="21531" name="Text Box 76"/>
            <p:cNvSpPr txBox="1">
              <a:spLocks noChangeArrowheads="1"/>
            </p:cNvSpPr>
            <p:nvPr/>
          </p:nvSpPr>
          <p:spPr bwMode="auto">
            <a:xfrm>
              <a:off x="1535" y="3262"/>
              <a:ext cx="351"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sym typeface="Symbol" panose="05050102010706020507" pitchFamily="18" charset="2"/>
                </a:rPr>
                <a:t>0</a:t>
              </a:r>
            </a:p>
          </p:txBody>
        </p:sp>
      </p:grpSp>
      <p:sp>
        <p:nvSpPr>
          <p:cNvPr id="10" name="Text Box 77">
            <a:extLst>
              <a:ext uri="{FF2B5EF4-FFF2-40B4-BE49-F238E27FC236}">
                <a16:creationId xmlns:a16="http://schemas.microsoft.com/office/drawing/2014/main" id="{C9CEA328-21F4-E224-99A6-859D4DB15F6F}"/>
              </a:ext>
            </a:extLst>
          </p:cNvPr>
          <p:cNvSpPr txBox="1">
            <a:spLocks noChangeArrowheads="1"/>
          </p:cNvSpPr>
          <p:nvPr/>
        </p:nvSpPr>
        <p:spPr bwMode="auto">
          <a:xfrm>
            <a:off x="3001624" y="3236522"/>
            <a:ext cx="654126"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sym typeface="Symbol" panose="05050102010706020507" pitchFamily="18" charset="2"/>
              </a:rPr>
              <a:t>= 0</a:t>
            </a:r>
          </a:p>
        </p:txBody>
      </p:sp>
      <p:sp>
        <p:nvSpPr>
          <p:cNvPr id="11" name="Text Box 77">
            <a:extLst>
              <a:ext uri="{FF2B5EF4-FFF2-40B4-BE49-F238E27FC236}">
                <a16:creationId xmlns:a16="http://schemas.microsoft.com/office/drawing/2014/main" id="{BBFB6A8E-623B-2622-89A6-34D7FA549116}"/>
              </a:ext>
            </a:extLst>
          </p:cNvPr>
          <p:cNvSpPr txBox="1">
            <a:spLocks noChangeArrowheads="1"/>
          </p:cNvSpPr>
          <p:nvPr/>
        </p:nvSpPr>
        <p:spPr bwMode="auto">
          <a:xfrm>
            <a:off x="3003261" y="3827361"/>
            <a:ext cx="977933"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sym typeface="Symbol" panose="05050102010706020507" pitchFamily="18" charset="2"/>
              </a:rPr>
              <a:t>= cte.</a:t>
            </a:r>
          </a:p>
        </p:txBody>
      </p:sp>
    </p:spTree>
    <p:extLst>
      <p:ext uri="{BB962C8B-B14F-4D97-AF65-F5344CB8AC3E}">
        <p14:creationId xmlns:p14="http://schemas.microsoft.com/office/powerpoint/2010/main" val="34092461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withEffect">
                                  <p:stCondLst>
                                    <p:cond delay="0"/>
                                  </p:stCondLst>
                                  <p:childTnLst>
                                    <p:set>
                                      <p:cBhvr>
                                        <p:cTn id="6" dur="1" fill="hold">
                                          <p:stCondLst>
                                            <p:cond delay="0"/>
                                          </p:stCondLst>
                                        </p:cTn>
                                        <p:tgtEl>
                                          <p:spTgt spid="470021"/>
                                        </p:tgtEl>
                                        <p:attrNameLst>
                                          <p:attrName>style.visibility</p:attrName>
                                        </p:attrNameLst>
                                      </p:cBhvr>
                                      <p:to>
                                        <p:strVal val="visible"/>
                                      </p:to>
                                    </p:set>
                                    <p:anim calcmode="lin" valueType="num">
                                      <p:cBhvr additive="base">
                                        <p:cTn id="7" dur="500"/>
                                        <p:tgtEl>
                                          <p:spTgt spid="470021"/>
                                        </p:tgtEl>
                                        <p:attrNameLst>
                                          <p:attrName>ppt_y</p:attrName>
                                        </p:attrNameLst>
                                      </p:cBhvr>
                                      <p:tavLst>
                                        <p:tav tm="0">
                                          <p:val>
                                            <p:strVal val="#ppt_y-#ppt_h*1.125000"/>
                                          </p:val>
                                        </p:tav>
                                        <p:tav tm="100000">
                                          <p:val>
                                            <p:strVal val="#ppt_y"/>
                                          </p:val>
                                        </p:tav>
                                      </p:tavLst>
                                    </p:anim>
                                    <p:animEffect transition="in" filter="wipe(down)">
                                      <p:cBhvr>
                                        <p:cTn id="8" dur="500"/>
                                        <p:tgtEl>
                                          <p:spTgt spid="470021"/>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p:tgtEl>
                                          <p:spTgt spid="8"/>
                                        </p:tgtEl>
                                        <p:attrNameLst>
                                          <p:attrName>ppt_y</p:attrName>
                                        </p:attrNameLst>
                                      </p:cBhvr>
                                      <p:tavLst>
                                        <p:tav tm="0">
                                          <p:val>
                                            <p:strVal val="#ppt_y+#ppt_h*1.125000"/>
                                          </p:val>
                                        </p:tav>
                                        <p:tav tm="100000">
                                          <p:val>
                                            <p:strVal val="#ppt_y"/>
                                          </p:val>
                                        </p:tav>
                                      </p:tavLst>
                                    </p:anim>
                                    <p:animEffect transition="in" filter="wipe(up)">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23" presetClass="entr" presetSubtype="272"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p:cTn id="25" dur="500" fill="hold"/>
                                        <p:tgtEl>
                                          <p:spTgt spid="31"/>
                                        </p:tgtEl>
                                        <p:attrNameLst>
                                          <p:attrName>ppt_w</p:attrName>
                                        </p:attrNameLst>
                                      </p:cBhvr>
                                      <p:tavLst>
                                        <p:tav tm="0">
                                          <p:val>
                                            <p:strVal val="2/3*#ppt_w"/>
                                          </p:val>
                                        </p:tav>
                                        <p:tav tm="100000">
                                          <p:val>
                                            <p:strVal val="#ppt_w"/>
                                          </p:val>
                                        </p:tav>
                                      </p:tavLst>
                                    </p:anim>
                                    <p:anim calcmode="lin" valueType="num">
                                      <p:cBhvr>
                                        <p:cTn id="26" dur="500" fill="hold"/>
                                        <p:tgtEl>
                                          <p:spTgt spid="31"/>
                                        </p:tgtEl>
                                        <p:attrNameLst>
                                          <p:attrName>ppt_h</p:attrName>
                                        </p:attrNameLst>
                                      </p:cBhvr>
                                      <p:tavLst>
                                        <p:tav tm="0">
                                          <p:val>
                                            <p:strVal val="2/3*#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up)">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up)">
                                      <p:cBhvr>
                                        <p:cTn id="36" dur="500"/>
                                        <p:tgtEl>
                                          <p:spTgt spid="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up)">
                                      <p:cBhvr>
                                        <p:cTn id="41" dur="500"/>
                                        <p:tgtEl>
                                          <p:spTgt spid="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70093"/>
                                        </p:tgtEl>
                                        <p:attrNameLst>
                                          <p:attrName>style.visibility</p:attrName>
                                        </p:attrNameLst>
                                      </p:cBhvr>
                                      <p:to>
                                        <p:strVal val="visible"/>
                                      </p:to>
                                    </p:set>
                                    <p:animEffect transition="in" filter="wipe(left)">
                                      <p:cBhvr>
                                        <p:cTn id="46" dur="500"/>
                                        <p:tgtEl>
                                          <p:spTgt spid="470093"/>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500"/>
                                        <p:tgtEl>
                                          <p:spTgt spid="36"/>
                                        </p:tgtEl>
                                      </p:cBhvr>
                                    </p:animEffect>
                                  </p:childTnLst>
                                </p:cTn>
                              </p:par>
                            </p:childTnLst>
                          </p:cTn>
                        </p:par>
                        <p:par>
                          <p:cTn id="52" fill="hold">
                            <p:stCondLst>
                              <p:cond delay="500"/>
                            </p:stCondLst>
                            <p:childTnLst>
                              <p:par>
                                <p:cTn id="53" presetID="23" presetClass="entr" presetSubtype="272" fill="hold" grpId="0" nodeType="afterEffect">
                                  <p:stCondLst>
                                    <p:cond delay="0"/>
                                  </p:stCondLst>
                                  <p:childTnLst>
                                    <p:set>
                                      <p:cBhvr>
                                        <p:cTn id="54" dur="1" fill="hold">
                                          <p:stCondLst>
                                            <p:cond delay="0"/>
                                          </p:stCondLst>
                                        </p:cTn>
                                        <p:tgtEl>
                                          <p:spTgt spid="21532"/>
                                        </p:tgtEl>
                                        <p:attrNameLst>
                                          <p:attrName>style.visibility</p:attrName>
                                        </p:attrNameLst>
                                      </p:cBhvr>
                                      <p:to>
                                        <p:strVal val="visible"/>
                                      </p:to>
                                    </p:set>
                                    <p:anim calcmode="lin" valueType="num">
                                      <p:cBhvr>
                                        <p:cTn id="55" dur="500" fill="hold"/>
                                        <p:tgtEl>
                                          <p:spTgt spid="21532"/>
                                        </p:tgtEl>
                                        <p:attrNameLst>
                                          <p:attrName>ppt_w</p:attrName>
                                        </p:attrNameLst>
                                      </p:cBhvr>
                                      <p:tavLst>
                                        <p:tav tm="0">
                                          <p:val>
                                            <p:strVal val="2/3*#ppt_w"/>
                                          </p:val>
                                        </p:tav>
                                        <p:tav tm="100000">
                                          <p:val>
                                            <p:strVal val="#ppt_w"/>
                                          </p:val>
                                        </p:tav>
                                      </p:tavLst>
                                    </p:anim>
                                    <p:anim calcmode="lin" valueType="num">
                                      <p:cBhvr>
                                        <p:cTn id="56" dur="500" fill="hold"/>
                                        <p:tgtEl>
                                          <p:spTgt spid="21532"/>
                                        </p:tgtEl>
                                        <p:attrNameLst>
                                          <p:attrName>ppt_h</p:attrName>
                                        </p:attrNameLst>
                                      </p:cBhvr>
                                      <p:tavLst>
                                        <p:tav tm="0">
                                          <p:val>
                                            <p:strVal val="2/3*#ppt_h"/>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470028"/>
                                        </p:tgtEl>
                                        <p:attrNameLst>
                                          <p:attrName>style.visibility</p:attrName>
                                        </p:attrNameLst>
                                      </p:cBhvr>
                                      <p:to>
                                        <p:strVal val="visible"/>
                                      </p:to>
                                    </p:set>
                                    <p:anim calcmode="lin" valueType="num">
                                      <p:cBhvr additive="base">
                                        <p:cTn id="61" dur="500"/>
                                        <p:tgtEl>
                                          <p:spTgt spid="470028"/>
                                        </p:tgtEl>
                                        <p:attrNameLst>
                                          <p:attrName>ppt_y</p:attrName>
                                        </p:attrNameLst>
                                      </p:cBhvr>
                                      <p:tavLst>
                                        <p:tav tm="0">
                                          <p:val>
                                            <p:strVal val="#ppt_y+#ppt_h*1.125000"/>
                                          </p:val>
                                        </p:tav>
                                        <p:tav tm="100000">
                                          <p:val>
                                            <p:strVal val="#ppt_y"/>
                                          </p:val>
                                        </p:tav>
                                      </p:tavLst>
                                    </p:anim>
                                    <p:animEffect transition="in" filter="wipe(up)">
                                      <p:cBhvr>
                                        <p:cTn id="62" dur="500"/>
                                        <p:tgtEl>
                                          <p:spTgt spid="470028"/>
                                        </p:tgtEl>
                                      </p:cBhvr>
                                    </p:animEffect>
                                  </p:childTnLst>
                                </p:cTn>
                              </p:par>
                            </p:childTnLst>
                          </p:cTn>
                        </p:par>
                      </p:childTnLst>
                    </p:cTn>
                  </p:par>
                  <p:par>
                    <p:cTn id="63" fill="hold">
                      <p:stCondLst>
                        <p:cond delay="indefinite"/>
                      </p:stCondLst>
                      <p:childTnLst>
                        <p:par>
                          <p:cTn id="64" fill="hold">
                            <p:stCondLst>
                              <p:cond delay="0"/>
                            </p:stCondLst>
                            <p:childTnLst>
                              <p:par>
                                <p:cTn id="65" presetID="23" presetClass="entr" presetSubtype="272" fill="hold" grpId="0" nodeType="clickEffect">
                                  <p:stCondLst>
                                    <p:cond delay="0"/>
                                  </p:stCondLst>
                                  <p:childTnLst>
                                    <p:set>
                                      <p:cBhvr>
                                        <p:cTn id="66" dur="1" fill="hold">
                                          <p:stCondLst>
                                            <p:cond delay="0"/>
                                          </p:stCondLst>
                                        </p:cTn>
                                        <p:tgtEl>
                                          <p:spTgt spid="21523"/>
                                        </p:tgtEl>
                                        <p:attrNameLst>
                                          <p:attrName>style.visibility</p:attrName>
                                        </p:attrNameLst>
                                      </p:cBhvr>
                                      <p:to>
                                        <p:strVal val="visible"/>
                                      </p:to>
                                    </p:set>
                                    <p:anim calcmode="lin" valueType="num">
                                      <p:cBhvr>
                                        <p:cTn id="67" dur="500" fill="hold"/>
                                        <p:tgtEl>
                                          <p:spTgt spid="21523"/>
                                        </p:tgtEl>
                                        <p:attrNameLst>
                                          <p:attrName>ppt_w</p:attrName>
                                        </p:attrNameLst>
                                      </p:cBhvr>
                                      <p:tavLst>
                                        <p:tav tm="0">
                                          <p:val>
                                            <p:strVal val="2/3*#ppt_w"/>
                                          </p:val>
                                        </p:tav>
                                        <p:tav tm="100000">
                                          <p:val>
                                            <p:strVal val="#ppt_w"/>
                                          </p:val>
                                        </p:tav>
                                      </p:tavLst>
                                    </p:anim>
                                    <p:anim calcmode="lin" valueType="num">
                                      <p:cBhvr>
                                        <p:cTn id="68" dur="500" fill="hold"/>
                                        <p:tgtEl>
                                          <p:spTgt spid="21523"/>
                                        </p:tgtEl>
                                        <p:attrNameLst>
                                          <p:attrName>ppt_h</p:attrName>
                                        </p:attrNameLst>
                                      </p:cBhvr>
                                      <p:tavLst>
                                        <p:tav tm="0">
                                          <p:val>
                                            <p:strVal val="2/3*#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wipe(left)">
                                      <p:cBhvr>
                                        <p:cTn id="73" dur="500"/>
                                        <p:tgtEl>
                                          <p:spTgt spid="1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wipe(left)">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12" presetClass="entr" presetSubtype="4"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 calcmode="lin" valueType="num">
                                      <p:cBhvr additive="base">
                                        <p:cTn id="83" dur="500"/>
                                        <p:tgtEl>
                                          <p:spTgt spid="34"/>
                                        </p:tgtEl>
                                        <p:attrNameLst>
                                          <p:attrName>ppt_y</p:attrName>
                                        </p:attrNameLst>
                                      </p:cBhvr>
                                      <p:tavLst>
                                        <p:tav tm="0">
                                          <p:val>
                                            <p:strVal val="#ppt_y+#ppt_h*1.125000"/>
                                          </p:val>
                                        </p:tav>
                                        <p:tav tm="100000">
                                          <p:val>
                                            <p:strVal val="#ppt_y"/>
                                          </p:val>
                                        </p:tav>
                                      </p:tavLst>
                                    </p:anim>
                                    <p:animEffect transition="in" filter="wipe(up)">
                                      <p:cBhvr>
                                        <p:cTn id="84" dur="500"/>
                                        <p:tgtEl>
                                          <p:spTgt spid="34"/>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272" fill="hold" grpId="0" nodeType="clickEffect">
                                  <p:stCondLst>
                                    <p:cond delay="0"/>
                                  </p:stCondLst>
                                  <p:childTnLst>
                                    <p:set>
                                      <p:cBhvr>
                                        <p:cTn id="88" dur="1" fill="hold">
                                          <p:stCondLst>
                                            <p:cond delay="0"/>
                                          </p:stCondLst>
                                        </p:cTn>
                                        <p:tgtEl>
                                          <p:spTgt spid="21527"/>
                                        </p:tgtEl>
                                        <p:attrNameLst>
                                          <p:attrName>style.visibility</p:attrName>
                                        </p:attrNameLst>
                                      </p:cBhvr>
                                      <p:to>
                                        <p:strVal val="visible"/>
                                      </p:to>
                                    </p:set>
                                    <p:anim calcmode="lin" valueType="num">
                                      <p:cBhvr>
                                        <p:cTn id="89" dur="500" fill="hold"/>
                                        <p:tgtEl>
                                          <p:spTgt spid="21527"/>
                                        </p:tgtEl>
                                        <p:attrNameLst>
                                          <p:attrName>ppt_w</p:attrName>
                                        </p:attrNameLst>
                                      </p:cBhvr>
                                      <p:tavLst>
                                        <p:tav tm="0">
                                          <p:val>
                                            <p:strVal val="2/3*#ppt_w"/>
                                          </p:val>
                                        </p:tav>
                                        <p:tav tm="100000">
                                          <p:val>
                                            <p:strVal val="#ppt_w"/>
                                          </p:val>
                                        </p:tav>
                                      </p:tavLst>
                                    </p:anim>
                                    <p:anim calcmode="lin" valueType="num">
                                      <p:cBhvr>
                                        <p:cTn id="90" dur="500" fill="hold"/>
                                        <p:tgtEl>
                                          <p:spTgt spid="21527"/>
                                        </p:tgtEl>
                                        <p:attrNameLst>
                                          <p:attrName>ppt_h</p:attrName>
                                        </p:attrNameLst>
                                      </p:cBhvr>
                                      <p:tavLst>
                                        <p:tav tm="0">
                                          <p:val>
                                            <p:strVal val="2/3*#ppt_h"/>
                                          </p:val>
                                        </p:tav>
                                        <p:tav tm="100000">
                                          <p:val>
                                            <p:strVal val="#ppt_h"/>
                                          </p:val>
                                        </p:tav>
                                      </p:tavLst>
                                    </p:anim>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1"/>
                                        </p:tgtEl>
                                        <p:attrNameLst>
                                          <p:attrName>style.visibility</p:attrName>
                                        </p:attrNameLst>
                                      </p:cBhvr>
                                      <p:to>
                                        <p:strVal val="visible"/>
                                      </p:to>
                                    </p:set>
                                    <p:animEffect transition="in" filter="wipe(left)">
                                      <p:cBhvr>
                                        <p:cTn id="95" dur="500"/>
                                        <p:tgtEl>
                                          <p:spTgt spid="1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21529"/>
                                        </p:tgtEl>
                                        <p:attrNameLst>
                                          <p:attrName>style.visibility</p:attrName>
                                        </p:attrNameLst>
                                      </p:cBhvr>
                                      <p:to>
                                        <p:strVal val="visible"/>
                                      </p:to>
                                    </p:set>
                                    <p:animEffect transition="in" filter="wipe(left)">
                                      <p:cBhvr>
                                        <p:cTn id="100" dur="500"/>
                                        <p:tgtEl>
                                          <p:spTgt spid="21529"/>
                                        </p:tgtEl>
                                      </p:cBhvr>
                                    </p:animEffect>
                                  </p:childTnLst>
                                </p:cTn>
                              </p:par>
                            </p:childTnLst>
                          </p:cTn>
                        </p:par>
                      </p:childTnLst>
                    </p:cTn>
                  </p:par>
                  <p:par>
                    <p:cTn id="101" fill="hold">
                      <p:stCondLst>
                        <p:cond delay="indefinite"/>
                      </p:stCondLst>
                      <p:childTnLst>
                        <p:par>
                          <p:cTn id="102" fill="hold">
                            <p:stCondLst>
                              <p:cond delay="0"/>
                            </p:stCondLst>
                            <p:childTnLst>
                              <p:par>
                                <p:cTn id="103" presetID="12" presetClass="entr" presetSubtype="4" fill="hold" grpId="0" nodeType="clickEffect">
                                  <p:stCondLst>
                                    <p:cond delay="0"/>
                                  </p:stCondLst>
                                  <p:childTnLst>
                                    <p:set>
                                      <p:cBhvr>
                                        <p:cTn id="104" dur="1" fill="hold">
                                          <p:stCondLst>
                                            <p:cond delay="0"/>
                                          </p:stCondLst>
                                        </p:cTn>
                                        <p:tgtEl>
                                          <p:spTgt spid="21528"/>
                                        </p:tgtEl>
                                        <p:attrNameLst>
                                          <p:attrName>style.visibility</p:attrName>
                                        </p:attrNameLst>
                                      </p:cBhvr>
                                      <p:to>
                                        <p:strVal val="visible"/>
                                      </p:to>
                                    </p:set>
                                    <p:anim calcmode="lin" valueType="num">
                                      <p:cBhvr additive="base">
                                        <p:cTn id="105" dur="500"/>
                                        <p:tgtEl>
                                          <p:spTgt spid="21528"/>
                                        </p:tgtEl>
                                        <p:attrNameLst>
                                          <p:attrName>ppt_y</p:attrName>
                                        </p:attrNameLst>
                                      </p:cBhvr>
                                      <p:tavLst>
                                        <p:tav tm="0">
                                          <p:val>
                                            <p:strVal val="#ppt_y+#ppt_h*1.125000"/>
                                          </p:val>
                                        </p:tav>
                                        <p:tav tm="100000">
                                          <p:val>
                                            <p:strVal val="#ppt_y"/>
                                          </p:val>
                                        </p:tav>
                                      </p:tavLst>
                                    </p:anim>
                                    <p:animEffect transition="in" filter="wipe(up)">
                                      <p:cBhvr>
                                        <p:cTn id="106" dur="500"/>
                                        <p:tgtEl>
                                          <p:spTgt spid="21528"/>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grpId="0" nodeType="clickEffect">
                                  <p:stCondLst>
                                    <p:cond delay="0"/>
                                  </p:stCondLst>
                                  <p:childTnLst>
                                    <p:set>
                                      <p:cBhvr>
                                        <p:cTn id="110" dur="1" fill="hold">
                                          <p:stCondLst>
                                            <p:cond delay="0"/>
                                          </p:stCondLst>
                                        </p:cTn>
                                        <p:tgtEl>
                                          <p:spTgt spid="21534"/>
                                        </p:tgtEl>
                                        <p:attrNameLst>
                                          <p:attrName>style.visibility</p:attrName>
                                        </p:attrNameLst>
                                      </p:cBhvr>
                                      <p:to>
                                        <p:strVal val="visible"/>
                                      </p:to>
                                    </p:set>
                                    <p:animEffect transition="in" filter="wipe(up)">
                                      <p:cBhvr>
                                        <p:cTn id="111" dur="500"/>
                                        <p:tgtEl>
                                          <p:spTgt spid="21534"/>
                                        </p:tgtEl>
                                      </p:cBhvr>
                                    </p:animEffect>
                                  </p:childTnLst>
                                </p:cTn>
                              </p:par>
                            </p:childTnLst>
                          </p:cTn>
                        </p:par>
                      </p:childTnLst>
                    </p:cTn>
                  </p:par>
                  <p:par>
                    <p:cTn id="112" fill="hold">
                      <p:stCondLst>
                        <p:cond delay="indefinite"/>
                      </p:stCondLst>
                      <p:childTnLst>
                        <p:par>
                          <p:cTn id="113" fill="hold">
                            <p:stCondLst>
                              <p:cond delay="0"/>
                            </p:stCondLst>
                            <p:childTnLst>
                              <p:par>
                                <p:cTn id="114" presetID="12" presetClass="entr" presetSubtype="4" fill="hold" grpId="0" nodeType="clickEffect">
                                  <p:stCondLst>
                                    <p:cond delay="0"/>
                                  </p:stCondLst>
                                  <p:childTnLst>
                                    <p:set>
                                      <p:cBhvr>
                                        <p:cTn id="115" dur="1" fill="hold">
                                          <p:stCondLst>
                                            <p:cond delay="0"/>
                                          </p:stCondLst>
                                        </p:cTn>
                                        <p:tgtEl>
                                          <p:spTgt spid="21535"/>
                                        </p:tgtEl>
                                        <p:attrNameLst>
                                          <p:attrName>style.visibility</p:attrName>
                                        </p:attrNameLst>
                                      </p:cBhvr>
                                      <p:to>
                                        <p:strVal val="visible"/>
                                      </p:to>
                                    </p:set>
                                    <p:anim calcmode="lin" valueType="num">
                                      <p:cBhvr additive="base">
                                        <p:cTn id="116" dur="500"/>
                                        <p:tgtEl>
                                          <p:spTgt spid="21535"/>
                                        </p:tgtEl>
                                        <p:attrNameLst>
                                          <p:attrName>ppt_y</p:attrName>
                                        </p:attrNameLst>
                                      </p:cBhvr>
                                      <p:tavLst>
                                        <p:tav tm="0">
                                          <p:val>
                                            <p:strVal val="#ppt_y+#ppt_h*1.125000"/>
                                          </p:val>
                                        </p:tav>
                                        <p:tav tm="100000">
                                          <p:val>
                                            <p:strVal val="#ppt_y"/>
                                          </p:val>
                                        </p:tav>
                                      </p:tavLst>
                                    </p:anim>
                                    <p:animEffect transition="in" filter="wipe(up)">
                                      <p:cBhvr>
                                        <p:cTn id="117" dur="500"/>
                                        <p:tgtEl>
                                          <p:spTgt spid="2153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470104"/>
                                        </p:tgtEl>
                                        <p:attrNameLst>
                                          <p:attrName>style.visibility</p:attrName>
                                        </p:attrNameLst>
                                      </p:cBhvr>
                                      <p:to>
                                        <p:strVal val="visible"/>
                                      </p:to>
                                    </p:set>
                                    <p:animEffect transition="in" filter="wipe(up)">
                                      <p:cBhvr>
                                        <p:cTn id="122" dur="500"/>
                                        <p:tgtEl>
                                          <p:spTgt spid="470104"/>
                                        </p:tgtEl>
                                      </p:cBhvr>
                                    </p:animEffect>
                                  </p:childTnLst>
                                </p:cTn>
                              </p:par>
                            </p:childTnLst>
                          </p:cTn>
                        </p:par>
                      </p:childTnLst>
                    </p:cTn>
                  </p:par>
                  <p:par>
                    <p:cTn id="123" fill="hold">
                      <p:stCondLst>
                        <p:cond delay="indefinite"/>
                      </p:stCondLst>
                      <p:childTnLst>
                        <p:par>
                          <p:cTn id="124" fill="hold">
                            <p:stCondLst>
                              <p:cond delay="0"/>
                            </p:stCondLst>
                            <p:childTnLst>
                              <p:par>
                                <p:cTn id="125" presetID="12" presetClass="entr" presetSubtype="4" fill="hold" grpId="0" nodeType="clickEffect">
                                  <p:stCondLst>
                                    <p:cond delay="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p:tgtEl>
                                          <p:spTgt spid="33"/>
                                        </p:tgtEl>
                                        <p:attrNameLst>
                                          <p:attrName>ppt_y</p:attrName>
                                        </p:attrNameLst>
                                      </p:cBhvr>
                                      <p:tavLst>
                                        <p:tav tm="0">
                                          <p:val>
                                            <p:strVal val="#ppt_y+#ppt_h*1.125000"/>
                                          </p:val>
                                        </p:tav>
                                        <p:tav tm="100000">
                                          <p:val>
                                            <p:strVal val="#ppt_y"/>
                                          </p:val>
                                        </p:tav>
                                      </p:tavLst>
                                    </p:anim>
                                    <p:animEffect transition="in" filter="wipe(up)">
                                      <p:cBhvr>
                                        <p:cTn id="12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1" grpId="0" animBg="1"/>
      <p:bldP spid="21534" grpId="0" animBg="1"/>
      <p:bldP spid="21535" grpId="0"/>
      <p:bldP spid="21532" grpId="0" animBg="1"/>
      <p:bldP spid="470093" grpId="0"/>
      <p:bldP spid="21528" grpId="0"/>
      <p:bldP spid="21529" grpId="0" animBg="1"/>
      <p:bldP spid="470104" grpId="0" animBg="1"/>
      <p:bldP spid="21523" grpId="0" animBg="1"/>
      <p:bldP spid="33" grpId="0"/>
      <p:bldP spid="21527" grpId="0" animBg="1"/>
      <p:bldP spid="470028" grpId="0"/>
      <p:bldP spid="37" grpId="0" animBg="1"/>
      <p:bldP spid="31" grpId="0" animBg="1"/>
      <p:bldP spid="36" grpId="0" animBg="1"/>
      <p:bldP spid="34" grpId="0" animBg="1"/>
      <p:bldP spid="10"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75" name="Text Box 11"/>
          <p:cNvSpPr txBox="1">
            <a:spLocks noChangeArrowheads="1"/>
          </p:cNvSpPr>
          <p:nvPr/>
        </p:nvSpPr>
        <p:spPr bwMode="auto">
          <a:xfrm>
            <a:off x="1481458" y="5169643"/>
            <a:ext cx="8604433" cy="1347916"/>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 typeface="Symbol" panose="05050102010706020507" pitchFamily="18" charset="2"/>
              <a:buNone/>
            </a:pPr>
            <a:r>
              <a:rPr lang="es-ES" sz="2400">
                <a:latin typeface="Arial" panose="020B0604020202020204" pitchFamily="34" charset="0"/>
                <a:sym typeface="Symbol" panose="05050102010706020507" pitchFamily="18" charset="2"/>
              </a:rPr>
              <a:t>Cualquier material es conductor (al tener e</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 deslocalizados, con mayor o menor facilidad) y también aislante (al tener e</a:t>
            </a:r>
            <a:r>
              <a:rPr lang="es-ES" sz="2400" baseline="30000">
                <a:latin typeface="Arial" panose="020B0604020202020204" pitchFamily="34" charset="0"/>
                <a:sym typeface="Symbol" panose="05050102010706020507" pitchFamily="18" charset="2"/>
              </a:rPr>
              <a:t></a:t>
            </a:r>
            <a:r>
              <a:rPr lang="es-ES" sz="2400">
                <a:latin typeface="Arial" panose="020B0604020202020204" pitchFamily="34" charset="0"/>
                <a:sym typeface="Symbol" panose="05050102010706020507" pitchFamily="18" charset="2"/>
              </a:rPr>
              <a:t> localizados) preponderando uno de los comportamientos</a:t>
            </a:r>
          </a:p>
        </p:txBody>
      </p:sp>
      <p:sp>
        <p:nvSpPr>
          <p:cNvPr id="472091" name="Text Box 27"/>
          <p:cNvSpPr txBox="1">
            <a:spLocks noChangeArrowheads="1"/>
          </p:cNvSpPr>
          <p:nvPr/>
        </p:nvSpPr>
        <p:spPr bwMode="auto">
          <a:xfrm>
            <a:off x="6618038" y="2436564"/>
            <a:ext cx="1140354" cy="536549"/>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C Real</a:t>
            </a:r>
          </a:p>
        </p:txBody>
      </p:sp>
      <p:sp>
        <p:nvSpPr>
          <p:cNvPr id="472092" name="Text Box 28"/>
          <p:cNvSpPr txBox="1">
            <a:spLocks noChangeArrowheads="1"/>
          </p:cNvSpPr>
          <p:nvPr/>
        </p:nvSpPr>
        <p:spPr bwMode="auto">
          <a:xfrm>
            <a:off x="6016137" y="4284572"/>
            <a:ext cx="1740411" cy="536549"/>
          </a:xfrm>
          <a:prstGeom prst="rect">
            <a:avLst/>
          </a:prstGeom>
          <a:solidFill>
            <a:srgbClr val="FFFFFF"/>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rPr>
              <a:t>Cable Real</a:t>
            </a:r>
          </a:p>
        </p:txBody>
      </p:sp>
      <p:sp>
        <p:nvSpPr>
          <p:cNvPr id="472097" name="Text Box 33"/>
          <p:cNvSpPr txBox="1">
            <a:spLocks noChangeArrowheads="1"/>
          </p:cNvSpPr>
          <p:nvPr/>
        </p:nvSpPr>
        <p:spPr bwMode="auto">
          <a:xfrm>
            <a:off x="8548466" y="3205131"/>
            <a:ext cx="1448130" cy="4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FF0000"/>
                </a:solidFill>
                <a:latin typeface="Arial" panose="020B0604020202020204" pitchFamily="34" charset="0"/>
              </a:rPr>
              <a:t>(por ahora)</a:t>
            </a:r>
          </a:p>
        </p:txBody>
      </p:sp>
      <p:sp>
        <p:nvSpPr>
          <p:cNvPr id="23590" name="Text Box 44"/>
          <p:cNvSpPr txBox="1">
            <a:spLocks noChangeArrowheads="1"/>
          </p:cNvSpPr>
          <p:nvPr/>
        </p:nvSpPr>
        <p:spPr bwMode="auto">
          <a:xfrm>
            <a:off x="1235808" y="4288367"/>
            <a:ext cx="1773241" cy="536575"/>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Cable Ideal</a:t>
            </a:r>
          </a:p>
        </p:txBody>
      </p:sp>
      <p:grpSp>
        <p:nvGrpSpPr>
          <p:cNvPr id="3" name="Grupo 2">
            <a:extLst>
              <a:ext uri="{FF2B5EF4-FFF2-40B4-BE49-F238E27FC236}">
                <a16:creationId xmlns:a16="http://schemas.microsoft.com/office/drawing/2014/main" id="{D17E5CA9-F695-4DD1-8339-73101D870EBB}"/>
              </a:ext>
            </a:extLst>
          </p:cNvPr>
          <p:cNvGrpSpPr/>
          <p:nvPr/>
        </p:nvGrpSpPr>
        <p:grpSpPr>
          <a:xfrm>
            <a:off x="3108654" y="4443737"/>
            <a:ext cx="2474917" cy="486398"/>
            <a:chOff x="3075822" y="4324469"/>
            <a:chExt cx="2474917" cy="486398"/>
          </a:xfrm>
        </p:grpSpPr>
        <p:sp>
          <p:nvSpPr>
            <p:cNvPr id="23589" name="Line 34"/>
            <p:cNvSpPr>
              <a:spLocks noChangeShapeType="1"/>
            </p:cNvSpPr>
            <p:nvPr/>
          </p:nvSpPr>
          <p:spPr bwMode="auto">
            <a:xfrm>
              <a:off x="3571123" y="4324469"/>
              <a:ext cx="1397003"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sz="2400"/>
            </a:p>
          </p:txBody>
        </p:sp>
        <p:sp>
          <p:nvSpPr>
            <p:cNvPr id="23591" name="Text Box 45"/>
            <p:cNvSpPr txBox="1">
              <a:spLocks noChangeArrowheads="1"/>
            </p:cNvSpPr>
            <p:nvPr/>
          </p:nvSpPr>
          <p:spPr bwMode="auto">
            <a:xfrm>
              <a:off x="3075822" y="4336204"/>
              <a:ext cx="2474917"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FF0000"/>
                  </a:solidFill>
                  <a:latin typeface="Arial" panose="020B0604020202020204" pitchFamily="34" charset="0"/>
                </a:rPr>
                <a:t>(diseño más simple)</a:t>
              </a:r>
            </a:p>
          </p:txBody>
        </p:sp>
      </p:grpSp>
      <p:grpSp>
        <p:nvGrpSpPr>
          <p:cNvPr id="6" name="Grupo 5"/>
          <p:cNvGrpSpPr/>
          <p:nvPr/>
        </p:nvGrpSpPr>
        <p:grpSpPr>
          <a:xfrm>
            <a:off x="3490623" y="1147523"/>
            <a:ext cx="1789570" cy="2954657"/>
            <a:chOff x="1380163" y="428706"/>
            <a:chExt cx="1789570" cy="2954657"/>
          </a:xfrm>
        </p:grpSpPr>
        <p:sp>
          <p:nvSpPr>
            <p:cNvPr id="23581" name="Freeform 3"/>
            <p:cNvSpPr>
              <a:spLocks/>
            </p:cNvSpPr>
            <p:nvPr/>
          </p:nvSpPr>
          <p:spPr bwMode="auto">
            <a:xfrm>
              <a:off x="1491288" y="965217"/>
              <a:ext cx="1404938" cy="536511"/>
            </a:xfrm>
            <a:custGeom>
              <a:avLst/>
              <a:gdLst>
                <a:gd name="T0" fmla="*/ 0 w 2736"/>
                <a:gd name="T1" fmla="*/ 0 h 906"/>
                <a:gd name="T2" fmla="*/ 0 w 2736"/>
                <a:gd name="T3" fmla="*/ 0 h 906"/>
                <a:gd name="T4" fmla="*/ 0 w 2736"/>
                <a:gd name="T5" fmla="*/ 0 h 906"/>
                <a:gd name="T6" fmla="*/ 0 w 2736"/>
                <a:gd name="T7" fmla="*/ 0 h 906"/>
                <a:gd name="T8" fmla="*/ 0 w 2736"/>
                <a:gd name="T9" fmla="*/ 0 h 906"/>
                <a:gd name="T10" fmla="*/ 0 w 2736"/>
                <a:gd name="T11" fmla="*/ 0 h 906"/>
                <a:gd name="T12" fmla="*/ 0 w 2736"/>
                <a:gd name="T13" fmla="*/ 0 h 906"/>
                <a:gd name="T14" fmla="*/ 0 w 2736"/>
                <a:gd name="T15" fmla="*/ 0 h 906"/>
                <a:gd name="T16" fmla="*/ 0 w 2736"/>
                <a:gd name="T17" fmla="*/ 0 h 906"/>
                <a:gd name="T18" fmla="*/ 0 w 2736"/>
                <a:gd name="T19" fmla="*/ 0 h 9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736"/>
                <a:gd name="T31" fmla="*/ 0 h 906"/>
                <a:gd name="T32" fmla="*/ 2736 w 2736"/>
                <a:gd name="T33" fmla="*/ 906 h 9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736" h="906">
                  <a:moveTo>
                    <a:pt x="0" y="453"/>
                  </a:moveTo>
                  <a:lnTo>
                    <a:pt x="483" y="453"/>
                  </a:lnTo>
                  <a:lnTo>
                    <a:pt x="915" y="11"/>
                  </a:lnTo>
                  <a:lnTo>
                    <a:pt x="915" y="885"/>
                  </a:lnTo>
                  <a:lnTo>
                    <a:pt x="1378" y="11"/>
                  </a:lnTo>
                  <a:lnTo>
                    <a:pt x="1378" y="895"/>
                  </a:lnTo>
                  <a:lnTo>
                    <a:pt x="1831" y="0"/>
                  </a:lnTo>
                  <a:lnTo>
                    <a:pt x="1831" y="906"/>
                  </a:lnTo>
                  <a:lnTo>
                    <a:pt x="2273" y="463"/>
                  </a:lnTo>
                  <a:lnTo>
                    <a:pt x="2736" y="463"/>
                  </a:lnTo>
                </a:path>
              </a:pathLst>
            </a:custGeom>
            <a:noFill/>
            <a:ln w="25400">
              <a:solidFill>
                <a:srgbClr val="0000FF"/>
              </a:solidFill>
              <a:round/>
              <a:headEnd/>
              <a:tailEnd type="none" w="lg" len="lg"/>
            </a:ln>
            <a:extLst>
              <a:ext uri="{909E8E84-426E-40DD-AFC4-6F175D3DCCD1}">
                <a14:hiddenFill xmlns:a14="http://schemas.microsoft.com/office/drawing/2010/main">
                  <a:solidFill>
                    <a:srgbClr val="FFFFFF"/>
                  </a:solidFill>
                </a14:hiddenFill>
              </a:ext>
            </a:extLst>
          </p:spPr>
          <p:txBody>
            <a:bodyPr lIns="90000" tIns="82800" rIns="90000" bIns="82800">
              <a:spAutoFit/>
            </a:bodyPr>
            <a:lstStyle/>
            <a:p>
              <a:endParaRPr lang="es-ES" sz="2400"/>
            </a:p>
          </p:txBody>
        </p:sp>
        <p:sp>
          <p:nvSpPr>
            <p:cNvPr id="23584" name="Line 6"/>
            <p:cNvSpPr>
              <a:spLocks noChangeShapeType="1"/>
            </p:cNvSpPr>
            <p:nvPr/>
          </p:nvSpPr>
          <p:spPr bwMode="auto">
            <a:xfrm>
              <a:off x="1443663" y="2665227"/>
              <a:ext cx="14700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3585" name="Rectangle 7"/>
            <p:cNvSpPr>
              <a:spLocks noChangeArrowheads="1"/>
            </p:cNvSpPr>
            <p:nvPr/>
          </p:nvSpPr>
          <p:spPr bwMode="auto">
            <a:xfrm>
              <a:off x="1735763" y="2481099"/>
              <a:ext cx="900113" cy="360320"/>
            </a:xfrm>
            <a:prstGeom prst="rect">
              <a:avLst/>
            </a:prstGeom>
            <a:solidFill>
              <a:srgbClr val="EDE7E3"/>
            </a:solidFill>
            <a:ln w="25400" algn="ctr">
              <a:solidFill>
                <a:srgbClr val="0000FF"/>
              </a:solidFill>
              <a:miter lim="800000"/>
              <a:headEnd/>
              <a:tailEnd type="none" w="lg" len="lg"/>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23586" name="Text Box 8"/>
            <p:cNvSpPr txBox="1">
              <a:spLocks noChangeArrowheads="1"/>
            </p:cNvSpPr>
            <p:nvPr/>
          </p:nvSpPr>
          <p:spPr bwMode="auto">
            <a:xfrm>
              <a:off x="1597651" y="1438236"/>
              <a:ext cx="1412875" cy="536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8000"/>
                  </a:solidFill>
                  <a:latin typeface="Arial" panose="020B0604020202020204" pitchFamily="34" charset="0"/>
                </a:rPr>
                <a:t>ÓHMICA</a:t>
              </a:r>
            </a:p>
          </p:txBody>
        </p:sp>
        <p:sp>
          <p:nvSpPr>
            <p:cNvPr id="23587" name="Text Box 9"/>
            <p:cNvSpPr txBox="1">
              <a:spLocks noChangeArrowheads="1"/>
            </p:cNvSpPr>
            <p:nvPr/>
          </p:nvSpPr>
          <p:spPr bwMode="auto">
            <a:xfrm>
              <a:off x="1735763" y="428706"/>
              <a:ext cx="984250" cy="536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 o G</a:t>
              </a:r>
            </a:p>
          </p:txBody>
        </p:sp>
        <p:sp>
          <p:nvSpPr>
            <p:cNvPr id="23588" name="Text Box 10"/>
            <p:cNvSpPr txBox="1">
              <a:spLocks noChangeArrowheads="1"/>
            </p:cNvSpPr>
            <p:nvPr/>
          </p:nvSpPr>
          <p:spPr bwMode="auto">
            <a:xfrm>
              <a:off x="1724651" y="1968398"/>
              <a:ext cx="984250" cy="536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 o G</a:t>
              </a:r>
            </a:p>
          </p:txBody>
        </p:sp>
        <p:sp>
          <p:nvSpPr>
            <p:cNvPr id="23580" name="Text Box 8"/>
            <p:cNvSpPr txBox="1">
              <a:spLocks noChangeArrowheads="1"/>
            </p:cNvSpPr>
            <p:nvPr/>
          </p:nvSpPr>
          <p:spPr bwMode="auto">
            <a:xfrm>
              <a:off x="1380163" y="2846814"/>
              <a:ext cx="178957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8000"/>
                  </a:solidFill>
                  <a:latin typeface="Arial" panose="020B0604020202020204" pitchFamily="34" charset="0"/>
                </a:rPr>
                <a:t>GENÉRICA</a:t>
              </a:r>
            </a:p>
          </p:txBody>
        </p:sp>
      </p:grpSp>
      <p:sp>
        <p:nvSpPr>
          <p:cNvPr id="23582" name="Text Box 4"/>
          <p:cNvSpPr txBox="1">
            <a:spLocks noChangeArrowheads="1"/>
          </p:cNvSpPr>
          <p:nvPr/>
        </p:nvSpPr>
        <p:spPr bwMode="auto">
          <a:xfrm>
            <a:off x="1836678" y="1172891"/>
            <a:ext cx="1157288" cy="536511"/>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R Ideal</a:t>
            </a:r>
          </a:p>
        </p:txBody>
      </p:sp>
      <p:sp>
        <p:nvSpPr>
          <p:cNvPr id="23583" name="Text Box 5"/>
          <p:cNvSpPr txBox="1">
            <a:spLocks noChangeArrowheads="1"/>
          </p:cNvSpPr>
          <p:nvPr/>
        </p:nvSpPr>
        <p:spPr bwMode="auto">
          <a:xfrm>
            <a:off x="1820803" y="1775190"/>
            <a:ext cx="1174750" cy="536511"/>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G Ideal</a:t>
            </a:r>
          </a:p>
        </p:txBody>
      </p:sp>
      <p:sp>
        <p:nvSpPr>
          <p:cNvPr id="23578" name="Cerrar llave 8"/>
          <p:cNvSpPr>
            <a:spLocks/>
          </p:cNvSpPr>
          <p:nvPr/>
        </p:nvSpPr>
        <p:spPr bwMode="auto">
          <a:xfrm flipH="1">
            <a:off x="3094468" y="1286396"/>
            <a:ext cx="326755" cy="2769802"/>
          </a:xfrm>
          <a:prstGeom prst="rightBrace">
            <a:avLst>
              <a:gd name="adj1" fmla="val 8336"/>
              <a:gd name="adj2" fmla="val 17181"/>
            </a:avLst>
          </a:prstGeom>
          <a:noFill/>
          <a:ln w="38100" algn="ctr">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lIns="90000" tIns="82800" rIns="90000" bIns="82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s-ES" sz="2400" dirty="0"/>
          </a:p>
        </p:txBody>
      </p:sp>
      <p:sp>
        <p:nvSpPr>
          <p:cNvPr id="2" name="CuadroTexto 1"/>
          <p:cNvSpPr txBox="1">
            <a:spLocks noChangeArrowheads="1"/>
          </p:cNvSpPr>
          <p:nvPr/>
        </p:nvSpPr>
        <p:spPr bwMode="auto">
          <a:xfrm>
            <a:off x="1481458" y="6591973"/>
            <a:ext cx="8604433" cy="461665"/>
          </a:xfrm>
          <a:prstGeom prst="rect">
            <a:avLst/>
          </a:prstGeom>
          <a:solidFill>
            <a:srgbClr val="FFFF99"/>
          </a:solidFill>
          <a:ln>
            <a:noFill/>
          </a:ln>
        </p:spPr>
        <p:txBody>
          <a:bodyPr wrap="square"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dirty="0">
                <a:solidFill>
                  <a:schemeClr val="tx1"/>
                </a:solidFill>
              </a:rPr>
              <a:t>Lo añadido al pasar de ideal a </a:t>
            </a:r>
            <a:r>
              <a:rPr lang="es-ES" sz="2400">
                <a:solidFill>
                  <a:schemeClr val="tx1"/>
                </a:solidFill>
              </a:rPr>
              <a:t>real no suele ser relevante</a:t>
            </a:r>
            <a:endParaRPr lang="es-ES" sz="2400" dirty="0">
              <a:solidFill>
                <a:schemeClr val="tx1"/>
              </a:solidFill>
            </a:endParaRPr>
          </a:p>
        </p:txBody>
      </p:sp>
      <p:grpSp>
        <p:nvGrpSpPr>
          <p:cNvPr id="8" name="Grupo 7"/>
          <p:cNvGrpSpPr/>
          <p:nvPr/>
        </p:nvGrpSpPr>
        <p:grpSpPr>
          <a:xfrm>
            <a:off x="8204530" y="1103537"/>
            <a:ext cx="2089153" cy="1993442"/>
            <a:chOff x="5848490" y="765767"/>
            <a:chExt cx="2089153" cy="1993442"/>
          </a:xfrm>
        </p:grpSpPr>
        <p:sp>
          <p:nvSpPr>
            <p:cNvPr id="23565" name="Line 18"/>
            <p:cNvSpPr>
              <a:spLocks noChangeShapeType="1"/>
            </p:cNvSpPr>
            <p:nvPr/>
          </p:nvSpPr>
          <p:spPr bwMode="auto">
            <a:xfrm>
              <a:off x="6165990" y="1543463"/>
              <a:ext cx="1470027"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3566" name="Rectangle 19"/>
            <p:cNvSpPr>
              <a:spLocks noChangeArrowheads="1"/>
            </p:cNvSpPr>
            <p:nvPr/>
          </p:nvSpPr>
          <p:spPr bwMode="auto">
            <a:xfrm>
              <a:off x="6458091" y="1359356"/>
              <a:ext cx="900114" cy="360280"/>
            </a:xfrm>
            <a:prstGeom prst="rect">
              <a:avLst/>
            </a:prstGeom>
            <a:solidFill>
              <a:srgbClr val="EDE7E3"/>
            </a:solidFill>
            <a:ln w="25400" algn="ctr">
              <a:solidFill>
                <a:srgbClr val="0000FF"/>
              </a:solidFill>
              <a:miter lim="800000"/>
              <a:headEnd/>
              <a:tailEnd type="none" w="lg" len="lg"/>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23567" name="Text Box 20"/>
            <p:cNvSpPr txBox="1">
              <a:spLocks noChangeArrowheads="1"/>
            </p:cNvSpPr>
            <p:nvPr/>
          </p:nvSpPr>
          <p:spPr bwMode="auto">
            <a:xfrm>
              <a:off x="6458091" y="765767"/>
              <a:ext cx="984251" cy="53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 o G</a:t>
              </a:r>
            </a:p>
          </p:txBody>
        </p:sp>
        <p:sp>
          <p:nvSpPr>
            <p:cNvPr id="23568" name="Line 21"/>
            <p:cNvSpPr>
              <a:spLocks noChangeShapeType="1"/>
            </p:cNvSpPr>
            <p:nvPr/>
          </p:nvSpPr>
          <p:spPr bwMode="auto">
            <a:xfrm>
              <a:off x="6167578" y="2583037"/>
              <a:ext cx="1470027"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3569" name="Rectangle 22"/>
            <p:cNvSpPr>
              <a:spLocks noChangeArrowheads="1"/>
            </p:cNvSpPr>
            <p:nvPr/>
          </p:nvSpPr>
          <p:spPr bwMode="auto">
            <a:xfrm>
              <a:off x="6459678" y="2398929"/>
              <a:ext cx="900114" cy="360280"/>
            </a:xfrm>
            <a:prstGeom prst="rect">
              <a:avLst/>
            </a:prstGeom>
            <a:solidFill>
              <a:srgbClr val="EDE7E3"/>
            </a:solidFill>
            <a:ln w="25400" algn="ctr">
              <a:solidFill>
                <a:srgbClr val="0000FF"/>
              </a:solidFill>
              <a:miter lim="800000"/>
              <a:headEnd/>
              <a:tailEnd type="none" w="lg" len="lg"/>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23570" name="Text Box 23"/>
            <p:cNvSpPr txBox="1">
              <a:spLocks noChangeArrowheads="1"/>
            </p:cNvSpPr>
            <p:nvPr/>
          </p:nvSpPr>
          <p:spPr bwMode="auto">
            <a:xfrm>
              <a:off x="6731141" y="1908504"/>
              <a:ext cx="404813" cy="536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C</a:t>
              </a:r>
            </a:p>
          </p:txBody>
        </p:sp>
        <p:sp>
          <p:nvSpPr>
            <p:cNvPr id="23571" name="Line 24"/>
            <p:cNvSpPr>
              <a:spLocks noChangeShapeType="1"/>
            </p:cNvSpPr>
            <p:nvPr/>
          </p:nvSpPr>
          <p:spPr bwMode="auto">
            <a:xfrm rot="5400000">
              <a:off x="5662872" y="2048172"/>
              <a:ext cx="1036399"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3574" name="Line 29"/>
            <p:cNvSpPr>
              <a:spLocks noChangeShapeType="1"/>
            </p:cNvSpPr>
            <p:nvPr/>
          </p:nvSpPr>
          <p:spPr bwMode="auto">
            <a:xfrm rot="5400000">
              <a:off x="7102737" y="2051347"/>
              <a:ext cx="1036399"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3575" name="Line 30"/>
            <p:cNvSpPr>
              <a:spLocks noChangeShapeType="1"/>
            </p:cNvSpPr>
            <p:nvPr/>
          </p:nvSpPr>
          <p:spPr bwMode="auto">
            <a:xfrm flipH="1">
              <a:off x="5848490" y="2059282"/>
              <a:ext cx="3381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sz="2400"/>
            </a:p>
          </p:txBody>
        </p:sp>
        <p:sp>
          <p:nvSpPr>
            <p:cNvPr id="23576" name="Line 31"/>
            <p:cNvSpPr>
              <a:spLocks noChangeShapeType="1"/>
            </p:cNvSpPr>
            <p:nvPr/>
          </p:nvSpPr>
          <p:spPr bwMode="auto">
            <a:xfrm flipH="1">
              <a:off x="7599505" y="2046585"/>
              <a:ext cx="3381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sz="2400"/>
            </a:p>
          </p:txBody>
        </p:sp>
      </p:grpSp>
      <p:sp>
        <p:nvSpPr>
          <p:cNvPr id="23572" name="Text Box 25"/>
          <p:cNvSpPr txBox="1">
            <a:spLocks noChangeArrowheads="1"/>
          </p:cNvSpPr>
          <p:nvPr/>
        </p:nvSpPr>
        <p:spPr bwMode="auto">
          <a:xfrm>
            <a:off x="6616194" y="1161082"/>
            <a:ext cx="1140354" cy="536549"/>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R Real</a:t>
            </a:r>
          </a:p>
        </p:txBody>
      </p:sp>
      <p:sp>
        <p:nvSpPr>
          <p:cNvPr id="23573" name="Text Box 26"/>
          <p:cNvSpPr txBox="1">
            <a:spLocks noChangeArrowheads="1"/>
          </p:cNvSpPr>
          <p:nvPr/>
        </p:nvSpPr>
        <p:spPr bwMode="auto">
          <a:xfrm>
            <a:off x="6605081" y="1772428"/>
            <a:ext cx="1156384" cy="536549"/>
          </a:xfrm>
          <a:prstGeom prst="rect">
            <a:avLst/>
          </a:prstGeom>
          <a:solidFill>
            <a:srgbClr val="FFFF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G Real</a:t>
            </a:r>
          </a:p>
        </p:txBody>
      </p:sp>
      <p:sp>
        <p:nvSpPr>
          <p:cNvPr id="23564" name="Cerrar llave 8"/>
          <p:cNvSpPr>
            <a:spLocks/>
          </p:cNvSpPr>
          <p:nvPr/>
        </p:nvSpPr>
        <p:spPr bwMode="auto">
          <a:xfrm flipH="1">
            <a:off x="7864299" y="1286397"/>
            <a:ext cx="326755" cy="2522058"/>
          </a:xfrm>
          <a:prstGeom prst="rightBrace">
            <a:avLst>
              <a:gd name="adj1" fmla="val 8335"/>
              <a:gd name="adj2" fmla="val 19348"/>
            </a:avLst>
          </a:prstGeom>
          <a:noFill/>
          <a:ln w="38100" algn="ctr">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lIns="90000" tIns="82800" rIns="90000" bIns="82800"/>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eaLnBrk="1" hangingPunct="1">
              <a:spcBef>
                <a:spcPct val="50000"/>
              </a:spcBef>
            </a:pPr>
            <a:endParaRPr lang="es-ES" sz="2400"/>
          </a:p>
        </p:txBody>
      </p:sp>
      <p:sp>
        <p:nvSpPr>
          <p:cNvPr id="38" name="Text Box 5"/>
          <p:cNvSpPr txBox="1">
            <a:spLocks noChangeArrowheads="1"/>
          </p:cNvSpPr>
          <p:nvPr/>
        </p:nvSpPr>
        <p:spPr bwMode="auto">
          <a:xfrm>
            <a:off x="2681598" y="81743"/>
            <a:ext cx="6194554" cy="514738"/>
          </a:xfrm>
          <a:prstGeom prst="rect">
            <a:avLst/>
          </a:prstGeom>
          <a:solidFill>
            <a:schemeClr val="bg2">
              <a:lumMod val="60000"/>
              <a:lumOff val="40000"/>
            </a:schemeClr>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1" dirty="0">
                <a:latin typeface="Arial" panose="020B0604020202020204" pitchFamily="34" charset="0"/>
              </a:rPr>
              <a:t>REPRESENTACIÓN </a:t>
            </a:r>
            <a:r>
              <a:rPr lang="es-ES" sz="2400" b="1">
                <a:latin typeface="Arial" panose="020B0604020202020204" pitchFamily="34" charset="0"/>
              </a:rPr>
              <a:t>DE UN CONDUCTOR</a:t>
            </a:r>
            <a:endParaRPr lang="es-ES" sz="2400" b="1" dirty="0">
              <a:latin typeface="Arial" panose="020B0604020202020204" pitchFamily="34" charset="0"/>
            </a:endParaRPr>
          </a:p>
        </p:txBody>
      </p:sp>
      <p:sp>
        <p:nvSpPr>
          <p:cNvPr id="39" name="Text Box 28">
            <a:extLst>
              <a:ext uri="{FF2B5EF4-FFF2-40B4-BE49-F238E27FC236}">
                <a16:creationId xmlns:a16="http://schemas.microsoft.com/office/drawing/2014/main" id="{74F10979-F680-4180-AC97-BA0D299E4819}"/>
              </a:ext>
            </a:extLst>
          </p:cNvPr>
          <p:cNvSpPr txBox="1">
            <a:spLocks noChangeArrowheads="1"/>
          </p:cNvSpPr>
          <p:nvPr/>
        </p:nvSpPr>
        <p:spPr bwMode="auto">
          <a:xfrm>
            <a:off x="8172782" y="4178616"/>
            <a:ext cx="2166275" cy="782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000">
                <a:solidFill>
                  <a:srgbClr val="3333FF"/>
                </a:solidFill>
                <a:latin typeface="Arial" panose="020B0604020202020204" pitchFamily="34" charset="0"/>
              </a:rPr>
              <a:t>Esto </a:t>
            </a:r>
            <a:r>
              <a:rPr lang="es-ES" sz="2000" dirty="0">
                <a:solidFill>
                  <a:srgbClr val="3333FF"/>
                </a:solidFill>
                <a:latin typeface="Arial" panose="020B0604020202020204" pitchFamily="34" charset="0"/>
              </a:rPr>
              <a:t>y un cable ideal </a:t>
            </a:r>
            <a:r>
              <a:rPr lang="es-ES" sz="2000">
                <a:solidFill>
                  <a:srgbClr val="3333FF"/>
                </a:solidFill>
                <a:latin typeface="Arial" panose="020B0604020202020204" pitchFamily="34" charset="0"/>
              </a:rPr>
              <a:t>en serie</a:t>
            </a:r>
            <a:endParaRPr lang="es-ES" sz="2000" dirty="0">
              <a:solidFill>
                <a:srgbClr val="3333FF"/>
              </a:solidFill>
              <a:latin typeface="Arial" panose="020B0604020202020204" pitchFamily="34" charset="0"/>
            </a:endParaRPr>
          </a:p>
        </p:txBody>
      </p:sp>
      <p:sp>
        <p:nvSpPr>
          <p:cNvPr id="40" name="Text Box 33">
            <a:extLst>
              <a:ext uri="{FF2B5EF4-FFF2-40B4-BE49-F238E27FC236}">
                <a16:creationId xmlns:a16="http://schemas.microsoft.com/office/drawing/2014/main" id="{EA12EA88-8169-41DF-BBC5-3D4D8FD16C22}"/>
              </a:ext>
            </a:extLst>
          </p:cNvPr>
          <p:cNvSpPr txBox="1">
            <a:spLocks noChangeArrowheads="1"/>
          </p:cNvSpPr>
          <p:nvPr/>
        </p:nvSpPr>
        <p:spPr bwMode="auto">
          <a:xfrm>
            <a:off x="5270272" y="2926180"/>
            <a:ext cx="2703729" cy="1398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r" eaLnBrk="1" hangingPunct="1">
              <a:spcBef>
                <a:spcPts val="0"/>
              </a:spcBef>
              <a:buFontTx/>
              <a:buNone/>
            </a:pPr>
            <a:r>
              <a:rPr lang="es-ES" sz="2000">
                <a:solidFill>
                  <a:srgbClr val="3333FF"/>
                </a:solidFill>
                <a:latin typeface="Arial" panose="020B0604020202020204" pitchFamily="34" charset="0"/>
              </a:rPr>
              <a:t>Esto 2 veces en serie:</a:t>
            </a:r>
          </a:p>
          <a:p>
            <a:pPr algn="r" eaLnBrk="1" hangingPunct="1">
              <a:spcBef>
                <a:spcPts val="0"/>
              </a:spcBef>
              <a:buFontTx/>
              <a:buNone/>
            </a:pPr>
            <a:r>
              <a:rPr lang="es-ES" sz="2000">
                <a:solidFill>
                  <a:srgbClr val="3333FF"/>
                </a:solidFill>
                <a:latin typeface="Arial" panose="020B0604020202020204" pitchFamily="34" charset="0"/>
              </a:rPr>
              <a:t>Una por el aislante</a:t>
            </a:r>
          </a:p>
          <a:p>
            <a:pPr algn="r" eaLnBrk="1" hangingPunct="1">
              <a:spcBef>
                <a:spcPts val="0"/>
              </a:spcBef>
              <a:buFontTx/>
              <a:buNone/>
            </a:pPr>
            <a:r>
              <a:rPr lang="es-ES" sz="2000">
                <a:solidFill>
                  <a:srgbClr val="3333FF"/>
                </a:solidFill>
                <a:latin typeface="Arial" panose="020B0604020202020204" pitchFamily="34" charset="0"/>
              </a:rPr>
              <a:t>(añade R a C ideal) y</a:t>
            </a:r>
          </a:p>
          <a:p>
            <a:pPr algn="r" eaLnBrk="1" hangingPunct="1">
              <a:spcBef>
                <a:spcPts val="0"/>
              </a:spcBef>
              <a:buFontTx/>
              <a:buNone/>
            </a:pPr>
            <a:r>
              <a:rPr lang="es-ES" sz="2000">
                <a:solidFill>
                  <a:srgbClr val="3333FF"/>
                </a:solidFill>
                <a:latin typeface="Arial" panose="020B0604020202020204" pitchFamily="34" charset="0"/>
              </a:rPr>
              <a:t>otra por las placas</a:t>
            </a:r>
            <a:endParaRPr lang="es-ES" sz="2000" dirty="0">
              <a:solidFill>
                <a:srgbClr val="3333FF"/>
              </a:solidFill>
              <a:latin typeface="Arial" panose="020B0604020202020204" pitchFamily="34" charset="0"/>
            </a:endParaRPr>
          </a:p>
        </p:txBody>
      </p:sp>
      <p:sp>
        <p:nvSpPr>
          <p:cNvPr id="41" name="Text Box 45">
            <a:extLst>
              <a:ext uri="{FF2B5EF4-FFF2-40B4-BE49-F238E27FC236}">
                <a16:creationId xmlns:a16="http://schemas.microsoft.com/office/drawing/2014/main" id="{8BD58488-F67D-4584-B218-19A32F4DD6EC}"/>
              </a:ext>
            </a:extLst>
          </p:cNvPr>
          <p:cNvSpPr txBox="1">
            <a:spLocks noChangeArrowheads="1"/>
          </p:cNvSpPr>
          <p:nvPr/>
        </p:nvSpPr>
        <p:spPr bwMode="auto">
          <a:xfrm>
            <a:off x="1493773" y="2326846"/>
            <a:ext cx="1740410" cy="170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000">
                <a:solidFill>
                  <a:srgbClr val="3333FF"/>
                </a:solidFill>
                <a:latin typeface="Arial" panose="020B0604020202020204" pitchFamily="34" charset="0"/>
              </a:rPr>
              <a:t>(rectángulo indica que es un</a:t>
            </a:r>
            <a:r>
              <a:rPr lang="es-ES" sz="2000">
                <a:solidFill>
                  <a:srgbClr val="3333FF"/>
                </a:solidFill>
                <a:latin typeface="Arial" panose="020B0604020202020204" pitchFamily="34" charset="0"/>
                <a:sym typeface="Symbol" panose="05050102010706020507" pitchFamily="18" charset="2"/>
              </a:rPr>
              <a:t> </a:t>
            </a:r>
            <a:r>
              <a:rPr lang="es-ES" sz="2000">
                <a:solidFill>
                  <a:srgbClr val="3333FF"/>
                </a:solidFill>
                <a:latin typeface="Arial" panose="020B0604020202020204" pitchFamily="34" charset="0"/>
              </a:rPr>
              <a:t>elemento </a:t>
            </a:r>
            <a:r>
              <a:rPr lang="es-ES" sz="2000" dirty="0">
                <a:solidFill>
                  <a:srgbClr val="3333FF"/>
                </a:solidFill>
                <a:latin typeface="Arial" panose="020B0604020202020204" pitchFamily="34" charset="0"/>
              </a:rPr>
              <a:t>consumidor de energía)</a:t>
            </a:r>
          </a:p>
        </p:txBody>
      </p:sp>
      <p:sp>
        <p:nvSpPr>
          <p:cNvPr id="4" name="Text Box 45">
            <a:extLst>
              <a:ext uri="{FF2B5EF4-FFF2-40B4-BE49-F238E27FC236}">
                <a16:creationId xmlns:a16="http://schemas.microsoft.com/office/drawing/2014/main" id="{2C629CAF-D328-2F05-10DB-0992D6435A3B}"/>
              </a:ext>
            </a:extLst>
          </p:cNvPr>
          <p:cNvSpPr txBox="1">
            <a:spLocks noChangeArrowheads="1"/>
          </p:cNvSpPr>
          <p:nvPr/>
        </p:nvSpPr>
        <p:spPr bwMode="auto">
          <a:xfrm>
            <a:off x="1462443" y="522996"/>
            <a:ext cx="8610604" cy="4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(caracterizado por R o G, es decir, de una resistencia o una conductancia)</a:t>
            </a:r>
            <a:endParaRPr lang="es-ES" sz="2000" dirty="0">
              <a:solidFill>
                <a:srgbClr val="FF0000"/>
              </a:solidFill>
              <a:latin typeface="Arial" panose="020B0604020202020204" pitchFamily="34" charset="0"/>
            </a:endParaRPr>
          </a:p>
        </p:txBody>
      </p:sp>
    </p:spTree>
    <p:extLst>
      <p:ext uri="{BB962C8B-B14F-4D97-AF65-F5344CB8AC3E}">
        <p14:creationId xmlns:p14="http://schemas.microsoft.com/office/powerpoint/2010/main" val="31370042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additive="base">
                                        <p:cTn id="7" dur="500"/>
                                        <p:tgtEl>
                                          <p:spTgt spid="38"/>
                                        </p:tgtEl>
                                        <p:attrNameLst>
                                          <p:attrName>ppt_y</p:attrName>
                                        </p:attrNameLst>
                                      </p:cBhvr>
                                      <p:tavLst>
                                        <p:tav tm="0">
                                          <p:val>
                                            <p:strVal val="#ppt_y-#ppt_h*1.125000"/>
                                          </p:val>
                                        </p:tav>
                                        <p:tav tm="100000">
                                          <p:val>
                                            <p:strVal val="#ppt_y"/>
                                          </p:val>
                                        </p:tav>
                                      </p:tavLst>
                                    </p:anim>
                                    <p:animEffect transition="in" filter="wipe(down)">
                                      <p:cBhvr>
                                        <p:cTn id="8" dur="500"/>
                                        <p:tgtEl>
                                          <p:spTgt spid="3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p:tgtEl>
                                          <p:spTgt spid="4"/>
                                        </p:tgtEl>
                                        <p:attrNameLst>
                                          <p:attrName>ppt_y</p:attrName>
                                        </p:attrNameLst>
                                      </p:cBhvr>
                                      <p:tavLst>
                                        <p:tav tm="0">
                                          <p:val>
                                            <p:strVal val="#ppt_y+#ppt_h*1.125000"/>
                                          </p:val>
                                        </p:tav>
                                        <p:tav tm="100000">
                                          <p:val>
                                            <p:strVal val="#ppt_y"/>
                                          </p:val>
                                        </p:tav>
                                      </p:tavLst>
                                    </p:anim>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3582"/>
                                        </p:tgtEl>
                                        <p:attrNameLst>
                                          <p:attrName>style.visibility</p:attrName>
                                        </p:attrNameLst>
                                      </p:cBhvr>
                                      <p:to>
                                        <p:strVal val="visible"/>
                                      </p:to>
                                    </p:set>
                                    <p:animEffect transition="in" filter="wipe(left)">
                                      <p:cBhvr>
                                        <p:cTn id="19" dur="500"/>
                                        <p:tgtEl>
                                          <p:spTgt spid="23582"/>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23583"/>
                                        </p:tgtEl>
                                        <p:attrNameLst>
                                          <p:attrName>style.visibility</p:attrName>
                                        </p:attrNameLst>
                                      </p:cBhvr>
                                      <p:to>
                                        <p:strVal val="visible"/>
                                      </p:to>
                                    </p:set>
                                    <p:animEffect transition="in" filter="wipe(left)">
                                      <p:cBhvr>
                                        <p:cTn id="23" dur="500"/>
                                        <p:tgtEl>
                                          <p:spTgt spid="2358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3578"/>
                                        </p:tgtEl>
                                        <p:attrNameLst>
                                          <p:attrName>style.visibility</p:attrName>
                                        </p:attrNameLst>
                                      </p:cBhvr>
                                      <p:to>
                                        <p:strVal val="visible"/>
                                      </p:to>
                                    </p:set>
                                    <p:animEffect transition="in" filter="wipe(left)">
                                      <p:cBhvr>
                                        <p:cTn id="28" dur="500"/>
                                        <p:tgtEl>
                                          <p:spTgt spid="23578"/>
                                        </p:tgtEl>
                                      </p:cBhvr>
                                    </p:animEffect>
                                  </p:childTnLst>
                                </p:cTn>
                              </p:par>
                            </p:childTnLst>
                          </p:cTn>
                        </p:par>
                        <p:par>
                          <p:cTn id="29" fill="hold">
                            <p:stCondLst>
                              <p:cond delay="500"/>
                            </p:stCondLst>
                            <p:childTnLst>
                              <p:par>
                                <p:cTn id="30" presetID="9" presetClass="entr" presetSubtype="0"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wipe(up)">
                                      <p:cBhvr>
                                        <p:cTn id="37" dur="5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590"/>
                                        </p:tgtEl>
                                        <p:attrNameLst>
                                          <p:attrName>style.visibility</p:attrName>
                                        </p:attrNameLst>
                                      </p:cBhvr>
                                      <p:to>
                                        <p:strVal val="visible"/>
                                      </p:to>
                                    </p:set>
                                    <p:animEffect transition="in" filter="wipe(left)">
                                      <p:cBhvr>
                                        <p:cTn id="42" dur="500"/>
                                        <p:tgtEl>
                                          <p:spTgt spid="23590"/>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additive="base">
                                        <p:cTn id="47" dur="500"/>
                                        <p:tgtEl>
                                          <p:spTgt spid="3"/>
                                        </p:tgtEl>
                                        <p:attrNameLst>
                                          <p:attrName>ppt_y</p:attrName>
                                        </p:attrNameLst>
                                      </p:cBhvr>
                                      <p:tavLst>
                                        <p:tav tm="0">
                                          <p:val>
                                            <p:strVal val="#ppt_y+#ppt_h*1.125000"/>
                                          </p:val>
                                        </p:tav>
                                        <p:tav tm="100000">
                                          <p:val>
                                            <p:strVal val="#ppt_y"/>
                                          </p:val>
                                        </p:tav>
                                      </p:tavLst>
                                    </p:anim>
                                    <p:animEffect transition="in" filter="wipe(up)">
                                      <p:cBhvr>
                                        <p:cTn id="48" dur="5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3572"/>
                                        </p:tgtEl>
                                        <p:attrNameLst>
                                          <p:attrName>style.visibility</p:attrName>
                                        </p:attrNameLst>
                                      </p:cBhvr>
                                      <p:to>
                                        <p:strVal val="visible"/>
                                      </p:to>
                                    </p:set>
                                    <p:animEffect transition="in" filter="wipe(left)">
                                      <p:cBhvr>
                                        <p:cTn id="53" dur="500"/>
                                        <p:tgtEl>
                                          <p:spTgt spid="23572"/>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23573"/>
                                        </p:tgtEl>
                                        <p:attrNameLst>
                                          <p:attrName>style.visibility</p:attrName>
                                        </p:attrNameLst>
                                      </p:cBhvr>
                                      <p:to>
                                        <p:strVal val="visible"/>
                                      </p:to>
                                    </p:set>
                                    <p:animEffect transition="in" filter="wipe(left)">
                                      <p:cBhvr>
                                        <p:cTn id="57" dur="500"/>
                                        <p:tgtEl>
                                          <p:spTgt spid="2357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3564"/>
                                        </p:tgtEl>
                                        <p:attrNameLst>
                                          <p:attrName>style.visibility</p:attrName>
                                        </p:attrNameLst>
                                      </p:cBhvr>
                                      <p:to>
                                        <p:strVal val="visible"/>
                                      </p:to>
                                    </p:set>
                                    <p:animEffect transition="in" filter="wipe(left)">
                                      <p:cBhvr>
                                        <p:cTn id="62" dur="500"/>
                                        <p:tgtEl>
                                          <p:spTgt spid="23564"/>
                                        </p:tgtEl>
                                      </p:cBhvr>
                                    </p:animEffect>
                                  </p:childTnLst>
                                </p:cTn>
                              </p:par>
                            </p:childTnLst>
                          </p:cTn>
                        </p:par>
                        <p:par>
                          <p:cTn id="63" fill="hold">
                            <p:stCondLst>
                              <p:cond delay="500"/>
                            </p:stCondLst>
                            <p:childTnLst>
                              <p:par>
                                <p:cTn id="64" presetID="9" presetClass="entr" presetSubtype="0" fill="hold" nodeType="after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dissolve">
                                      <p:cBhvr>
                                        <p:cTn id="66" dur="500"/>
                                        <p:tgtEl>
                                          <p:spTgt spid="8"/>
                                        </p:tgtEl>
                                      </p:cBhvr>
                                    </p:animEffect>
                                  </p:childTnLst>
                                </p:cTn>
                              </p:par>
                            </p:childTnLst>
                          </p:cTn>
                        </p:par>
                      </p:childTnLst>
                    </p:cTn>
                  </p:par>
                  <p:par>
                    <p:cTn id="67" fill="hold">
                      <p:stCondLst>
                        <p:cond delay="indefinite"/>
                      </p:stCondLst>
                      <p:childTnLst>
                        <p:par>
                          <p:cTn id="68" fill="hold">
                            <p:stCondLst>
                              <p:cond delay="0"/>
                            </p:stCondLst>
                            <p:childTnLst>
                              <p:par>
                                <p:cTn id="69" presetID="23" presetClass="entr" presetSubtype="272" fill="hold" grpId="0" nodeType="clickEffect">
                                  <p:stCondLst>
                                    <p:cond delay="0"/>
                                  </p:stCondLst>
                                  <p:childTnLst>
                                    <p:set>
                                      <p:cBhvr>
                                        <p:cTn id="70" dur="1" fill="hold">
                                          <p:stCondLst>
                                            <p:cond delay="0"/>
                                          </p:stCondLst>
                                        </p:cTn>
                                        <p:tgtEl>
                                          <p:spTgt spid="472097"/>
                                        </p:tgtEl>
                                        <p:attrNameLst>
                                          <p:attrName>style.visibility</p:attrName>
                                        </p:attrNameLst>
                                      </p:cBhvr>
                                      <p:to>
                                        <p:strVal val="visible"/>
                                      </p:to>
                                    </p:set>
                                    <p:anim calcmode="lin" valueType="num">
                                      <p:cBhvr>
                                        <p:cTn id="71" dur="500" fill="hold"/>
                                        <p:tgtEl>
                                          <p:spTgt spid="472097"/>
                                        </p:tgtEl>
                                        <p:attrNameLst>
                                          <p:attrName>ppt_w</p:attrName>
                                        </p:attrNameLst>
                                      </p:cBhvr>
                                      <p:tavLst>
                                        <p:tav tm="0">
                                          <p:val>
                                            <p:strVal val="2/3*#ppt_w"/>
                                          </p:val>
                                        </p:tav>
                                        <p:tav tm="100000">
                                          <p:val>
                                            <p:strVal val="#ppt_w"/>
                                          </p:val>
                                        </p:tav>
                                      </p:tavLst>
                                    </p:anim>
                                    <p:anim calcmode="lin" valueType="num">
                                      <p:cBhvr>
                                        <p:cTn id="72" dur="500" fill="hold"/>
                                        <p:tgtEl>
                                          <p:spTgt spid="472097"/>
                                        </p:tgtEl>
                                        <p:attrNameLst>
                                          <p:attrName>ppt_h</p:attrName>
                                        </p:attrNameLst>
                                      </p:cBhvr>
                                      <p:tavLst>
                                        <p:tav tm="0">
                                          <p:val>
                                            <p:strVal val="2/3*#ppt_h"/>
                                          </p:val>
                                        </p:tav>
                                        <p:tav tm="100000">
                                          <p:val>
                                            <p:strVal val="#ppt_h"/>
                                          </p:val>
                                        </p:tav>
                                      </p:tavLst>
                                    </p:anim>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72075"/>
                                        </p:tgtEl>
                                        <p:attrNameLst>
                                          <p:attrName>style.visibility</p:attrName>
                                        </p:attrNameLst>
                                      </p:cBhvr>
                                      <p:to>
                                        <p:strVal val="visible"/>
                                      </p:to>
                                    </p:set>
                                    <p:animEffect transition="in" filter="wipe(up)">
                                      <p:cBhvr>
                                        <p:cTn id="77" dur="500"/>
                                        <p:tgtEl>
                                          <p:spTgt spid="47207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472091"/>
                                        </p:tgtEl>
                                        <p:attrNameLst>
                                          <p:attrName>style.visibility</p:attrName>
                                        </p:attrNameLst>
                                      </p:cBhvr>
                                      <p:to>
                                        <p:strVal val="visible"/>
                                      </p:to>
                                    </p:set>
                                    <p:animEffect transition="in" filter="wipe(left)">
                                      <p:cBhvr>
                                        <p:cTn id="82" dur="500"/>
                                        <p:tgtEl>
                                          <p:spTgt spid="47209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40"/>
                                        </p:tgtEl>
                                        <p:attrNameLst>
                                          <p:attrName>style.visibility</p:attrName>
                                        </p:attrNameLst>
                                      </p:cBhvr>
                                      <p:to>
                                        <p:strVal val="visible"/>
                                      </p:to>
                                    </p:set>
                                    <p:animEffect transition="in" filter="wipe(up)">
                                      <p:cBhvr>
                                        <p:cTn id="87" dur="500"/>
                                        <p:tgtEl>
                                          <p:spTgt spid="4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472092"/>
                                        </p:tgtEl>
                                        <p:attrNameLst>
                                          <p:attrName>style.visibility</p:attrName>
                                        </p:attrNameLst>
                                      </p:cBhvr>
                                      <p:to>
                                        <p:strVal val="visible"/>
                                      </p:to>
                                    </p:set>
                                    <p:animEffect transition="in" filter="wipe(left)">
                                      <p:cBhvr>
                                        <p:cTn id="92" dur="500"/>
                                        <p:tgtEl>
                                          <p:spTgt spid="472092"/>
                                        </p:tgtEl>
                                      </p:cBhvr>
                                    </p:animEffect>
                                  </p:childTnLst>
                                </p:cTn>
                              </p:par>
                            </p:childTnLst>
                          </p:cTn>
                        </p:par>
                      </p:childTnLst>
                    </p:cTn>
                  </p:par>
                  <p:par>
                    <p:cTn id="93" fill="hold">
                      <p:stCondLst>
                        <p:cond delay="indefinite"/>
                      </p:stCondLst>
                      <p:childTnLst>
                        <p:par>
                          <p:cTn id="94" fill="hold">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39"/>
                                        </p:tgtEl>
                                        <p:attrNameLst>
                                          <p:attrName>style.visibility</p:attrName>
                                        </p:attrNameLst>
                                      </p:cBhvr>
                                      <p:to>
                                        <p:strVal val="visible"/>
                                      </p:to>
                                    </p:set>
                                    <p:anim calcmode="lin" valueType="num">
                                      <p:cBhvr additive="base">
                                        <p:cTn id="97" dur="500"/>
                                        <p:tgtEl>
                                          <p:spTgt spid="39"/>
                                        </p:tgtEl>
                                        <p:attrNameLst>
                                          <p:attrName>ppt_y</p:attrName>
                                        </p:attrNameLst>
                                      </p:cBhvr>
                                      <p:tavLst>
                                        <p:tav tm="0">
                                          <p:val>
                                            <p:strVal val="#ppt_y+#ppt_h*1.125000"/>
                                          </p:val>
                                        </p:tav>
                                        <p:tav tm="100000">
                                          <p:val>
                                            <p:strVal val="#ppt_y"/>
                                          </p:val>
                                        </p:tav>
                                      </p:tavLst>
                                    </p:anim>
                                    <p:animEffect transition="in" filter="wipe(up)">
                                      <p:cBhvr>
                                        <p:cTn id="98" dur="500"/>
                                        <p:tgtEl>
                                          <p:spTgt spid="39"/>
                                        </p:tgtEl>
                                      </p:cBhvr>
                                    </p:animEffect>
                                  </p:childTnLst>
                                </p:cTn>
                              </p:par>
                            </p:childTnLst>
                          </p:cTn>
                        </p:par>
                      </p:childTnLst>
                    </p:cTn>
                  </p:par>
                  <p:par>
                    <p:cTn id="99" fill="hold">
                      <p:stCondLst>
                        <p:cond delay="indefinite"/>
                      </p:stCondLst>
                      <p:childTnLst>
                        <p:par>
                          <p:cTn id="100" fill="hold">
                            <p:stCondLst>
                              <p:cond delay="0"/>
                            </p:stCondLst>
                            <p:childTnLst>
                              <p:par>
                                <p:cTn id="101" presetID="12" presetClass="entr" presetSubtype="4" fill="hold" grpId="0" nodeType="clickEffect">
                                  <p:stCondLst>
                                    <p:cond delay="0"/>
                                  </p:stCondLst>
                                  <p:childTnLst>
                                    <p:set>
                                      <p:cBhvr>
                                        <p:cTn id="102" dur="1" fill="hold">
                                          <p:stCondLst>
                                            <p:cond delay="0"/>
                                          </p:stCondLst>
                                        </p:cTn>
                                        <p:tgtEl>
                                          <p:spTgt spid="2"/>
                                        </p:tgtEl>
                                        <p:attrNameLst>
                                          <p:attrName>style.visibility</p:attrName>
                                        </p:attrNameLst>
                                      </p:cBhvr>
                                      <p:to>
                                        <p:strVal val="visible"/>
                                      </p:to>
                                    </p:set>
                                    <p:anim calcmode="lin" valueType="num">
                                      <p:cBhvr additive="base">
                                        <p:cTn id="103" dur="500"/>
                                        <p:tgtEl>
                                          <p:spTgt spid="2"/>
                                        </p:tgtEl>
                                        <p:attrNameLst>
                                          <p:attrName>ppt_y</p:attrName>
                                        </p:attrNameLst>
                                      </p:cBhvr>
                                      <p:tavLst>
                                        <p:tav tm="0">
                                          <p:val>
                                            <p:strVal val="#ppt_y+#ppt_h*1.125000"/>
                                          </p:val>
                                        </p:tav>
                                        <p:tav tm="100000">
                                          <p:val>
                                            <p:strVal val="#ppt_y"/>
                                          </p:val>
                                        </p:tav>
                                      </p:tavLst>
                                    </p:anim>
                                    <p:animEffect transition="in" filter="wipe(up)">
                                      <p:cBhvr>
                                        <p:cTn id="10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75" grpId="0" animBg="1"/>
      <p:bldP spid="472091" grpId="0" animBg="1"/>
      <p:bldP spid="472092" grpId="0" animBg="1"/>
      <p:bldP spid="472097" grpId="0"/>
      <p:bldP spid="23590" grpId="0" animBg="1"/>
      <p:bldP spid="23582" grpId="0" animBg="1"/>
      <p:bldP spid="23583" grpId="0" animBg="1"/>
      <p:bldP spid="23578" grpId="0" animBg="1"/>
      <p:bldP spid="2" grpId="0" animBg="1"/>
      <p:bldP spid="23572" grpId="0" animBg="1"/>
      <p:bldP spid="23573" grpId="0" animBg="1"/>
      <p:bldP spid="23564" grpId="0" animBg="1"/>
      <p:bldP spid="38" grpId="0" animBg="1"/>
      <p:bldP spid="39" grpId="0"/>
      <p:bldP spid="40" grpId="0"/>
      <p:bldP spid="41"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upo 4">
            <a:extLst>
              <a:ext uri="{FF2B5EF4-FFF2-40B4-BE49-F238E27FC236}">
                <a16:creationId xmlns:a16="http://schemas.microsoft.com/office/drawing/2014/main" id="{23AD06EF-4163-4C7C-8381-18DD90CFE6BE}"/>
              </a:ext>
            </a:extLst>
          </p:cNvPr>
          <p:cNvGrpSpPr/>
          <p:nvPr/>
        </p:nvGrpSpPr>
        <p:grpSpPr>
          <a:xfrm>
            <a:off x="7883175" y="5320465"/>
            <a:ext cx="2205037" cy="1329159"/>
            <a:chOff x="6831959" y="3643474"/>
            <a:chExt cx="2205037" cy="1329159"/>
          </a:xfrm>
        </p:grpSpPr>
        <p:sp>
          <p:nvSpPr>
            <p:cNvPr id="25617" name="Line 20"/>
            <p:cNvSpPr>
              <a:spLocks noChangeShapeType="1"/>
            </p:cNvSpPr>
            <p:nvPr/>
          </p:nvSpPr>
          <p:spPr bwMode="auto">
            <a:xfrm>
              <a:off x="6841484" y="4178525"/>
              <a:ext cx="2171700"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18" name="Rectangle 26"/>
            <p:cNvSpPr>
              <a:spLocks noChangeArrowheads="1"/>
            </p:cNvSpPr>
            <p:nvPr/>
          </p:nvSpPr>
          <p:spPr bwMode="auto">
            <a:xfrm>
              <a:off x="6849421" y="4180522"/>
              <a:ext cx="2187575" cy="327187"/>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5619" name="Text Box 27"/>
            <p:cNvSpPr txBox="1">
              <a:spLocks noChangeArrowheads="1"/>
            </p:cNvSpPr>
            <p:nvPr/>
          </p:nvSpPr>
          <p:spPr bwMode="auto">
            <a:xfrm>
              <a:off x="7576234" y="3643474"/>
              <a:ext cx="774869" cy="536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E</a:t>
              </a:r>
              <a:r>
                <a:rPr lang="es-ES" sz="2400" baseline="-25000">
                  <a:solidFill>
                    <a:srgbClr val="FF0000"/>
                  </a:solidFill>
                  <a:latin typeface="Arial" panose="020B0604020202020204" pitchFamily="34" charset="0"/>
                </a:rPr>
                <a:t>total</a:t>
              </a:r>
            </a:p>
          </p:txBody>
        </p:sp>
        <p:sp>
          <p:nvSpPr>
            <p:cNvPr id="25620" name="Line 28"/>
            <p:cNvSpPr>
              <a:spLocks noChangeShapeType="1"/>
            </p:cNvSpPr>
            <p:nvPr/>
          </p:nvSpPr>
          <p:spPr bwMode="auto">
            <a:xfrm>
              <a:off x="7666722" y="3726065"/>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21" name="Line 30"/>
            <p:cNvSpPr>
              <a:spLocks noChangeShapeType="1"/>
            </p:cNvSpPr>
            <p:nvPr/>
          </p:nvSpPr>
          <p:spPr bwMode="auto">
            <a:xfrm>
              <a:off x="6831959" y="4161463"/>
              <a:ext cx="2171700"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22" name="Line 32"/>
            <p:cNvSpPr>
              <a:spLocks noChangeShapeType="1"/>
            </p:cNvSpPr>
            <p:nvPr/>
          </p:nvSpPr>
          <p:spPr bwMode="auto">
            <a:xfrm>
              <a:off x="7602278" y="4328816"/>
              <a:ext cx="737425" cy="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23" name="Line 55"/>
            <p:cNvSpPr>
              <a:spLocks noChangeShapeType="1"/>
            </p:cNvSpPr>
            <p:nvPr/>
          </p:nvSpPr>
          <p:spPr bwMode="auto">
            <a:xfrm>
              <a:off x="6841484" y="4522364"/>
              <a:ext cx="2171700"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16" name="CuadroTexto 49"/>
            <p:cNvSpPr txBox="1">
              <a:spLocks noChangeArrowheads="1"/>
            </p:cNvSpPr>
            <p:nvPr/>
          </p:nvSpPr>
          <p:spPr bwMode="auto">
            <a:xfrm>
              <a:off x="7535170" y="4510969"/>
              <a:ext cx="922047" cy="461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rgbClr val="008000"/>
                  </a:solidFill>
                </a:rPr>
                <a:t>cable</a:t>
              </a:r>
            </a:p>
          </p:txBody>
        </p:sp>
      </p:grpSp>
      <p:grpSp>
        <p:nvGrpSpPr>
          <p:cNvPr id="6" name="Grupo 5">
            <a:extLst>
              <a:ext uri="{FF2B5EF4-FFF2-40B4-BE49-F238E27FC236}">
                <a16:creationId xmlns:a16="http://schemas.microsoft.com/office/drawing/2014/main" id="{8F329437-6A0C-AA36-00C0-488F853ABAEF}"/>
              </a:ext>
            </a:extLst>
          </p:cNvPr>
          <p:cNvGrpSpPr/>
          <p:nvPr/>
        </p:nvGrpSpPr>
        <p:grpSpPr>
          <a:xfrm>
            <a:off x="1507673" y="3439873"/>
            <a:ext cx="2203450" cy="790799"/>
            <a:chOff x="2491634" y="4154543"/>
            <a:chExt cx="2203450" cy="790799"/>
          </a:xfrm>
        </p:grpSpPr>
        <p:sp>
          <p:nvSpPr>
            <p:cNvPr id="25628" name="Line 19"/>
            <p:cNvSpPr>
              <a:spLocks noChangeShapeType="1"/>
            </p:cNvSpPr>
            <p:nvPr/>
          </p:nvSpPr>
          <p:spPr bwMode="auto">
            <a:xfrm>
              <a:off x="2501159" y="4154543"/>
              <a:ext cx="2171700"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29" name="Rectangle 22"/>
            <p:cNvSpPr>
              <a:spLocks noChangeArrowheads="1"/>
            </p:cNvSpPr>
            <p:nvPr/>
          </p:nvSpPr>
          <p:spPr bwMode="auto">
            <a:xfrm>
              <a:off x="2507509" y="4164886"/>
              <a:ext cx="2187575" cy="32737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5633" name="Line 29"/>
            <p:cNvSpPr>
              <a:spLocks noChangeShapeType="1"/>
            </p:cNvSpPr>
            <p:nvPr/>
          </p:nvSpPr>
          <p:spPr bwMode="auto">
            <a:xfrm>
              <a:off x="2491634" y="4160900"/>
              <a:ext cx="2171700"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36" name="Line 54"/>
            <p:cNvSpPr>
              <a:spLocks noChangeShapeType="1"/>
            </p:cNvSpPr>
            <p:nvPr/>
          </p:nvSpPr>
          <p:spPr bwMode="auto">
            <a:xfrm>
              <a:off x="2501159" y="4504164"/>
              <a:ext cx="2171700"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27" name="CuadroTexto 1"/>
            <p:cNvSpPr txBox="1">
              <a:spLocks noChangeArrowheads="1"/>
            </p:cNvSpPr>
            <p:nvPr/>
          </p:nvSpPr>
          <p:spPr bwMode="auto">
            <a:xfrm>
              <a:off x="3076741" y="4483677"/>
              <a:ext cx="922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solidFill>
                    <a:srgbClr val="008000"/>
                  </a:solidFill>
                </a:rPr>
                <a:t>cable</a:t>
              </a:r>
            </a:p>
          </p:txBody>
        </p:sp>
      </p:grpSp>
      <p:sp>
        <p:nvSpPr>
          <p:cNvPr id="27678" name="Text Box 4"/>
          <p:cNvSpPr txBox="1">
            <a:spLocks noChangeArrowheads="1"/>
          </p:cNvSpPr>
          <p:nvPr/>
        </p:nvSpPr>
        <p:spPr bwMode="auto">
          <a:xfrm>
            <a:off x="1500807" y="1184949"/>
            <a:ext cx="8587405" cy="1326105"/>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80000" tIns="108000" rIns="180000" bIns="1080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just" eaLnBrk="1" hangingPunct="1">
              <a:spcBef>
                <a:spcPts val="0"/>
              </a:spcBef>
              <a:buFontTx/>
              <a:buNone/>
            </a:pPr>
            <a:r>
              <a:rPr lang="es-ES" sz="2400" dirty="0">
                <a:latin typeface="Arial" panose="020B0604020202020204" pitchFamily="34" charset="0"/>
              </a:rPr>
              <a:t>En los cables ocurren </a:t>
            </a:r>
            <a:r>
              <a:rPr lang="es-ES" sz="2400" dirty="0">
                <a:solidFill>
                  <a:srgbClr val="3333FF"/>
                </a:solidFill>
                <a:latin typeface="Arial" panose="020B0604020202020204" pitchFamily="34" charset="0"/>
              </a:rPr>
              <a:t>redistribuciones automáticas de carga</a:t>
            </a:r>
            <a:r>
              <a:rPr lang="es-ES" sz="2400" dirty="0">
                <a:latin typeface="Arial" panose="020B0604020202020204" pitchFamily="34" charset="0"/>
              </a:rPr>
              <a:t> que </a:t>
            </a:r>
            <a:r>
              <a:rPr lang="es-ES" sz="2400">
                <a:latin typeface="Arial" panose="020B0604020202020204" pitchFamily="34" charset="0"/>
              </a:rPr>
              <a:t>cesan cuando: </a:t>
            </a:r>
            <a:r>
              <a:rPr lang="es-ES" sz="2400" dirty="0">
                <a:latin typeface="Arial" panose="020B0604020202020204" pitchFamily="34" charset="0"/>
              </a:rPr>
              <a:t>el campo es nulo en </a:t>
            </a:r>
            <a:r>
              <a:rPr lang="es-ES" sz="2400">
                <a:latin typeface="Arial" panose="020B0604020202020204" pitchFamily="34" charset="0"/>
              </a:rPr>
              <a:t>direcciones </a:t>
            </a:r>
            <a:r>
              <a:rPr lang="es-ES" sz="2400">
                <a:latin typeface="Arial" panose="020B0604020202020204" pitchFamily="34" charset="0"/>
                <a:sym typeface="Symbol" panose="05050102010706020507" pitchFamily="18" charset="2"/>
              </a:rPr>
              <a:t>perpen-diculares</a:t>
            </a:r>
            <a:r>
              <a:rPr lang="es-ES" sz="2400">
                <a:latin typeface="Arial" panose="020B0604020202020204" pitchFamily="34" charset="0"/>
              </a:rPr>
              <a:t> al cable y la corriente es cte. </a:t>
            </a:r>
            <a:r>
              <a:rPr lang="es-ES" sz="2400" dirty="0">
                <a:latin typeface="Arial" panose="020B0604020202020204" pitchFamily="34" charset="0"/>
              </a:rPr>
              <a:t>en todo el cable</a:t>
            </a:r>
          </a:p>
        </p:txBody>
      </p:sp>
      <p:sp>
        <p:nvSpPr>
          <p:cNvPr id="25630" name="Text Box 34"/>
          <p:cNvSpPr txBox="1">
            <a:spLocks noChangeArrowheads="1"/>
          </p:cNvSpPr>
          <p:nvPr/>
        </p:nvSpPr>
        <p:spPr bwMode="auto">
          <a:xfrm>
            <a:off x="3974611" y="3156974"/>
            <a:ext cx="3609894" cy="905881"/>
          </a:xfrm>
          <a:prstGeom prst="rect">
            <a:avLst/>
          </a:prstGeom>
          <a:solidFill>
            <a:srgbClr val="FFFF99"/>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Se polariza </a:t>
            </a:r>
            <a:r>
              <a:rPr lang="es-ES" sz="2400" dirty="0">
                <a:latin typeface="Arial" panose="020B0604020202020204" pitchFamily="34" charset="0"/>
              </a:rPr>
              <a:t>el cable en     </a:t>
            </a:r>
            <a:r>
              <a:rPr lang="es-ES" sz="2400">
                <a:latin typeface="Arial" panose="020B0604020202020204" pitchFamily="34" charset="0"/>
              </a:rPr>
              <a:t>la dirección </a:t>
            </a:r>
            <a:r>
              <a:rPr lang="es-ES" sz="2400" dirty="0">
                <a:latin typeface="Arial" panose="020B0604020202020204" pitchFamily="34" charset="0"/>
                <a:sym typeface="Symbol" panose="05050102010706020507" pitchFamily="18" charset="2"/>
              </a:rPr>
              <a:t> al cable</a:t>
            </a:r>
          </a:p>
        </p:txBody>
      </p:sp>
      <p:sp>
        <p:nvSpPr>
          <p:cNvPr id="25637" name="Text Box 35"/>
          <p:cNvSpPr txBox="1">
            <a:spLocks noChangeArrowheads="1"/>
          </p:cNvSpPr>
          <p:nvPr/>
        </p:nvSpPr>
        <p:spPr bwMode="auto">
          <a:xfrm>
            <a:off x="3989562" y="5320465"/>
            <a:ext cx="3609894" cy="1275213"/>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La polarización crea un campo que compensa   al aplicado en </a:t>
            </a:r>
            <a:r>
              <a:rPr lang="es-ES" sz="2400">
                <a:latin typeface="Arial" panose="020B0604020202020204" pitchFamily="34" charset="0"/>
                <a:sym typeface="Symbol" panose="05050102010706020507" pitchFamily="18" charset="2"/>
              </a:rPr>
              <a:t></a:t>
            </a:r>
          </a:p>
        </p:txBody>
      </p:sp>
      <p:grpSp>
        <p:nvGrpSpPr>
          <p:cNvPr id="4" name="Grupo 3">
            <a:extLst>
              <a:ext uri="{FF2B5EF4-FFF2-40B4-BE49-F238E27FC236}">
                <a16:creationId xmlns:a16="http://schemas.microsoft.com/office/drawing/2014/main" id="{EAA35126-6141-4787-AACB-FF7A43C4105E}"/>
              </a:ext>
            </a:extLst>
          </p:cNvPr>
          <p:cNvGrpSpPr/>
          <p:nvPr/>
        </p:nvGrpSpPr>
        <p:grpSpPr>
          <a:xfrm>
            <a:off x="2307773" y="3071182"/>
            <a:ext cx="554038" cy="538733"/>
            <a:chOff x="3291734" y="3785852"/>
            <a:chExt cx="554038" cy="538733"/>
          </a:xfrm>
        </p:grpSpPr>
        <p:sp>
          <p:nvSpPr>
            <p:cNvPr id="25634" name="Line 31"/>
            <p:cNvSpPr>
              <a:spLocks noChangeShapeType="1"/>
            </p:cNvSpPr>
            <p:nvPr/>
          </p:nvSpPr>
          <p:spPr bwMode="auto">
            <a:xfrm>
              <a:off x="3291734" y="4324585"/>
              <a:ext cx="554038" cy="0"/>
            </a:xfrm>
            <a:prstGeom prst="line">
              <a:avLst/>
            </a:prstGeom>
            <a:noFill/>
            <a:ln w="25400">
              <a:solidFill>
                <a:srgbClr val="3333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35" name="Line 33"/>
            <p:cNvSpPr>
              <a:spLocks noChangeShapeType="1"/>
            </p:cNvSpPr>
            <p:nvPr/>
          </p:nvSpPr>
          <p:spPr bwMode="auto">
            <a:xfrm flipV="1">
              <a:off x="3291734" y="3785852"/>
              <a:ext cx="0" cy="522843"/>
            </a:xfrm>
            <a:prstGeom prst="line">
              <a:avLst/>
            </a:prstGeom>
            <a:noFill/>
            <a:ln w="25400">
              <a:solidFill>
                <a:srgbClr val="3333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grpSp>
        <p:nvGrpSpPr>
          <p:cNvPr id="7" name="Grupo 6">
            <a:extLst>
              <a:ext uri="{FF2B5EF4-FFF2-40B4-BE49-F238E27FC236}">
                <a16:creationId xmlns:a16="http://schemas.microsoft.com/office/drawing/2014/main" id="{634AB8CB-12CB-482B-A0F7-C97F7DC4F69D}"/>
              </a:ext>
            </a:extLst>
          </p:cNvPr>
          <p:cNvGrpSpPr/>
          <p:nvPr/>
        </p:nvGrpSpPr>
        <p:grpSpPr>
          <a:xfrm>
            <a:off x="9580212" y="5355206"/>
            <a:ext cx="424687" cy="648020"/>
            <a:chOff x="8528996" y="3678215"/>
            <a:chExt cx="424687" cy="648020"/>
          </a:xfrm>
        </p:grpSpPr>
        <p:sp>
          <p:nvSpPr>
            <p:cNvPr id="25624" name="Line 61"/>
            <p:cNvSpPr>
              <a:spLocks noChangeShapeType="1"/>
            </p:cNvSpPr>
            <p:nvPr/>
          </p:nvSpPr>
          <p:spPr bwMode="auto">
            <a:xfrm>
              <a:off x="8528996" y="4326235"/>
              <a:ext cx="41910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sp>
          <p:nvSpPr>
            <p:cNvPr id="25625" name="Text Box 62"/>
            <p:cNvSpPr txBox="1">
              <a:spLocks noChangeArrowheads="1"/>
            </p:cNvSpPr>
            <p:nvPr/>
          </p:nvSpPr>
          <p:spPr bwMode="auto">
            <a:xfrm>
              <a:off x="8603609" y="3678215"/>
              <a:ext cx="350074" cy="536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rPr>
                <a:t>I</a:t>
              </a:r>
            </a:p>
          </p:txBody>
        </p:sp>
      </p:grpSp>
      <p:sp>
        <p:nvSpPr>
          <p:cNvPr id="55" name="Text Box 5"/>
          <p:cNvSpPr txBox="1">
            <a:spLocks noChangeArrowheads="1"/>
          </p:cNvSpPr>
          <p:nvPr/>
        </p:nvSpPr>
        <p:spPr bwMode="auto">
          <a:xfrm>
            <a:off x="5027663" y="453760"/>
            <a:ext cx="1484482" cy="514738"/>
          </a:xfrm>
          <a:prstGeom prst="rect">
            <a:avLst/>
          </a:prstGeom>
          <a:solidFill>
            <a:schemeClr val="bg2">
              <a:lumMod val="60000"/>
              <a:lumOff val="40000"/>
            </a:schemeClr>
          </a:solidFill>
          <a:ln>
            <a:noFill/>
          </a:ln>
        </p:spPr>
        <p:txBody>
          <a:bodyPr wrap="non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1" dirty="0">
                <a:latin typeface="Arial" panose="020B0604020202020204" pitchFamily="34" charset="0"/>
              </a:rPr>
              <a:t>CABLES</a:t>
            </a:r>
          </a:p>
        </p:txBody>
      </p:sp>
      <p:sp>
        <p:nvSpPr>
          <p:cNvPr id="56" name="AutoShape 74">
            <a:extLst>
              <a:ext uri="{FF2B5EF4-FFF2-40B4-BE49-F238E27FC236}">
                <a16:creationId xmlns:a16="http://schemas.microsoft.com/office/drawing/2014/main" id="{DACA2665-8B3D-4B6A-8D89-E2ED69AE603A}"/>
              </a:ext>
            </a:extLst>
          </p:cNvPr>
          <p:cNvSpPr>
            <a:spLocks noChangeArrowheads="1"/>
          </p:cNvSpPr>
          <p:nvPr/>
        </p:nvSpPr>
        <p:spPr bwMode="auto">
          <a:xfrm rot="16200000" flipH="1">
            <a:off x="5365474" y="4557306"/>
            <a:ext cx="798436" cy="358775"/>
          </a:xfrm>
          <a:prstGeom prst="rightArrow">
            <a:avLst>
              <a:gd name="adj1" fmla="val 50000"/>
              <a:gd name="adj2" fmla="val 11690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dirty="0">
              <a:solidFill>
                <a:srgbClr val="000000"/>
              </a:solidFill>
              <a:latin typeface="Arial" panose="020B0604020202020204" pitchFamily="34" charset="0"/>
            </a:endParaRPr>
          </a:p>
        </p:txBody>
      </p:sp>
      <p:grpSp>
        <p:nvGrpSpPr>
          <p:cNvPr id="8" name="Grupo 7">
            <a:extLst>
              <a:ext uri="{FF2B5EF4-FFF2-40B4-BE49-F238E27FC236}">
                <a16:creationId xmlns:a16="http://schemas.microsoft.com/office/drawing/2014/main" id="{DE8A8E4E-D4F8-40A6-C908-493286A210BF}"/>
              </a:ext>
            </a:extLst>
          </p:cNvPr>
          <p:cNvGrpSpPr/>
          <p:nvPr/>
        </p:nvGrpSpPr>
        <p:grpSpPr>
          <a:xfrm>
            <a:off x="2323648" y="2816956"/>
            <a:ext cx="522288" cy="794549"/>
            <a:chOff x="3307609" y="3531626"/>
            <a:chExt cx="522288" cy="794549"/>
          </a:xfrm>
        </p:grpSpPr>
        <p:sp>
          <p:nvSpPr>
            <p:cNvPr id="3" name="Line 23"/>
            <p:cNvSpPr>
              <a:spLocks noChangeShapeType="1"/>
            </p:cNvSpPr>
            <p:nvPr/>
          </p:nvSpPr>
          <p:spPr bwMode="auto">
            <a:xfrm flipV="1">
              <a:off x="3307609" y="3769960"/>
              <a:ext cx="522288" cy="556215"/>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31" name="Text Box 24"/>
            <p:cNvSpPr txBox="1">
              <a:spLocks noChangeArrowheads="1"/>
            </p:cNvSpPr>
            <p:nvPr/>
          </p:nvSpPr>
          <p:spPr bwMode="auto">
            <a:xfrm>
              <a:off x="3310784" y="3531626"/>
              <a:ext cx="3869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E</a:t>
              </a:r>
            </a:p>
          </p:txBody>
        </p:sp>
        <p:sp>
          <p:nvSpPr>
            <p:cNvPr id="25632" name="Line 25"/>
            <p:cNvSpPr>
              <a:spLocks noChangeShapeType="1"/>
            </p:cNvSpPr>
            <p:nvPr/>
          </p:nvSpPr>
          <p:spPr bwMode="auto">
            <a:xfrm>
              <a:off x="3401272" y="3614264"/>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spTree>
    <p:extLst>
      <p:ext uri="{BB962C8B-B14F-4D97-AF65-F5344CB8AC3E}">
        <p14:creationId xmlns:p14="http://schemas.microsoft.com/office/powerpoint/2010/main" val="28507048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additive="base">
                                        <p:cTn id="7" dur="500"/>
                                        <p:tgtEl>
                                          <p:spTgt spid="55"/>
                                        </p:tgtEl>
                                        <p:attrNameLst>
                                          <p:attrName>ppt_y</p:attrName>
                                        </p:attrNameLst>
                                      </p:cBhvr>
                                      <p:tavLst>
                                        <p:tav tm="0">
                                          <p:val>
                                            <p:strVal val="#ppt_y-#ppt_h*1.125000"/>
                                          </p:val>
                                        </p:tav>
                                        <p:tav tm="100000">
                                          <p:val>
                                            <p:strVal val="#ppt_y"/>
                                          </p:val>
                                        </p:tav>
                                      </p:tavLst>
                                    </p:anim>
                                    <p:animEffect transition="in" filter="wipe(down)">
                                      <p:cBhvr>
                                        <p:cTn id="8" dur="500"/>
                                        <p:tgtEl>
                                          <p:spTgt spid="55"/>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7678"/>
                                        </p:tgtEl>
                                        <p:attrNameLst>
                                          <p:attrName>style.visibility</p:attrName>
                                        </p:attrNameLst>
                                      </p:cBhvr>
                                      <p:to>
                                        <p:strVal val="visible"/>
                                      </p:to>
                                    </p:set>
                                    <p:animEffect transition="in" filter="wipe(up)">
                                      <p:cBhvr>
                                        <p:cTn id="13" dur="500"/>
                                        <p:tgtEl>
                                          <p:spTgt spid="2767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288"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ppt_w</p:attrName>
                                        </p:attrNameLst>
                                      </p:cBhvr>
                                      <p:tavLst>
                                        <p:tav tm="0">
                                          <p:val>
                                            <p:strVal val="4/3*#ppt_w"/>
                                          </p:val>
                                        </p:tav>
                                        <p:tav tm="100000">
                                          <p:val>
                                            <p:strVal val="#ppt_w"/>
                                          </p:val>
                                        </p:tav>
                                      </p:tavLst>
                                    </p:anim>
                                    <p:anim calcmode="lin" valueType="num">
                                      <p:cBhvr>
                                        <p:cTn id="24" dur="500" fill="hold"/>
                                        <p:tgtEl>
                                          <p:spTgt spid="8"/>
                                        </p:tgtEl>
                                        <p:attrNameLst>
                                          <p:attrName>ppt_h</p:attrName>
                                        </p:attrNameLst>
                                      </p:cBhvr>
                                      <p:tavLst>
                                        <p:tav tm="0">
                                          <p:val>
                                            <p:strVal val="4/3*#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8" presetClass="entr" presetSubtype="3"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strips(upRigh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5630"/>
                                        </p:tgtEl>
                                        <p:attrNameLst>
                                          <p:attrName>style.visibility</p:attrName>
                                        </p:attrNameLst>
                                      </p:cBhvr>
                                      <p:to>
                                        <p:strVal val="visible"/>
                                      </p:to>
                                    </p:set>
                                    <p:animEffect transition="in" filter="wipe(up)">
                                      <p:cBhvr>
                                        <p:cTn id="34" dur="500"/>
                                        <p:tgtEl>
                                          <p:spTgt spid="2563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wipe(up)">
                                      <p:cBhvr>
                                        <p:cTn id="39" dur="500"/>
                                        <p:tgtEl>
                                          <p:spTgt spid="56"/>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25637"/>
                                        </p:tgtEl>
                                        <p:attrNameLst>
                                          <p:attrName>style.visibility</p:attrName>
                                        </p:attrNameLst>
                                      </p:cBhvr>
                                      <p:to>
                                        <p:strVal val="visible"/>
                                      </p:to>
                                    </p:set>
                                    <p:animEffect transition="in" filter="wipe(up)">
                                      <p:cBhvr>
                                        <p:cTn id="43" dur="500"/>
                                        <p:tgtEl>
                                          <p:spTgt spid="25637"/>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dissolve">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wipe(left)">
                                      <p:cBhvr>
                                        <p:cTn id="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78" grpId="0" animBg="1"/>
      <p:bldP spid="25630" grpId="0" animBg="1"/>
      <p:bldP spid="25637" grpId="0" animBg="1"/>
      <p:bldP spid="55" grpId="0" animBg="1"/>
      <p:bldP spid="5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o 7"/>
          <p:cNvGrpSpPr/>
          <p:nvPr/>
        </p:nvGrpSpPr>
        <p:grpSpPr>
          <a:xfrm>
            <a:off x="2142553" y="1178475"/>
            <a:ext cx="6848475" cy="536549"/>
            <a:chOff x="3421488" y="5113600"/>
            <a:chExt cx="6848475" cy="536549"/>
          </a:xfrm>
        </p:grpSpPr>
        <p:sp>
          <p:nvSpPr>
            <p:cNvPr id="25649" name="Rectangle 37"/>
            <p:cNvSpPr>
              <a:spLocks noChangeArrowheads="1"/>
            </p:cNvSpPr>
            <p:nvPr/>
          </p:nvSpPr>
          <p:spPr bwMode="auto">
            <a:xfrm>
              <a:off x="3794519" y="5236054"/>
              <a:ext cx="6450044" cy="312293"/>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5650" name="Line 38"/>
            <p:cNvSpPr>
              <a:spLocks noChangeShapeType="1"/>
            </p:cNvSpPr>
            <p:nvPr/>
          </p:nvSpPr>
          <p:spPr bwMode="auto">
            <a:xfrm flipV="1">
              <a:off x="3753244" y="5236054"/>
              <a:ext cx="6516719"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51" name="Line 39"/>
            <p:cNvSpPr>
              <a:spLocks noChangeShapeType="1"/>
            </p:cNvSpPr>
            <p:nvPr/>
          </p:nvSpPr>
          <p:spPr bwMode="auto">
            <a:xfrm>
              <a:off x="3804044" y="5530909"/>
              <a:ext cx="6465919"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53" name="Text Box 62"/>
            <p:cNvSpPr txBox="1">
              <a:spLocks noChangeArrowheads="1"/>
            </p:cNvSpPr>
            <p:nvPr/>
          </p:nvSpPr>
          <p:spPr bwMode="auto">
            <a:xfrm>
              <a:off x="3421488" y="5113600"/>
              <a:ext cx="35007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rPr>
                <a:t>I</a:t>
              </a:r>
            </a:p>
          </p:txBody>
        </p:sp>
        <p:sp>
          <p:nvSpPr>
            <p:cNvPr id="25654" name="Line 61"/>
            <p:cNvSpPr>
              <a:spLocks noChangeShapeType="1"/>
            </p:cNvSpPr>
            <p:nvPr/>
          </p:nvSpPr>
          <p:spPr bwMode="auto">
            <a:xfrm>
              <a:off x="3899968" y="5392201"/>
              <a:ext cx="419102"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wrap="none" lIns="90000" tIns="82800" rIns="90000" bIns="82800">
              <a:spAutoFit/>
            </a:bodyPr>
            <a:lstStyle/>
            <a:p>
              <a:endParaRPr lang="es-ES"/>
            </a:p>
          </p:txBody>
        </p:sp>
      </p:grpSp>
      <p:sp>
        <p:nvSpPr>
          <p:cNvPr id="25652" name="Rectangle 41"/>
          <p:cNvSpPr>
            <a:spLocks noChangeArrowheads="1"/>
          </p:cNvSpPr>
          <p:nvPr/>
        </p:nvSpPr>
        <p:spPr bwMode="auto">
          <a:xfrm>
            <a:off x="4691451" y="1325663"/>
            <a:ext cx="2154249" cy="259979"/>
          </a:xfrm>
          <a:prstGeom prst="rect">
            <a:avLst/>
          </a:prstGeom>
          <a:solidFill>
            <a:srgbClr val="FFFF99"/>
          </a:solidFill>
          <a:ln>
            <a:noFill/>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3" name="Grupo 12"/>
          <p:cNvGrpSpPr>
            <a:grpSpLocks/>
          </p:cNvGrpSpPr>
          <p:nvPr/>
        </p:nvGrpSpPr>
        <p:grpSpPr bwMode="auto">
          <a:xfrm>
            <a:off x="3536378" y="1440179"/>
            <a:ext cx="4975225" cy="9525"/>
            <a:chOff x="3388067" y="5757987"/>
            <a:chExt cx="4974371" cy="9114"/>
          </a:xfrm>
        </p:grpSpPr>
        <p:sp>
          <p:nvSpPr>
            <p:cNvPr id="25643" name="Line 47"/>
            <p:cNvSpPr>
              <a:spLocks noChangeShapeType="1"/>
            </p:cNvSpPr>
            <p:nvPr/>
          </p:nvSpPr>
          <p:spPr bwMode="auto">
            <a:xfrm>
              <a:off x="5314480" y="5765920"/>
              <a:ext cx="553943" cy="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44" name="Line 51"/>
            <p:cNvSpPr>
              <a:spLocks noChangeShapeType="1"/>
            </p:cNvSpPr>
            <p:nvPr/>
          </p:nvSpPr>
          <p:spPr bwMode="auto">
            <a:xfrm>
              <a:off x="7808495" y="5767101"/>
              <a:ext cx="553943" cy="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5645" name="Line 52"/>
            <p:cNvSpPr>
              <a:spLocks noChangeShapeType="1"/>
            </p:cNvSpPr>
            <p:nvPr/>
          </p:nvSpPr>
          <p:spPr bwMode="auto">
            <a:xfrm>
              <a:off x="3388067" y="5757987"/>
              <a:ext cx="553943" cy="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sp>
        <p:nvSpPr>
          <p:cNvPr id="25646" name="Text Box 40"/>
          <p:cNvSpPr txBox="1">
            <a:spLocks noChangeArrowheads="1"/>
          </p:cNvSpPr>
          <p:nvPr/>
        </p:nvSpPr>
        <p:spPr bwMode="auto">
          <a:xfrm>
            <a:off x="2082919" y="2601067"/>
            <a:ext cx="7393552" cy="905881"/>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Si la </a:t>
            </a:r>
            <a:r>
              <a:rPr lang="es-ES" sz="2400">
                <a:latin typeface="Comic Sans MS" panose="030F0702030302020204" pitchFamily="66" charset="0"/>
              </a:rPr>
              <a:t>I </a:t>
            </a:r>
            <a:r>
              <a:rPr lang="es-ES" sz="2400">
                <a:latin typeface="Arial" panose="020B0604020202020204" pitchFamily="34" charset="0"/>
              </a:rPr>
              <a:t>es </a:t>
            </a:r>
            <a:r>
              <a:rPr lang="es-ES" sz="2400" dirty="0">
                <a:latin typeface="Arial" panose="020B0604020202020204" pitchFamily="34" charset="0"/>
              </a:rPr>
              <a:t>diferente inicialmente a lo largo del cable, se producen </a:t>
            </a:r>
            <a:r>
              <a:rPr lang="es-ES" sz="2400">
                <a:latin typeface="Arial" panose="020B0604020202020204" pitchFamily="34" charset="0"/>
              </a:rPr>
              <a:t>acumulaciones y </a:t>
            </a:r>
            <a:r>
              <a:rPr lang="es-ES" sz="2400" dirty="0">
                <a:latin typeface="Arial" panose="020B0604020202020204" pitchFamily="34" charset="0"/>
              </a:rPr>
              <a:t>déficits </a:t>
            </a:r>
            <a:r>
              <a:rPr lang="es-ES" sz="2400">
                <a:latin typeface="Arial" panose="020B0604020202020204" pitchFamily="34" charset="0"/>
              </a:rPr>
              <a:t>de carga +</a:t>
            </a:r>
            <a:endParaRPr lang="es-ES" sz="2400" dirty="0">
              <a:latin typeface="Arial" panose="020B0604020202020204" pitchFamily="34" charset="0"/>
            </a:endParaRPr>
          </a:p>
        </p:txBody>
      </p:sp>
      <p:sp>
        <p:nvSpPr>
          <p:cNvPr id="27688" name="Text Box 45"/>
          <p:cNvSpPr txBox="1">
            <a:spLocks noChangeArrowheads="1"/>
          </p:cNvSpPr>
          <p:nvPr/>
        </p:nvSpPr>
        <p:spPr bwMode="auto">
          <a:xfrm>
            <a:off x="6652641" y="1092516"/>
            <a:ext cx="318014"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b="1">
                <a:solidFill>
                  <a:srgbClr val="008000"/>
                </a:solidFill>
                <a:latin typeface="Arial" panose="020B0604020202020204" pitchFamily="34" charset="0"/>
              </a:rPr>
              <a:t>-</a:t>
            </a:r>
          </a:p>
        </p:txBody>
      </p:sp>
      <p:sp>
        <p:nvSpPr>
          <p:cNvPr id="27685" name="Text Box 53"/>
          <p:cNvSpPr txBox="1">
            <a:spLocks noChangeArrowheads="1"/>
          </p:cNvSpPr>
          <p:nvPr/>
        </p:nvSpPr>
        <p:spPr bwMode="auto">
          <a:xfrm>
            <a:off x="4491048" y="1124266"/>
            <a:ext cx="422208"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b="1">
                <a:solidFill>
                  <a:srgbClr val="008000"/>
                </a:solidFill>
                <a:latin typeface="Arial" panose="020B0604020202020204" pitchFamily="34" charset="0"/>
              </a:rPr>
              <a:t>+</a:t>
            </a:r>
          </a:p>
        </p:txBody>
      </p:sp>
      <p:sp>
        <p:nvSpPr>
          <p:cNvPr id="25641" name="Line 50"/>
          <p:cNvSpPr>
            <a:spLocks noChangeShapeType="1"/>
          </p:cNvSpPr>
          <p:nvPr/>
        </p:nvSpPr>
        <p:spPr bwMode="auto">
          <a:xfrm flipH="1" flipV="1">
            <a:off x="3217889" y="1441163"/>
            <a:ext cx="339759" cy="0"/>
          </a:xfrm>
          <a:prstGeom prst="line">
            <a:avLst/>
          </a:prstGeom>
          <a:noFill/>
          <a:ln w="25400">
            <a:solidFill>
              <a:srgbClr val="3333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5642" name="Text Box 46"/>
          <p:cNvSpPr txBox="1">
            <a:spLocks noChangeArrowheads="1"/>
          </p:cNvSpPr>
          <p:nvPr/>
        </p:nvSpPr>
        <p:spPr bwMode="auto">
          <a:xfrm>
            <a:off x="1490869" y="5049770"/>
            <a:ext cx="8587408" cy="1644545"/>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Estos excesos de carga añaden campo </a:t>
            </a:r>
            <a:r>
              <a:rPr lang="es-ES" sz="2400" dirty="0">
                <a:solidFill>
                  <a:srgbClr val="3333FF"/>
                </a:solidFill>
                <a:latin typeface="Arial" panose="020B0604020202020204" pitchFamily="34" charset="0"/>
              </a:rPr>
              <a:t>(</a:t>
            </a:r>
            <a:r>
              <a:rPr lang="es-ES" sz="2400" dirty="0">
                <a:solidFill>
                  <a:srgbClr val="3333FF"/>
                </a:solidFill>
                <a:latin typeface="Arial" panose="020B0604020202020204" pitchFamily="34" charset="0"/>
                <a:sym typeface="Wingdings 3" panose="05040102010807070707" pitchFamily="18" charset="2"/>
              </a:rPr>
              <a:t></a:t>
            </a:r>
            <a:r>
              <a:rPr lang="es-ES" sz="2400" dirty="0">
                <a:solidFill>
                  <a:srgbClr val="3333FF"/>
                </a:solidFill>
                <a:latin typeface="Arial" panose="020B0604020202020204" pitchFamily="34" charset="0"/>
              </a:rPr>
              <a:t>)</a:t>
            </a:r>
            <a:r>
              <a:rPr lang="es-ES" sz="2400" dirty="0">
                <a:latin typeface="Arial" panose="020B0604020202020204" pitchFamily="34" charset="0"/>
              </a:rPr>
              <a:t>, que aumenta o disminuye el total. Con esto se aumenta o disminuye la corriente, respectivamente, en los tramos del cable. Los excesos crecen hasta que se iguala la corriente en el cable</a:t>
            </a:r>
          </a:p>
        </p:txBody>
      </p:sp>
      <p:sp>
        <p:nvSpPr>
          <p:cNvPr id="25639" name="Line 48"/>
          <p:cNvSpPr>
            <a:spLocks noChangeShapeType="1"/>
          </p:cNvSpPr>
          <p:nvPr/>
        </p:nvSpPr>
        <p:spPr bwMode="auto">
          <a:xfrm flipV="1">
            <a:off x="6028924" y="1458433"/>
            <a:ext cx="368647" cy="0"/>
          </a:xfrm>
          <a:prstGeom prst="line">
            <a:avLst/>
          </a:prstGeom>
          <a:noFill/>
          <a:ln w="25400">
            <a:solidFill>
              <a:srgbClr val="3333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25640" name="Line 49"/>
          <p:cNvSpPr>
            <a:spLocks noChangeShapeType="1"/>
          </p:cNvSpPr>
          <p:nvPr/>
        </p:nvSpPr>
        <p:spPr bwMode="auto">
          <a:xfrm flipH="1" flipV="1">
            <a:off x="7622043" y="1455227"/>
            <a:ext cx="346276" cy="0"/>
          </a:xfrm>
          <a:prstGeom prst="line">
            <a:avLst/>
          </a:prstGeom>
          <a:noFill/>
          <a:ln w="25400">
            <a:solidFill>
              <a:srgbClr val="3333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grpSp>
        <p:nvGrpSpPr>
          <p:cNvPr id="4" name="Grupo 3">
            <a:extLst>
              <a:ext uri="{FF2B5EF4-FFF2-40B4-BE49-F238E27FC236}">
                <a16:creationId xmlns:a16="http://schemas.microsoft.com/office/drawing/2014/main" id="{A2DFAEFE-7DDE-4E73-8312-51CA550064C4}"/>
              </a:ext>
            </a:extLst>
          </p:cNvPr>
          <p:cNvGrpSpPr/>
          <p:nvPr/>
        </p:nvGrpSpPr>
        <p:grpSpPr>
          <a:xfrm>
            <a:off x="3596448" y="1460018"/>
            <a:ext cx="4760304" cy="545111"/>
            <a:chOff x="3536814" y="3971705"/>
            <a:chExt cx="4760304" cy="545111"/>
          </a:xfrm>
        </p:grpSpPr>
        <p:sp>
          <p:nvSpPr>
            <p:cNvPr id="26" name="Text Box 24">
              <a:extLst>
                <a:ext uri="{FF2B5EF4-FFF2-40B4-BE49-F238E27FC236}">
                  <a16:creationId xmlns:a16="http://schemas.microsoft.com/office/drawing/2014/main" id="{480C3996-F2DE-449C-BF1D-FD1E64D61084}"/>
                </a:ext>
              </a:extLst>
            </p:cNvPr>
            <p:cNvSpPr txBox="1">
              <a:spLocks noChangeArrowheads="1"/>
            </p:cNvSpPr>
            <p:nvPr/>
          </p:nvSpPr>
          <p:spPr bwMode="auto">
            <a:xfrm>
              <a:off x="3536814" y="3973415"/>
              <a:ext cx="3869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E</a:t>
              </a:r>
            </a:p>
          </p:txBody>
        </p:sp>
        <p:sp>
          <p:nvSpPr>
            <p:cNvPr id="27" name="Line 25">
              <a:extLst>
                <a:ext uri="{FF2B5EF4-FFF2-40B4-BE49-F238E27FC236}">
                  <a16:creationId xmlns:a16="http://schemas.microsoft.com/office/drawing/2014/main" id="{B5398727-EDEF-4111-9EAD-460C66F1F21B}"/>
                </a:ext>
              </a:extLst>
            </p:cNvPr>
            <p:cNvSpPr>
              <a:spLocks noChangeShapeType="1"/>
            </p:cNvSpPr>
            <p:nvPr/>
          </p:nvSpPr>
          <p:spPr bwMode="auto">
            <a:xfrm>
              <a:off x="3627302" y="4056053"/>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28" name="Text Box 24">
              <a:extLst>
                <a:ext uri="{FF2B5EF4-FFF2-40B4-BE49-F238E27FC236}">
                  <a16:creationId xmlns:a16="http://schemas.microsoft.com/office/drawing/2014/main" id="{700D22FE-99B8-4F86-B6F3-3A924F154945}"/>
                </a:ext>
              </a:extLst>
            </p:cNvPr>
            <p:cNvSpPr txBox="1">
              <a:spLocks noChangeArrowheads="1"/>
            </p:cNvSpPr>
            <p:nvPr/>
          </p:nvSpPr>
          <p:spPr bwMode="auto">
            <a:xfrm>
              <a:off x="5435816" y="3971705"/>
              <a:ext cx="3869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E</a:t>
              </a:r>
            </a:p>
          </p:txBody>
        </p:sp>
        <p:sp>
          <p:nvSpPr>
            <p:cNvPr id="29" name="Line 25">
              <a:extLst>
                <a:ext uri="{FF2B5EF4-FFF2-40B4-BE49-F238E27FC236}">
                  <a16:creationId xmlns:a16="http://schemas.microsoft.com/office/drawing/2014/main" id="{C4E6E02D-BFF6-415C-BCEA-32DFD675F49F}"/>
                </a:ext>
              </a:extLst>
            </p:cNvPr>
            <p:cNvSpPr>
              <a:spLocks noChangeShapeType="1"/>
            </p:cNvSpPr>
            <p:nvPr/>
          </p:nvSpPr>
          <p:spPr bwMode="auto">
            <a:xfrm>
              <a:off x="5526304" y="4054343"/>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0" name="Text Box 24">
              <a:extLst>
                <a:ext uri="{FF2B5EF4-FFF2-40B4-BE49-F238E27FC236}">
                  <a16:creationId xmlns:a16="http://schemas.microsoft.com/office/drawing/2014/main" id="{F2F70B00-2A56-4992-8ACB-38D19CCAB8B9}"/>
                </a:ext>
              </a:extLst>
            </p:cNvPr>
            <p:cNvSpPr txBox="1">
              <a:spLocks noChangeArrowheads="1"/>
            </p:cNvSpPr>
            <p:nvPr/>
          </p:nvSpPr>
          <p:spPr bwMode="auto">
            <a:xfrm>
              <a:off x="7910176" y="3980267"/>
              <a:ext cx="3869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E</a:t>
              </a:r>
            </a:p>
          </p:txBody>
        </p:sp>
        <p:sp>
          <p:nvSpPr>
            <p:cNvPr id="31" name="Line 25">
              <a:extLst>
                <a:ext uri="{FF2B5EF4-FFF2-40B4-BE49-F238E27FC236}">
                  <a16:creationId xmlns:a16="http://schemas.microsoft.com/office/drawing/2014/main" id="{AAC6DBA9-CD80-4778-8453-143B9E0F6F3F}"/>
                </a:ext>
              </a:extLst>
            </p:cNvPr>
            <p:cNvSpPr>
              <a:spLocks noChangeShapeType="1"/>
            </p:cNvSpPr>
            <p:nvPr/>
          </p:nvSpPr>
          <p:spPr bwMode="auto">
            <a:xfrm>
              <a:off x="8000664" y="4062905"/>
              <a:ext cx="215900" cy="0"/>
            </a:xfrm>
            <a:prstGeom prst="line">
              <a:avLst/>
            </a:prstGeom>
            <a:noFill/>
            <a:ln w="12700">
              <a:solidFill>
                <a:srgbClr val="FF0000"/>
              </a:solidFill>
              <a:round/>
              <a:headEnd/>
              <a:tailEnd type="stealth" w="med" len="med"/>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sp>
        <p:nvSpPr>
          <p:cNvPr id="5" name="AutoShape 74">
            <a:extLst>
              <a:ext uri="{FF2B5EF4-FFF2-40B4-BE49-F238E27FC236}">
                <a16:creationId xmlns:a16="http://schemas.microsoft.com/office/drawing/2014/main" id="{E868E891-B685-1222-DE2E-013017E6351E}"/>
              </a:ext>
            </a:extLst>
          </p:cNvPr>
          <p:cNvSpPr>
            <a:spLocks noChangeArrowheads="1"/>
          </p:cNvSpPr>
          <p:nvPr/>
        </p:nvSpPr>
        <p:spPr bwMode="auto">
          <a:xfrm rot="16200000" flipH="1">
            <a:off x="5365474" y="4149802"/>
            <a:ext cx="798436" cy="358775"/>
          </a:xfrm>
          <a:prstGeom prst="rightArrow">
            <a:avLst>
              <a:gd name="adj1" fmla="val 50000"/>
              <a:gd name="adj2" fmla="val 11690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72000" rIns="108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dirty="0">
              <a:solidFill>
                <a:srgbClr val="000000"/>
              </a:solidFill>
              <a:latin typeface="Arial" panose="020B0604020202020204" pitchFamily="34" charset="0"/>
            </a:endParaRPr>
          </a:p>
        </p:txBody>
      </p:sp>
    </p:spTree>
    <p:extLst>
      <p:ext uri="{BB962C8B-B14F-4D97-AF65-F5344CB8AC3E}">
        <p14:creationId xmlns:p14="http://schemas.microsoft.com/office/powerpoint/2010/main" val="199081592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par>
                                <p:cTn id="11" presetID="9"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5652"/>
                                        </p:tgtEl>
                                        <p:attrNameLst>
                                          <p:attrName>style.visibility</p:attrName>
                                        </p:attrNameLst>
                                      </p:cBhvr>
                                      <p:to>
                                        <p:strVal val="visible"/>
                                      </p:to>
                                    </p:set>
                                    <p:animEffect transition="in" filter="dissolve">
                                      <p:cBhvr>
                                        <p:cTn id="18" dur="500"/>
                                        <p:tgtEl>
                                          <p:spTgt spid="25652"/>
                                        </p:tgtEl>
                                      </p:cBhvr>
                                    </p:animEffect>
                                  </p:childTnLst>
                                </p:cTn>
                              </p:par>
                            </p:childTnLst>
                          </p:cTn>
                        </p:par>
                      </p:childTnLst>
                    </p:cTn>
                  </p:par>
                  <p:par>
                    <p:cTn id="19" fill="hold">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25646"/>
                                        </p:tgtEl>
                                        <p:attrNameLst>
                                          <p:attrName>style.visibility</p:attrName>
                                        </p:attrNameLst>
                                      </p:cBhvr>
                                      <p:to>
                                        <p:strVal val="visible"/>
                                      </p:to>
                                    </p:set>
                                    <p:animEffect transition="in" filter="wipe(up)">
                                      <p:cBhvr>
                                        <p:cTn id="23" dur="500"/>
                                        <p:tgtEl>
                                          <p:spTgt spid="25646"/>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272" fill="hold" grpId="0" nodeType="clickEffect">
                                  <p:stCondLst>
                                    <p:cond delay="0"/>
                                  </p:stCondLst>
                                  <p:childTnLst>
                                    <p:set>
                                      <p:cBhvr>
                                        <p:cTn id="27" dur="1" fill="hold">
                                          <p:stCondLst>
                                            <p:cond delay="0"/>
                                          </p:stCondLst>
                                        </p:cTn>
                                        <p:tgtEl>
                                          <p:spTgt spid="27688"/>
                                        </p:tgtEl>
                                        <p:attrNameLst>
                                          <p:attrName>style.visibility</p:attrName>
                                        </p:attrNameLst>
                                      </p:cBhvr>
                                      <p:to>
                                        <p:strVal val="visible"/>
                                      </p:to>
                                    </p:set>
                                    <p:anim calcmode="lin" valueType="num">
                                      <p:cBhvr>
                                        <p:cTn id="28" dur="500" fill="hold"/>
                                        <p:tgtEl>
                                          <p:spTgt spid="27688"/>
                                        </p:tgtEl>
                                        <p:attrNameLst>
                                          <p:attrName>ppt_w</p:attrName>
                                        </p:attrNameLst>
                                      </p:cBhvr>
                                      <p:tavLst>
                                        <p:tav tm="0">
                                          <p:val>
                                            <p:strVal val="2/3*#ppt_w"/>
                                          </p:val>
                                        </p:tav>
                                        <p:tav tm="100000">
                                          <p:val>
                                            <p:strVal val="#ppt_w"/>
                                          </p:val>
                                        </p:tav>
                                      </p:tavLst>
                                    </p:anim>
                                    <p:anim calcmode="lin" valueType="num">
                                      <p:cBhvr>
                                        <p:cTn id="29" dur="500" fill="hold"/>
                                        <p:tgtEl>
                                          <p:spTgt spid="27688"/>
                                        </p:tgtEl>
                                        <p:attrNameLst>
                                          <p:attrName>ppt_h</p:attrName>
                                        </p:attrNameLst>
                                      </p:cBhvr>
                                      <p:tavLst>
                                        <p:tav tm="0">
                                          <p:val>
                                            <p:strVal val="2/3*#ppt_h"/>
                                          </p:val>
                                        </p:tav>
                                        <p:tav tm="100000">
                                          <p:val>
                                            <p:strVal val="#ppt_h"/>
                                          </p:val>
                                        </p:tav>
                                      </p:tavLst>
                                    </p:anim>
                                  </p:childTnLst>
                                </p:cTn>
                              </p:par>
                              <p:par>
                                <p:cTn id="30" presetID="23" presetClass="entr" presetSubtype="272" fill="hold" grpId="0" nodeType="withEffect">
                                  <p:stCondLst>
                                    <p:cond delay="0"/>
                                  </p:stCondLst>
                                  <p:childTnLst>
                                    <p:set>
                                      <p:cBhvr>
                                        <p:cTn id="31" dur="1" fill="hold">
                                          <p:stCondLst>
                                            <p:cond delay="0"/>
                                          </p:stCondLst>
                                        </p:cTn>
                                        <p:tgtEl>
                                          <p:spTgt spid="27685"/>
                                        </p:tgtEl>
                                        <p:attrNameLst>
                                          <p:attrName>style.visibility</p:attrName>
                                        </p:attrNameLst>
                                      </p:cBhvr>
                                      <p:to>
                                        <p:strVal val="visible"/>
                                      </p:to>
                                    </p:set>
                                    <p:anim calcmode="lin" valueType="num">
                                      <p:cBhvr>
                                        <p:cTn id="32" dur="500" fill="hold"/>
                                        <p:tgtEl>
                                          <p:spTgt spid="27685"/>
                                        </p:tgtEl>
                                        <p:attrNameLst>
                                          <p:attrName>ppt_w</p:attrName>
                                        </p:attrNameLst>
                                      </p:cBhvr>
                                      <p:tavLst>
                                        <p:tav tm="0">
                                          <p:val>
                                            <p:strVal val="2/3*#ppt_w"/>
                                          </p:val>
                                        </p:tav>
                                        <p:tav tm="100000">
                                          <p:val>
                                            <p:strVal val="#ppt_w"/>
                                          </p:val>
                                        </p:tav>
                                      </p:tavLst>
                                    </p:anim>
                                    <p:anim calcmode="lin" valueType="num">
                                      <p:cBhvr>
                                        <p:cTn id="33" dur="500" fill="hold"/>
                                        <p:tgtEl>
                                          <p:spTgt spid="27685"/>
                                        </p:tgtEl>
                                        <p:attrNameLst>
                                          <p:attrName>ppt_h</p:attrName>
                                        </p:attrNameLst>
                                      </p:cBhvr>
                                      <p:tavLst>
                                        <p:tav tm="0">
                                          <p:val>
                                            <p:strVal val="2/3*#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3" presetClass="entr" presetSubtype="272" fill="hold" grpId="0" nodeType="clickEffect">
                                  <p:stCondLst>
                                    <p:cond delay="0"/>
                                  </p:stCondLst>
                                  <p:childTnLst>
                                    <p:set>
                                      <p:cBhvr>
                                        <p:cTn id="37" dur="1" fill="hold">
                                          <p:stCondLst>
                                            <p:cond delay="0"/>
                                          </p:stCondLst>
                                        </p:cTn>
                                        <p:tgtEl>
                                          <p:spTgt spid="25641"/>
                                        </p:tgtEl>
                                        <p:attrNameLst>
                                          <p:attrName>style.visibility</p:attrName>
                                        </p:attrNameLst>
                                      </p:cBhvr>
                                      <p:to>
                                        <p:strVal val="visible"/>
                                      </p:to>
                                    </p:set>
                                    <p:anim calcmode="lin" valueType="num">
                                      <p:cBhvr>
                                        <p:cTn id="38" dur="500" fill="hold"/>
                                        <p:tgtEl>
                                          <p:spTgt spid="25641"/>
                                        </p:tgtEl>
                                        <p:attrNameLst>
                                          <p:attrName>ppt_w</p:attrName>
                                        </p:attrNameLst>
                                      </p:cBhvr>
                                      <p:tavLst>
                                        <p:tav tm="0">
                                          <p:val>
                                            <p:strVal val="2/3*#ppt_w"/>
                                          </p:val>
                                        </p:tav>
                                        <p:tav tm="100000">
                                          <p:val>
                                            <p:strVal val="#ppt_w"/>
                                          </p:val>
                                        </p:tav>
                                      </p:tavLst>
                                    </p:anim>
                                    <p:anim calcmode="lin" valueType="num">
                                      <p:cBhvr>
                                        <p:cTn id="39" dur="500" fill="hold"/>
                                        <p:tgtEl>
                                          <p:spTgt spid="25641"/>
                                        </p:tgtEl>
                                        <p:attrNameLst>
                                          <p:attrName>ppt_h</p:attrName>
                                        </p:attrNameLst>
                                      </p:cBhvr>
                                      <p:tavLst>
                                        <p:tav tm="0">
                                          <p:val>
                                            <p:strVal val="2/3*#ppt_h"/>
                                          </p:val>
                                        </p:tav>
                                        <p:tav tm="100000">
                                          <p:val>
                                            <p:strVal val="#ppt_h"/>
                                          </p:val>
                                        </p:tav>
                                      </p:tavLst>
                                    </p:anim>
                                  </p:childTnLst>
                                </p:cTn>
                              </p:par>
                              <p:par>
                                <p:cTn id="40" presetID="23" presetClass="entr" presetSubtype="272" fill="hold" grpId="0" nodeType="withEffect">
                                  <p:stCondLst>
                                    <p:cond delay="0"/>
                                  </p:stCondLst>
                                  <p:childTnLst>
                                    <p:set>
                                      <p:cBhvr>
                                        <p:cTn id="41" dur="1" fill="hold">
                                          <p:stCondLst>
                                            <p:cond delay="0"/>
                                          </p:stCondLst>
                                        </p:cTn>
                                        <p:tgtEl>
                                          <p:spTgt spid="25640"/>
                                        </p:tgtEl>
                                        <p:attrNameLst>
                                          <p:attrName>style.visibility</p:attrName>
                                        </p:attrNameLst>
                                      </p:cBhvr>
                                      <p:to>
                                        <p:strVal val="visible"/>
                                      </p:to>
                                    </p:set>
                                    <p:anim calcmode="lin" valueType="num">
                                      <p:cBhvr>
                                        <p:cTn id="42" dur="500" fill="hold"/>
                                        <p:tgtEl>
                                          <p:spTgt spid="25640"/>
                                        </p:tgtEl>
                                        <p:attrNameLst>
                                          <p:attrName>ppt_w</p:attrName>
                                        </p:attrNameLst>
                                      </p:cBhvr>
                                      <p:tavLst>
                                        <p:tav tm="0">
                                          <p:val>
                                            <p:strVal val="2/3*#ppt_w"/>
                                          </p:val>
                                        </p:tav>
                                        <p:tav tm="100000">
                                          <p:val>
                                            <p:strVal val="#ppt_w"/>
                                          </p:val>
                                        </p:tav>
                                      </p:tavLst>
                                    </p:anim>
                                    <p:anim calcmode="lin" valueType="num">
                                      <p:cBhvr>
                                        <p:cTn id="43" dur="500" fill="hold"/>
                                        <p:tgtEl>
                                          <p:spTgt spid="25640"/>
                                        </p:tgtEl>
                                        <p:attrNameLst>
                                          <p:attrName>ppt_h</p:attrName>
                                        </p:attrNameLst>
                                      </p:cBhvr>
                                      <p:tavLst>
                                        <p:tav tm="0">
                                          <p:val>
                                            <p:strVal val="2/3*#ppt_h"/>
                                          </p:val>
                                        </p:tav>
                                        <p:tav tm="100000">
                                          <p:val>
                                            <p:strVal val="#ppt_h"/>
                                          </p:val>
                                        </p:tav>
                                      </p:tavLst>
                                    </p:anim>
                                  </p:childTnLst>
                                </p:cTn>
                              </p:par>
                              <p:par>
                                <p:cTn id="44" presetID="23" presetClass="entr" presetSubtype="272" fill="hold" grpId="0" nodeType="withEffect">
                                  <p:stCondLst>
                                    <p:cond delay="0"/>
                                  </p:stCondLst>
                                  <p:childTnLst>
                                    <p:set>
                                      <p:cBhvr>
                                        <p:cTn id="45" dur="1" fill="hold">
                                          <p:stCondLst>
                                            <p:cond delay="0"/>
                                          </p:stCondLst>
                                        </p:cTn>
                                        <p:tgtEl>
                                          <p:spTgt spid="25639"/>
                                        </p:tgtEl>
                                        <p:attrNameLst>
                                          <p:attrName>style.visibility</p:attrName>
                                        </p:attrNameLst>
                                      </p:cBhvr>
                                      <p:to>
                                        <p:strVal val="visible"/>
                                      </p:to>
                                    </p:set>
                                    <p:anim calcmode="lin" valueType="num">
                                      <p:cBhvr>
                                        <p:cTn id="46" dur="500" fill="hold"/>
                                        <p:tgtEl>
                                          <p:spTgt spid="25639"/>
                                        </p:tgtEl>
                                        <p:attrNameLst>
                                          <p:attrName>ppt_w</p:attrName>
                                        </p:attrNameLst>
                                      </p:cBhvr>
                                      <p:tavLst>
                                        <p:tav tm="0">
                                          <p:val>
                                            <p:strVal val="2/3*#ppt_w"/>
                                          </p:val>
                                        </p:tav>
                                        <p:tav tm="100000">
                                          <p:val>
                                            <p:strVal val="#ppt_w"/>
                                          </p:val>
                                        </p:tav>
                                      </p:tavLst>
                                    </p:anim>
                                    <p:anim calcmode="lin" valueType="num">
                                      <p:cBhvr>
                                        <p:cTn id="47" dur="500" fill="hold"/>
                                        <p:tgtEl>
                                          <p:spTgt spid="25639"/>
                                        </p:tgtEl>
                                        <p:attrNameLst>
                                          <p:attrName>ppt_h</p:attrName>
                                        </p:attrNameLst>
                                      </p:cBhvr>
                                      <p:tavLst>
                                        <p:tav tm="0">
                                          <p:val>
                                            <p:strVal val="2/3*#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up)">
                                      <p:cBhvr>
                                        <p:cTn id="52" dur="500"/>
                                        <p:tgtEl>
                                          <p:spTgt spid="5"/>
                                        </p:tgtEl>
                                      </p:cBhvr>
                                    </p:animEffect>
                                  </p:childTnLst>
                                </p:cTn>
                              </p:par>
                            </p:childTnLst>
                          </p:cTn>
                        </p:par>
                        <p:par>
                          <p:cTn id="53" fill="hold">
                            <p:stCondLst>
                              <p:cond delay="500"/>
                            </p:stCondLst>
                            <p:childTnLst>
                              <p:par>
                                <p:cTn id="54" presetID="22" presetClass="entr" presetSubtype="1" fill="hold" grpId="0" nodeType="afterEffect">
                                  <p:stCondLst>
                                    <p:cond delay="0"/>
                                  </p:stCondLst>
                                  <p:childTnLst>
                                    <p:set>
                                      <p:cBhvr>
                                        <p:cTn id="55" dur="1" fill="hold">
                                          <p:stCondLst>
                                            <p:cond delay="0"/>
                                          </p:stCondLst>
                                        </p:cTn>
                                        <p:tgtEl>
                                          <p:spTgt spid="25642"/>
                                        </p:tgtEl>
                                        <p:attrNameLst>
                                          <p:attrName>style.visibility</p:attrName>
                                        </p:attrNameLst>
                                      </p:cBhvr>
                                      <p:to>
                                        <p:strVal val="visible"/>
                                      </p:to>
                                    </p:set>
                                    <p:animEffect transition="in" filter="wipe(up)">
                                      <p:cBhvr>
                                        <p:cTn id="56" dur="500"/>
                                        <p:tgtEl>
                                          <p:spTgt spid="256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52" grpId="0" animBg="1"/>
      <p:bldP spid="25646" grpId="0" animBg="1"/>
      <p:bldP spid="27688" grpId="0"/>
      <p:bldP spid="27685" grpId="0"/>
      <p:bldP spid="25641" grpId="0" animBg="1"/>
      <p:bldP spid="25642" grpId="0" animBg="1"/>
      <p:bldP spid="25639" grpId="0" animBg="1"/>
      <p:bldP spid="25640"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81" name="Text Box 4"/>
          <p:cNvSpPr txBox="1">
            <a:spLocks noChangeArrowheads="1"/>
          </p:cNvSpPr>
          <p:nvPr/>
        </p:nvSpPr>
        <p:spPr bwMode="auto">
          <a:xfrm>
            <a:off x="1954080" y="1093900"/>
            <a:ext cx="3019426" cy="587375"/>
          </a:xfrm>
          <a:prstGeom prst="rect">
            <a:avLst/>
          </a:prstGeom>
          <a:solidFill>
            <a:schemeClr val="bg2">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1">
                <a:solidFill>
                  <a:srgbClr val="000000"/>
                </a:solidFill>
                <a:latin typeface="Arial" panose="020B0604020202020204" pitchFamily="34" charset="0"/>
              </a:rPr>
              <a:t>Regla de los nudos</a:t>
            </a:r>
          </a:p>
        </p:txBody>
      </p:sp>
      <p:sp>
        <p:nvSpPr>
          <p:cNvPr id="27682" name="Text Box 5"/>
          <p:cNvSpPr txBox="1">
            <a:spLocks noChangeArrowheads="1"/>
          </p:cNvSpPr>
          <p:nvPr/>
        </p:nvSpPr>
        <p:spPr bwMode="auto">
          <a:xfrm>
            <a:off x="1286637" y="1093899"/>
            <a:ext cx="577346" cy="587375"/>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FFFF"/>
                </a:solidFill>
                <a:latin typeface="Arial" panose="020B0604020202020204" pitchFamily="34" charset="0"/>
              </a:rPr>
              <a:t>1ª</a:t>
            </a:r>
          </a:p>
        </p:txBody>
      </p:sp>
      <p:sp>
        <p:nvSpPr>
          <p:cNvPr id="465926" name="Text Box 6"/>
          <p:cNvSpPr txBox="1">
            <a:spLocks noChangeArrowheads="1"/>
          </p:cNvSpPr>
          <p:nvPr/>
        </p:nvSpPr>
        <p:spPr bwMode="auto">
          <a:xfrm>
            <a:off x="5149718" y="939653"/>
            <a:ext cx="5127521" cy="956773"/>
          </a:xfrm>
          <a:prstGeom prst="rect">
            <a:avLst/>
          </a:prstGeom>
          <a:solidFill>
            <a:schemeClr val="accent1">
              <a:lumMod val="60000"/>
              <a:lumOff val="40000"/>
            </a:schemeClr>
          </a:solid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defRPr/>
            </a:pPr>
            <a:r>
              <a:rPr lang="es-ES" sz="2400">
                <a:solidFill>
                  <a:srgbClr val="000000"/>
                </a:solidFill>
                <a:latin typeface="Arial" panose="020B0604020202020204" pitchFamily="34" charset="0"/>
              </a:rPr>
              <a:t>La suma algebraica de las intensidades en un nudo es nula</a:t>
            </a:r>
          </a:p>
        </p:txBody>
      </p:sp>
      <p:sp>
        <p:nvSpPr>
          <p:cNvPr id="465927" name="Text Box 7"/>
          <p:cNvSpPr txBox="1">
            <a:spLocks noChangeArrowheads="1"/>
          </p:cNvSpPr>
          <p:nvPr/>
        </p:nvSpPr>
        <p:spPr bwMode="auto">
          <a:xfrm>
            <a:off x="6715391" y="1973551"/>
            <a:ext cx="3563179" cy="956773"/>
          </a:xfrm>
          <a:prstGeom prst="rect">
            <a:avLst/>
          </a:prstGeom>
          <a:solidFill>
            <a:srgbClr val="FFFF99"/>
          </a:solidFill>
          <a:ln>
            <a:noFill/>
          </a:ln>
        </p:spPr>
        <p:txBody>
          <a:bodyPr wrap="square" lIns="108000" tIns="72000" rIns="108000" bIns="144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SALIENTES</a:t>
            </a:r>
            <a:r>
              <a:rPr lang="es-ES" sz="2400">
                <a:solidFill>
                  <a:srgbClr val="000000"/>
                </a:solidFill>
                <a:latin typeface="Arial" panose="020B0604020202020204" pitchFamily="34" charset="0"/>
              </a:rPr>
              <a:t> signo contrario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ENTRANTES</a:t>
            </a:r>
            <a:endParaRPr lang="es-ES" sz="2400">
              <a:solidFill>
                <a:srgbClr val="000000"/>
              </a:solidFill>
              <a:latin typeface="Arial" panose="020B0604020202020204" pitchFamily="34" charset="0"/>
            </a:endParaRPr>
          </a:p>
        </p:txBody>
      </p:sp>
      <p:grpSp>
        <p:nvGrpSpPr>
          <p:cNvPr id="3" name="Group 8"/>
          <p:cNvGrpSpPr>
            <a:grpSpLocks/>
          </p:cNvGrpSpPr>
          <p:nvPr/>
        </p:nvGrpSpPr>
        <p:grpSpPr bwMode="auto">
          <a:xfrm>
            <a:off x="1316302" y="1865620"/>
            <a:ext cx="2563813" cy="2563813"/>
            <a:chOff x="1004" y="2417"/>
            <a:chExt cx="1615" cy="1615"/>
          </a:xfrm>
        </p:grpSpPr>
        <p:sp>
          <p:nvSpPr>
            <p:cNvPr id="27670" name="Line 9"/>
            <p:cNvSpPr>
              <a:spLocks noChangeShapeType="1"/>
            </p:cNvSpPr>
            <p:nvPr/>
          </p:nvSpPr>
          <p:spPr bwMode="auto">
            <a:xfrm rot="16200000" flipH="1">
              <a:off x="1812" y="2363"/>
              <a:ext cx="0" cy="161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108000" tIns="108000" rIns="108000" bIns="108000" anchor="ctr" anchorCtr="1">
              <a:spAutoFit/>
            </a:bodyPr>
            <a:lstStyle/>
            <a:p>
              <a:pPr>
                <a:spcBef>
                  <a:spcPts val="0"/>
                </a:spcBef>
              </a:pPr>
              <a:endParaRPr lang="es-ES"/>
            </a:p>
          </p:txBody>
        </p:sp>
        <p:sp>
          <p:nvSpPr>
            <p:cNvPr id="27671" name="Line 10"/>
            <p:cNvSpPr>
              <a:spLocks noChangeShapeType="1"/>
            </p:cNvSpPr>
            <p:nvPr/>
          </p:nvSpPr>
          <p:spPr bwMode="auto">
            <a:xfrm flipH="1">
              <a:off x="1806" y="2417"/>
              <a:ext cx="0" cy="161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108000" tIns="108000" rIns="108000" bIns="108000" anchor="ctr" anchorCtr="1">
              <a:spAutoFit/>
            </a:bodyPr>
            <a:lstStyle/>
            <a:p>
              <a:pPr>
                <a:spcBef>
                  <a:spcPts val="0"/>
                </a:spcBef>
              </a:pPr>
              <a:endParaRPr lang="es-ES"/>
            </a:p>
          </p:txBody>
        </p:sp>
        <p:sp>
          <p:nvSpPr>
            <p:cNvPr id="27672" name="Oval 11"/>
            <p:cNvSpPr>
              <a:spLocks noChangeArrowheads="1"/>
            </p:cNvSpPr>
            <p:nvPr/>
          </p:nvSpPr>
          <p:spPr bwMode="auto">
            <a:xfrm>
              <a:off x="1695" y="3069"/>
              <a:ext cx="227" cy="227"/>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000">
                <a:solidFill>
                  <a:srgbClr val="000000"/>
                </a:solidFill>
                <a:latin typeface="Arial" panose="020B0604020202020204" pitchFamily="34" charset="0"/>
              </a:endParaRPr>
            </a:p>
          </p:txBody>
        </p:sp>
        <p:sp>
          <p:nvSpPr>
            <p:cNvPr id="27673" name="Line 12"/>
            <p:cNvSpPr>
              <a:spLocks noChangeShapeType="1"/>
            </p:cNvSpPr>
            <p:nvPr/>
          </p:nvSpPr>
          <p:spPr bwMode="auto">
            <a:xfrm>
              <a:off x="1803" y="2696"/>
              <a:ext cx="0" cy="185"/>
            </a:xfrm>
            <a:prstGeom prst="line">
              <a:avLst/>
            </a:prstGeom>
            <a:noFill/>
            <a:ln w="127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108000" tIns="108000" rIns="108000" bIns="108000" anchor="ctr" anchorCtr="1">
              <a:spAutoFit/>
            </a:bodyPr>
            <a:lstStyle/>
            <a:p>
              <a:pPr>
                <a:spcBef>
                  <a:spcPts val="0"/>
                </a:spcBef>
              </a:pPr>
              <a:endParaRPr lang="es-ES"/>
            </a:p>
          </p:txBody>
        </p:sp>
        <p:sp>
          <p:nvSpPr>
            <p:cNvPr id="27674" name="Line 13"/>
            <p:cNvSpPr>
              <a:spLocks noChangeShapeType="1"/>
            </p:cNvSpPr>
            <p:nvPr/>
          </p:nvSpPr>
          <p:spPr bwMode="auto">
            <a:xfrm>
              <a:off x="1809" y="3472"/>
              <a:ext cx="0" cy="185"/>
            </a:xfrm>
            <a:prstGeom prst="line">
              <a:avLst/>
            </a:prstGeom>
            <a:noFill/>
            <a:ln w="127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108000" tIns="108000" rIns="108000" bIns="108000" anchor="ctr" anchorCtr="1">
              <a:spAutoFit/>
            </a:bodyPr>
            <a:lstStyle/>
            <a:p>
              <a:pPr>
                <a:spcBef>
                  <a:spcPts val="0"/>
                </a:spcBef>
              </a:pPr>
              <a:endParaRPr lang="es-ES"/>
            </a:p>
          </p:txBody>
        </p:sp>
        <p:sp>
          <p:nvSpPr>
            <p:cNvPr id="27675" name="Line 14"/>
            <p:cNvSpPr>
              <a:spLocks noChangeShapeType="1"/>
            </p:cNvSpPr>
            <p:nvPr/>
          </p:nvSpPr>
          <p:spPr bwMode="auto">
            <a:xfrm rot="5400000">
              <a:off x="1335" y="3074"/>
              <a:ext cx="0" cy="185"/>
            </a:xfrm>
            <a:prstGeom prst="line">
              <a:avLst/>
            </a:prstGeom>
            <a:noFill/>
            <a:ln w="127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108000" tIns="108000" rIns="108000" bIns="108000" anchor="ctr" anchorCtr="1">
              <a:spAutoFit/>
            </a:bodyPr>
            <a:lstStyle/>
            <a:p>
              <a:pPr>
                <a:spcBef>
                  <a:spcPts val="0"/>
                </a:spcBef>
              </a:pPr>
              <a:endParaRPr lang="es-ES"/>
            </a:p>
          </p:txBody>
        </p:sp>
        <p:sp>
          <p:nvSpPr>
            <p:cNvPr id="27676" name="Line 15"/>
            <p:cNvSpPr>
              <a:spLocks noChangeShapeType="1"/>
            </p:cNvSpPr>
            <p:nvPr/>
          </p:nvSpPr>
          <p:spPr bwMode="auto">
            <a:xfrm rot="16200000" flipH="1">
              <a:off x="2268" y="3077"/>
              <a:ext cx="0" cy="185"/>
            </a:xfrm>
            <a:prstGeom prst="line">
              <a:avLst/>
            </a:prstGeom>
            <a:noFill/>
            <a:ln w="127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108000" tIns="108000" rIns="108000" bIns="108000" anchor="ctr" anchorCtr="1">
              <a:spAutoFit/>
            </a:bodyPr>
            <a:lstStyle/>
            <a:p>
              <a:pPr>
                <a:spcBef>
                  <a:spcPts val="0"/>
                </a:spcBef>
              </a:pPr>
              <a:endParaRPr lang="es-ES"/>
            </a:p>
          </p:txBody>
        </p:sp>
        <p:sp>
          <p:nvSpPr>
            <p:cNvPr id="27677" name="Text Box 16"/>
            <p:cNvSpPr txBox="1">
              <a:spLocks noChangeArrowheads="1"/>
            </p:cNvSpPr>
            <p:nvPr/>
          </p:nvSpPr>
          <p:spPr bwMode="auto">
            <a:xfrm>
              <a:off x="1507" y="2493"/>
              <a:ext cx="30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8000"/>
                  </a:solidFill>
                  <a:latin typeface="Comic Sans MS" panose="030F0702030302020204" pitchFamily="66" charset="0"/>
                </a:rPr>
                <a:t>I</a:t>
              </a:r>
              <a:r>
                <a:rPr lang="es-ES" sz="2400" baseline="-25000">
                  <a:solidFill>
                    <a:srgbClr val="008000"/>
                  </a:solidFill>
                  <a:latin typeface="Comic Sans MS" panose="030F0702030302020204" pitchFamily="66" charset="0"/>
                </a:rPr>
                <a:t>1</a:t>
              </a:r>
              <a:endParaRPr lang="es-ES" sz="2400">
                <a:solidFill>
                  <a:srgbClr val="008000"/>
                </a:solidFill>
                <a:latin typeface="Comic Sans MS" panose="030F0702030302020204" pitchFamily="66" charset="0"/>
              </a:endParaRPr>
            </a:p>
          </p:txBody>
        </p:sp>
        <p:sp>
          <p:nvSpPr>
            <p:cNvPr id="27678" name="Text Box 17"/>
            <p:cNvSpPr txBox="1">
              <a:spLocks noChangeArrowheads="1"/>
            </p:cNvSpPr>
            <p:nvPr/>
          </p:nvSpPr>
          <p:spPr bwMode="auto">
            <a:xfrm>
              <a:off x="2154" y="2759"/>
              <a:ext cx="32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8000"/>
                  </a:solidFill>
                  <a:latin typeface="Comic Sans MS" panose="030F0702030302020204" pitchFamily="66" charset="0"/>
                </a:rPr>
                <a:t>I</a:t>
              </a:r>
              <a:r>
                <a:rPr lang="es-ES" sz="2400" baseline="-25000">
                  <a:solidFill>
                    <a:srgbClr val="008000"/>
                  </a:solidFill>
                  <a:latin typeface="Comic Sans MS" panose="030F0702030302020204" pitchFamily="66" charset="0"/>
                </a:rPr>
                <a:t>2</a:t>
              </a:r>
              <a:endParaRPr lang="es-ES" sz="2400">
                <a:solidFill>
                  <a:srgbClr val="008000"/>
                </a:solidFill>
                <a:latin typeface="Comic Sans MS" panose="030F0702030302020204" pitchFamily="66" charset="0"/>
              </a:endParaRPr>
            </a:p>
          </p:txBody>
        </p:sp>
        <p:sp>
          <p:nvSpPr>
            <p:cNvPr id="27679" name="Text Box 18"/>
            <p:cNvSpPr txBox="1">
              <a:spLocks noChangeArrowheads="1"/>
            </p:cNvSpPr>
            <p:nvPr/>
          </p:nvSpPr>
          <p:spPr bwMode="auto">
            <a:xfrm>
              <a:off x="1833" y="3395"/>
              <a:ext cx="32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8000"/>
                  </a:solidFill>
                  <a:latin typeface="Comic Sans MS" panose="030F0702030302020204" pitchFamily="66" charset="0"/>
                </a:rPr>
                <a:t>I</a:t>
              </a:r>
              <a:r>
                <a:rPr lang="es-ES" sz="2400" baseline="-25000">
                  <a:solidFill>
                    <a:srgbClr val="008000"/>
                  </a:solidFill>
                  <a:latin typeface="Comic Sans MS" panose="030F0702030302020204" pitchFamily="66" charset="0"/>
                </a:rPr>
                <a:t>3</a:t>
              </a:r>
              <a:endParaRPr lang="es-ES" sz="2400">
                <a:solidFill>
                  <a:srgbClr val="008000"/>
                </a:solidFill>
                <a:latin typeface="Comic Sans MS" panose="030F0702030302020204" pitchFamily="66" charset="0"/>
              </a:endParaRPr>
            </a:p>
          </p:txBody>
        </p:sp>
        <p:sp>
          <p:nvSpPr>
            <p:cNvPr id="27680" name="Text Box 19"/>
            <p:cNvSpPr txBox="1">
              <a:spLocks noChangeArrowheads="1"/>
            </p:cNvSpPr>
            <p:nvPr/>
          </p:nvSpPr>
          <p:spPr bwMode="auto">
            <a:xfrm>
              <a:off x="1204" y="3167"/>
              <a:ext cx="32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008000"/>
                  </a:solidFill>
                  <a:latin typeface="Comic Sans MS" panose="030F0702030302020204" pitchFamily="66" charset="0"/>
                </a:rPr>
                <a:t>I</a:t>
              </a:r>
              <a:r>
                <a:rPr lang="es-ES" sz="2400" baseline="-25000">
                  <a:solidFill>
                    <a:srgbClr val="008000"/>
                  </a:solidFill>
                  <a:latin typeface="Comic Sans MS" panose="030F0702030302020204" pitchFamily="66" charset="0"/>
                </a:rPr>
                <a:t>4</a:t>
              </a:r>
              <a:endParaRPr lang="es-ES" sz="2400">
                <a:solidFill>
                  <a:srgbClr val="008000"/>
                </a:solidFill>
                <a:latin typeface="Comic Sans MS" panose="030F0702030302020204" pitchFamily="66" charset="0"/>
              </a:endParaRPr>
            </a:p>
          </p:txBody>
        </p:sp>
      </p:grpSp>
      <p:sp>
        <p:nvSpPr>
          <p:cNvPr id="465940" name="Text Box 20"/>
          <p:cNvSpPr txBox="1">
            <a:spLocks noChangeArrowheads="1"/>
          </p:cNvSpPr>
          <p:nvPr/>
        </p:nvSpPr>
        <p:spPr bwMode="auto">
          <a:xfrm>
            <a:off x="4373380" y="2953431"/>
            <a:ext cx="2940008" cy="58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1</a:t>
            </a:r>
            <a:r>
              <a:rPr lang="es-ES" sz="2400" dirty="0">
                <a:solidFill>
                  <a:srgbClr val="000000"/>
                </a:solidFill>
                <a:latin typeface="Comic Sans MS" panose="030F0702030302020204" pitchFamily="66" charset="0"/>
              </a:rPr>
              <a:t> </a:t>
            </a:r>
            <a:r>
              <a:rPr lang="es-ES" sz="2400" dirty="0">
                <a:solidFill>
                  <a:srgbClr val="000000"/>
                </a:solidFill>
                <a:latin typeface="Comic Sans MS" panose="030F0702030302020204" pitchFamily="66" charset="0"/>
                <a:sym typeface="Symbol" panose="05050102010706020507" pitchFamily="18" charset="2"/>
              </a:rPr>
              <a:t> </a:t>
            </a: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2</a:t>
            </a:r>
            <a:r>
              <a:rPr lang="es-ES" sz="2400" dirty="0">
                <a:solidFill>
                  <a:srgbClr val="000000"/>
                </a:solidFill>
                <a:latin typeface="Comic Sans MS" panose="030F0702030302020204" pitchFamily="66" charset="0"/>
              </a:rPr>
              <a:t> </a:t>
            </a:r>
            <a:r>
              <a:rPr lang="es-ES" sz="2400" dirty="0">
                <a:solidFill>
                  <a:srgbClr val="000000"/>
                </a:solidFill>
                <a:latin typeface="Comic Sans MS" panose="030F0702030302020204" pitchFamily="66" charset="0"/>
                <a:sym typeface="Symbol" panose="05050102010706020507" pitchFamily="18" charset="2"/>
              </a:rPr>
              <a:t> I</a:t>
            </a:r>
            <a:r>
              <a:rPr lang="es-ES" sz="2400" baseline="-25000" dirty="0">
                <a:solidFill>
                  <a:srgbClr val="000000"/>
                </a:solidFill>
                <a:latin typeface="Comic Sans MS" panose="030F0702030302020204" pitchFamily="66" charset="0"/>
                <a:sym typeface="Symbol" panose="05050102010706020507" pitchFamily="18" charset="2"/>
              </a:rPr>
              <a:t>3</a:t>
            </a:r>
            <a:r>
              <a:rPr lang="es-ES" sz="2400" dirty="0">
                <a:solidFill>
                  <a:srgbClr val="000000"/>
                </a:solidFill>
                <a:latin typeface="Comic Sans MS" panose="030F0702030302020204" pitchFamily="66" charset="0"/>
                <a:sym typeface="Symbol" panose="05050102010706020507" pitchFamily="18" charset="2"/>
              </a:rPr>
              <a:t>  I</a:t>
            </a:r>
            <a:r>
              <a:rPr lang="es-ES" sz="2400" baseline="-25000" dirty="0">
                <a:solidFill>
                  <a:srgbClr val="000000"/>
                </a:solidFill>
                <a:latin typeface="Comic Sans MS" panose="030F0702030302020204" pitchFamily="66" charset="0"/>
                <a:sym typeface="Symbol" panose="05050102010706020507" pitchFamily="18" charset="2"/>
              </a:rPr>
              <a:t>4</a:t>
            </a:r>
            <a:r>
              <a:rPr lang="es-ES" sz="2400" dirty="0">
                <a:solidFill>
                  <a:srgbClr val="000000"/>
                </a:solidFill>
                <a:latin typeface="Comic Sans MS" panose="030F0702030302020204" pitchFamily="66" charset="0"/>
                <a:sym typeface="Symbol" panose="05050102010706020507" pitchFamily="18" charset="2"/>
              </a:rPr>
              <a:t> = 0</a:t>
            </a:r>
          </a:p>
        </p:txBody>
      </p:sp>
      <p:sp>
        <p:nvSpPr>
          <p:cNvPr id="465941" name="Text Box 21"/>
          <p:cNvSpPr txBox="1">
            <a:spLocks noChangeArrowheads="1"/>
          </p:cNvSpPr>
          <p:nvPr/>
        </p:nvSpPr>
        <p:spPr bwMode="auto">
          <a:xfrm>
            <a:off x="7258746" y="2937101"/>
            <a:ext cx="2845432" cy="58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Comic Sans MS" panose="030F0702030302020204" pitchFamily="66" charset="0"/>
                <a:sym typeface="Symbol" panose="05050102010706020507" pitchFamily="18" charset="2"/>
              </a:rPr>
              <a:t>  </a:t>
            </a: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1</a:t>
            </a:r>
            <a:r>
              <a:rPr lang="es-ES" sz="2400" dirty="0">
                <a:solidFill>
                  <a:srgbClr val="000000"/>
                </a:solidFill>
                <a:latin typeface="Comic Sans MS" panose="030F0702030302020204" pitchFamily="66" charset="0"/>
              </a:rPr>
              <a:t> </a:t>
            </a:r>
            <a:r>
              <a:rPr lang="es-ES" sz="2400" dirty="0">
                <a:solidFill>
                  <a:srgbClr val="000000"/>
                </a:solidFill>
                <a:latin typeface="Comic Sans MS" panose="030F0702030302020204" pitchFamily="66" charset="0"/>
                <a:sym typeface="Symbol" panose="05050102010706020507" pitchFamily="18" charset="2"/>
              </a:rPr>
              <a:t>= </a:t>
            </a: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2</a:t>
            </a:r>
            <a:r>
              <a:rPr lang="es-ES" sz="2400" dirty="0">
                <a:solidFill>
                  <a:srgbClr val="000000"/>
                </a:solidFill>
                <a:latin typeface="Comic Sans MS" panose="030F0702030302020204" pitchFamily="66" charset="0"/>
              </a:rPr>
              <a:t> </a:t>
            </a:r>
            <a:r>
              <a:rPr lang="es-ES" sz="2400" dirty="0">
                <a:solidFill>
                  <a:srgbClr val="000000"/>
                </a:solidFill>
                <a:latin typeface="Comic Sans MS" panose="030F0702030302020204" pitchFamily="66" charset="0"/>
                <a:sym typeface="Symbol" panose="05050102010706020507" pitchFamily="18" charset="2"/>
              </a:rPr>
              <a:t>+ I</a:t>
            </a:r>
            <a:r>
              <a:rPr lang="es-ES" sz="2400" baseline="-25000" dirty="0">
                <a:solidFill>
                  <a:srgbClr val="000000"/>
                </a:solidFill>
                <a:latin typeface="Comic Sans MS" panose="030F0702030302020204" pitchFamily="66" charset="0"/>
                <a:sym typeface="Symbol" panose="05050102010706020507" pitchFamily="18" charset="2"/>
              </a:rPr>
              <a:t>3</a:t>
            </a:r>
            <a:r>
              <a:rPr lang="es-ES" sz="2400" dirty="0">
                <a:solidFill>
                  <a:srgbClr val="000000"/>
                </a:solidFill>
                <a:latin typeface="Comic Sans MS" panose="030F0702030302020204" pitchFamily="66" charset="0"/>
                <a:sym typeface="Symbol" panose="05050102010706020507" pitchFamily="18" charset="2"/>
              </a:rPr>
              <a:t> + I</a:t>
            </a:r>
            <a:r>
              <a:rPr lang="es-ES" sz="2400" baseline="-25000" dirty="0">
                <a:solidFill>
                  <a:srgbClr val="000000"/>
                </a:solidFill>
                <a:latin typeface="Comic Sans MS" panose="030F0702030302020204" pitchFamily="66" charset="0"/>
                <a:sym typeface="Symbol" panose="05050102010706020507" pitchFamily="18" charset="2"/>
              </a:rPr>
              <a:t>4</a:t>
            </a:r>
            <a:endParaRPr lang="es-ES" sz="2400" dirty="0">
              <a:solidFill>
                <a:srgbClr val="000000"/>
              </a:solidFill>
              <a:latin typeface="Comic Sans MS" panose="030F0702030302020204" pitchFamily="66" charset="0"/>
              <a:sym typeface="Symbol" panose="05050102010706020507" pitchFamily="18" charset="2"/>
            </a:endParaRPr>
          </a:p>
        </p:txBody>
      </p:sp>
      <p:sp>
        <p:nvSpPr>
          <p:cNvPr id="27669" name="Text Box 22"/>
          <p:cNvSpPr txBox="1">
            <a:spLocks noChangeArrowheads="1"/>
          </p:cNvSpPr>
          <p:nvPr/>
        </p:nvSpPr>
        <p:spPr bwMode="auto">
          <a:xfrm>
            <a:off x="4041344" y="3593992"/>
            <a:ext cx="2210220" cy="956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r" eaLnBrk="1" hangingPunct="1">
              <a:spcBef>
                <a:spcPts val="0"/>
              </a:spcBef>
              <a:buFontTx/>
              <a:buNone/>
            </a:pPr>
            <a:r>
              <a:rPr lang="es-ES" sz="2400">
                <a:solidFill>
                  <a:srgbClr val="000000"/>
                </a:solidFill>
                <a:latin typeface="Arial" panose="020B0604020202020204" pitchFamily="34" charset="0"/>
                <a:sym typeface="Symbol" panose="05050102010706020507" pitchFamily="18" charset="2"/>
              </a:rPr>
              <a:t>Es lo mismo </a:t>
            </a:r>
            <a:r>
              <a:rPr lang="es-ES" sz="2400" dirty="0">
                <a:solidFill>
                  <a:srgbClr val="000000"/>
                </a:solidFill>
                <a:latin typeface="Arial" panose="020B0604020202020204" pitchFamily="34" charset="0"/>
                <a:sym typeface="Symbol" panose="05050102010706020507" pitchFamily="18" charset="2"/>
              </a:rPr>
              <a:t>que:</a:t>
            </a:r>
            <a:endParaRPr lang="es-ES" sz="2400" baseline="-25000" dirty="0">
              <a:latin typeface="Comic Sans MS" panose="030F0702030302020204" pitchFamily="66" charset="0"/>
              <a:sym typeface="Symbol" panose="05050102010706020507" pitchFamily="18" charset="2"/>
            </a:endParaRPr>
          </a:p>
        </p:txBody>
      </p:sp>
      <p:sp>
        <p:nvSpPr>
          <p:cNvPr id="465943" name="Text Box 23"/>
          <p:cNvSpPr txBox="1">
            <a:spLocks noChangeArrowheads="1"/>
          </p:cNvSpPr>
          <p:nvPr/>
        </p:nvSpPr>
        <p:spPr bwMode="auto">
          <a:xfrm>
            <a:off x="1375887" y="5628385"/>
            <a:ext cx="9064933" cy="1326105"/>
          </a:xfrm>
          <a:prstGeom prst="rect">
            <a:avLst/>
          </a:prstGeom>
          <a:no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latin typeface="Arial" panose="020B0604020202020204" pitchFamily="34" charset="0"/>
                <a:sym typeface="Symbol" panose="05050102010706020507" pitchFamily="18" charset="2"/>
              </a:rPr>
              <a:t>En </a:t>
            </a:r>
            <a:r>
              <a:rPr lang="es-ES" sz="2400" dirty="0">
                <a:solidFill>
                  <a:srgbClr val="3333FF"/>
                </a:solidFill>
                <a:latin typeface="Arial" panose="020B0604020202020204" pitchFamily="34" charset="0"/>
                <a:sym typeface="Symbol" panose="05050102010706020507" pitchFamily="18" charset="2"/>
              </a:rPr>
              <a:t>corriente continua</a:t>
            </a:r>
            <a:r>
              <a:rPr lang="es-ES" sz="2400" dirty="0">
                <a:latin typeface="Arial" panose="020B0604020202020204" pitchFamily="34" charset="0"/>
                <a:sym typeface="Symbol" panose="05050102010706020507" pitchFamily="18" charset="2"/>
              </a:rPr>
              <a:t>, al ser todo cte., se debe verificar. Si no, se acumularía carga, se dependería del tiempo y nada sería cte.. En general, se verifica, porque no se acumula carga en un nudo</a:t>
            </a:r>
          </a:p>
        </p:txBody>
      </p:sp>
      <p:grpSp>
        <p:nvGrpSpPr>
          <p:cNvPr id="4" name="Group 30"/>
          <p:cNvGrpSpPr>
            <a:grpSpLocks/>
          </p:cNvGrpSpPr>
          <p:nvPr/>
        </p:nvGrpSpPr>
        <p:grpSpPr bwMode="auto">
          <a:xfrm>
            <a:off x="6787373" y="1432176"/>
            <a:ext cx="1367891" cy="554234"/>
            <a:chOff x="2168" y="2005"/>
            <a:chExt cx="797" cy="513"/>
          </a:xfrm>
        </p:grpSpPr>
        <p:sp>
          <p:nvSpPr>
            <p:cNvPr id="27666" name="Line 28"/>
            <p:cNvSpPr>
              <a:spLocks noChangeShapeType="1"/>
            </p:cNvSpPr>
            <p:nvPr/>
          </p:nvSpPr>
          <p:spPr bwMode="auto">
            <a:xfrm flipV="1">
              <a:off x="2168" y="2005"/>
              <a:ext cx="797" cy="0"/>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square" lIns="108000" tIns="108000" rIns="108000" bIns="108000" anchor="ctr" anchorCtr="1">
              <a:spAutoFit/>
            </a:bodyPr>
            <a:lstStyle/>
            <a:p>
              <a:pPr>
                <a:spcBef>
                  <a:spcPts val="0"/>
                </a:spcBef>
              </a:pPr>
              <a:endParaRPr lang="es-ES"/>
            </a:p>
          </p:txBody>
        </p:sp>
        <p:sp>
          <p:nvSpPr>
            <p:cNvPr id="27667" name="Freeform 29"/>
            <p:cNvSpPr>
              <a:spLocks/>
            </p:cNvSpPr>
            <p:nvPr/>
          </p:nvSpPr>
          <p:spPr bwMode="auto">
            <a:xfrm rot="4252129">
              <a:off x="2241" y="2247"/>
              <a:ext cx="488" cy="53"/>
            </a:xfrm>
            <a:custGeom>
              <a:avLst/>
              <a:gdLst>
                <a:gd name="T0" fmla="*/ 0 w 760"/>
                <a:gd name="T1" fmla="*/ 0 h 504"/>
                <a:gd name="T2" fmla="*/ 19 w 760"/>
                <a:gd name="T3" fmla="*/ 368 h 504"/>
                <a:gd name="T4" fmla="*/ 77 w 760"/>
                <a:gd name="T5" fmla="*/ 504 h 504"/>
                <a:gd name="T6" fmla="*/ 0 60000 65536"/>
                <a:gd name="T7" fmla="*/ 0 60000 65536"/>
                <a:gd name="T8" fmla="*/ 0 60000 65536"/>
                <a:gd name="T9" fmla="*/ 0 w 760"/>
                <a:gd name="T10" fmla="*/ 0 h 504"/>
                <a:gd name="T11" fmla="*/ 760 w 760"/>
                <a:gd name="T12" fmla="*/ 504 h 504"/>
              </a:gdLst>
              <a:ahLst/>
              <a:cxnLst>
                <a:cxn ang="T6">
                  <a:pos x="T0" y="T1"/>
                </a:cxn>
                <a:cxn ang="T7">
                  <a:pos x="T2" y="T3"/>
                </a:cxn>
                <a:cxn ang="T8">
                  <a:pos x="T4" y="T5"/>
                </a:cxn>
              </a:cxnLst>
              <a:rect l="T9" t="T10" r="T11" b="T12"/>
              <a:pathLst>
                <a:path w="760" h="504">
                  <a:moveTo>
                    <a:pt x="0" y="0"/>
                  </a:moveTo>
                  <a:cubicBezTo>
                    <a:pt x="32" y="142"/>
                    <a:pt x="65" y="284"/>
                    <a:pt x="192" y="368"/>
                  </a:cubicBezTo>
                  <a:cubicBezTo>
                    <a:pt x="319" y="452"/>
                    <a:pt x="539" y="478"/>
                    <a:pt x="760" y="504"/>
                  </a:cubicBezTo>
                </a:path>
              </a:pathLst>
            </a:custGeom>
            <a:noFill/>
            <a:ln w="38100">
              <a:solidFill>
                <a:srgbClr val="008000"/>
              </a:solidFill>
              <a:round/>
              <a:headEnd/>
              <a:tailEnd type="stealth" w="lg" len="lg"/>
            </a:ln>
            <a:extLst>
              <a:ext uri="{909E8E84-426E-40DD-AFC4-6F175D3DCCD1}">
                <a14:hiddenFill xmlns:a14="http://schemas.microsoft.com/office/drawing/2010/main">
                  <a:solidFill>
                    <a:srgbClr val="FFFFFF"/>
                  </a:solidFill>
                </a14:hiddenFill>
              </a:ext>
            </a:extLst>
          </p:spPr>
          <p:txBody>
            <a:bodyPr wrap="square" lIns="108000" tIns="108000" rIns="108000" bIns="108000" anchor="ctr" anchorCtr="1">
              <a:spAutoFit/>
            </a:bodyPr>
            <a:lstStyle/>
            <a:p>
              <a:pPr>
                <a:spcBef>
                  <a:spcPts val="0"/>
                </a:spcBef>
              </a:pPr>
              <a:endParaRPr lang="es-ES"/>
            </a:p>
          </p:txBody>
        </p:sp>
      </p:grpSp>
      <p:sp>
        <p:nvSpPr>
          <p:cNvPr id="2" name="Text Box 23"/>
          <p:cNvSpPr txBox="1">
            <a:spLocks noChangeArrowheads="1"/>
          </p:cNvSpPr>
          <p:nvPr/>
        </p:nvSpPr>
        <p:spPr bwMode="auto">
          <a:xfrm>
            <a:off x="1406008" y="5171799"/>
            <a:ext cx="9048829" cy="58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Se corresponde con una de las ecuaciones en equilibrio</a:t>
            </a:r>
          </a:p>
        </p:txBody>
      </p:sp>
      <p:grpSp>
        <p:nvGrpSpPr>
          <p:cNvPr id="29736" name="Group 40"/>
          <p:cNvGrpSpPr>
            <a:grpSpLocks/>
          </p:cNvGrpSpPr>
          <p:nvPr/>
        </p:nvGrpSpPr>
        <p:grpSpPr bwMode="auto">
          <a:xfrm>
            <a:off x="4282006" y="1988189"/>
            <a:ext cx="1766892" cy="935038"/>
            <a:chOff x="5703" y="1400"/>
            <a:chExt cx="1113" cy="589"/>
          </a:xfrm>
        </p:grpSpPr>
        <p:sp>
          <p:nvSpPr>
            <p:cNvPr id="27662" name="Rectangle 17"/>
            <p:cNvSpPr>
              <a:spLocks noChangeArrowheads="1"/>
            </p:cNvSpPr>
            <p:nvPr/>
          </p:nvSpPr>
          <p:spPr bwMode="auto">
            <a:xfrm>
              <a:off x="5703" y="1400"/>
              <a:ext cx="1113" cy="585"/>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000">
                <a:latin typeface="Arial" panose="020B0604020202020204" pitchFamily="34" charset="0"/>
              </a:endParaRPr>
            </a:p>
          </p:txBody>
        </p:sp>
        <p:sp>
          <p:nvSpPr>
            <p:cNvPr id="27663" name="Text Box 18"/>
            <p:cNvSpPr txBox="1">
              <a:spLocks noChangeArrowheads="1"/>
            </p:cNvSpPr>
            <p:nvPr/>
          </p:nvSpPr>
          <p:spPr bwMode="auto">
            <a:xfrm>
              <a:off x="5886" y="1423"/>
              <a:ext cx="902" cy="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800" dirty="0">
                  <a:latin typeface="Arial" panose="020B0604020202020204" pitchFamily="34" charset="0"/>
                  <a:sym typeface="Symbol" panose="05050102010706020507" pitchFamily="18" charset="2"/>
                </a:rPr>
                <a:t> </a:t>
              </a:r>
              <a:r>
                <a:rPr lang="es-ES" sz="2800" dirty="0" err="1">
                  <a:latin typeface="Comic Sans MS" panose="030F0702030302020204" pitchFamily="66" charset="0"/>
                  <a:sym typeface="Symbol" panose="05050102010706020507" pitchFamily="18" charset="2"/>
                </a:rPr>
                <a:t>I</a:t>
              </a:r>
              <a:r>
                <a:rPr lang="es-ES" sz="2800" baseline="-25000" dirty="0" err="1">
                  <a:latin typeface="Arial" panose="020B0604020202020204" pitchFamily="34" charset="0"/>
                  <a:sym typeface="Symbol" panose="05050102010706020507" pitchFamily="18" charset="2"/>
                </a:rPr>
                <a:t>i</a:t>
              </a:r>
              <a:r>
                <a:rPr lang="es-ES" sz="2800" dirty="0">
                  <a:latin typeface="Arial" panose="020B0604020202020204" pitchFamily="34" charset="0"/>
                  <a:sym typeface="Symbol" panose="05050102010706020507" pitchFamily="18" charset="2"/>
                </a:rPr>
                <a:t> = 0</a:t>
              </a:r>
            </a:p>
          </p:txBody>
        </p:sp>
        <p:sp>
          <p:nvSpPr>
            <p:cNvPr id="27664" name="Text Box 19"/>
            <p:cNvSpPr txBox="1">
              <a:spLocks noChangeArrowheads="1"/>
            </p:cNvSpPr>
            <p:nvPr/>
          </p:nvSpPr>
          <p:spPr bwMode="auto">
            <a:xfrm>
              <a:off x="5781" y="1697"/>
              <a:ext cx="51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1600" dirty="0">
                  <a:latin typeface="Arial" panose="020B0604020202020204" pitchFamily="34" charset="0"/>
                </a:rPr>
                <a:t>NUDO</a:t>
              </a:r>
            </a:p>
          </p:txBody>
        </p:sp>
      </p:grpSp>
      <p:grpSp>
        <p:nvGrpSpPr>
          <p:cNvPr id="6" name="Grupo 5">
            <a:extLst>
              <a:ext uri="{FF2B5EF4-FFF2-40B4-BE49-F238E27FC236}">
                <a16:creationId xmlns:a16="http://schemas.microsoft.com/office/drawing/2014/main" id="{05336330-84EF-487F-A784-C54A32118381}"/>
              </a:ext>
            </a:extLst>
          </p:cNvPr>
          <p:cNvGrpSpPr/>
          <p:nvPr/>
        </p:nvGrpSpPr>
        <p:grpSpPr>
          <a:xfrm>
            <a:off x="6328819" y="3700037"/>
            <a:ext cx="3965438" cy="844877"/>
            <a:chOff x="6373444" y="4339840"/>
            <a:chExt cx="3965438" cy="844877"/>
          </a:xfrm>
        </p:grpSpPr>
        <p:grpSp>
          <p:nvGrpSpPr>
            <p:cNvPr id="5" name="Grupo 4"/>
            <p:cNvGrpSpPr/>
            <p:nvPr/>
          </p:nvGrpSpPr>
          <p:grpSpPr>
            <a:xfrm>
              <a:off x="6373444" y="4339840"/>
              <a:ext cx="3965438" cy="781796"/>
              <a:chOff x="6721436" y="4705398"/>
              <a:chExt cx="3965438" cy="781796"/>
            </a:xfrm>
          </p:grpSpPr>
          <p:sp>
            <p:nvSpPr>
              <p:cNvPr id="27668" name="Rectangle 31"/>
              <p:cNvSpPr>
                <a:spLocks noChangeArrowheads="1"/>
              </p:cNvSpPr>
              <p:nvPr/>
            </p:nvSpPr>
            <p:spPr bwMode="auto">
              <a:xfrm>
                <a:off x="6721436" y="4705398"/>
                <a:ext cx="3955247" cy="781796"/>
              </a:xfrm>
              <a:prstGeom prst="rect">
                <a:avLst/>
              </a:prstGeom>
              <a:solidFill>
                <a:srgbClr val="99CCFF"/>
              </a:solidFill>
              <a:ln>
                <a:noFill/>
              </a:ln>
              <a:effectLst/>
              <a:extLs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square" lIns="108000" tIns="108000" rIns="108000" bIns="108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spcBef>
                    <a:spcPts val="0"/>
                  </a:spcBef>
                </a:pPr>
                <a:endParaRPr lang="es-ES" sz="2400"/>
              </a:p>
            </p:txBody>
          </p:sp>
          <p:sp>
            <p:nvSpPr>
              <p:cNvPr id="33" name="Text Box 22"/>
              <p:cNvSpPr txBox="1">
                <a:spLocks noChangeArrowheads="1"/>
              </p:cNvSpPr>
              <p:nvPr/>
            </p:nvSpPr>
            <p:spPr bwMode="auto">
              <a:xfrm>
                <a:off x="6957012" y="4711179"/>
                <a:ext cx="3729862" cy="58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Comic Sans MS" panose="030F0702030302020204" pitchFamily="66" charset="0"/>
                    <a:sym typeface="Symbol" panose="05050102010706020507" pitchFamily="18" charset="2"/>
                  </a:rPr>
                  <a:t>I</a:t>
                </a:r>
                <a:r>
                  <a:rPr lang="es-ES" sz="2400" baseline="-25000" dirty="0">
                    <a:latin typeface="Comic Sans MS" panose="030F0702030302020204" pitchFamily="66" charset="0"/>
                    <a:sym typeface="Symbol" panose="05050102010706020507" pitchFamily="18" charset="2"/>
                  </a:rPr>
                  <a:t>ENTRANTE</a:t>
                </a:r>
                <a:r>
                  <a:rPr lang="es-ES" sz="2400" dirty="0">
                    <a:latin typeface="Comic Sans MS" panose="030F0702030302020204" pitchFamily="66" charset="0"/>
                    <a:sym typeface="Symbol" panose="05050102010706020507" pitchFamily="18" charset="2"/>
                  </a:rPr>
                  <a:t> = </a:t>
                </a:r>
                <a:r>
                  <a:rPr lang="es-ES" sz="2400" dirty="0">
                    <a:latin typeface="Arial" panose="020B0604020202020204" pitchFamily="34" charset="0"/>
                    <a:sym typeface="Symbol" panose="05050102010706020507" pitchFamily="18" charset="2"/>
                  </a:rPr>
                  <a:t> </a:t>
                </a:r>
                <a:r>
                  <a:rPr lang="es-ES" sz="2400" dirty="0">
                    <a:latin typeface="Comic Sans MS" panose="030F0702030302020204" pitchFamily="66" charset="0"/>
                    <a:sym typeface="Symbol" panose="05050102010706020507" pitchFamily="18" charset="2"/>
                  </a:rPr>
                  <a:t>I</a:t>
                </a:r>
                <a:r>
                  <a:rPr lang="es-ES" sz="2400" baseline="-25000" dirty="0">
                    <a:latin typeface="Comic Sans MS" panose="030F0702030302020204" pitchFamily="66" charset="0"/>
                    <a:sym typeface="Symbol" panose="05050102010706020507" pitchFamily="18" charset="2"/>
                  </a:rPr>
                  <a:t>SALIENTE</a:t>
                </a:r>
              </a:p>
            </p:txBody>
          </p:sp>
        </p:grpSp>
        <p:sp>
          <p:nvSpPr>
            <p:cNvPr id="34" name="Text Box 19">
              <a:extLst>
                <a:ext uri="{FF2B5EF4-FFF2-40B4-BE49-F238E27FC236}">
                  <a16:creationId xmlns:a16="http://schemas.microsoft.com/office/drawing/2014/main" id="{61231ED5-9377-4FCC-849C-6B1FCBBF4A45}"/>
                </a:ext>
              </a:extLst>
            </p:cNvPr>
            <p:cNvSpPr txBox="1">
              <a:spLocks noChangeArrowheads="1"/>
            </p:cNvSpPr>
            <p:nvPr/>
          </p:nvSpPr>
          <p:spPr bwMode="auto">
            <a:xfrm>
              <a:off x="6441968" y="4721167"/>
              <a:ext cx="82074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1600" dirty="0">
                  <a:latin typeface="Arial" panose="020B0604020202020204" pitchFamily="34" charset="0"/>
                </a:rPr>
                <a:t>NUDO</a:t>
              </a:r>
            </a:p>
          </p:txBody>
        </p:sp>
        <p:sp>
          <p:nvSpPr>
            <p:cNvPr id="35" name="Text Box 19">
              <a:extLst>
                <a:ext uri="{FF2B5EF4-FFF2-40B4-BE49-F238E27FC236}">
                  <a16:creationId xmlns:a16="http://schemas.microsoft.com/office/drawing/2014/main" id="{B8170A40-B558-4B22-8259-4A6F32A225DE}"/>
                </a:ext>
              </a:extLst>
            </p:cNvPr>
            <p:cNvSpPr txBox="1">
              <a:spLocks noChangeArrowheads="1"/>
            </p:cNvSpPr>
            <p:nvPr/>
          </p:nvSpPr>
          <p:spPr bwMode="auto">
            <a:xfrm>
              <a:off x="8401975" y="4710332"/>
              <a:ext cx="82074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1600" dirty="0">
                  <a:latin typeface="Arial" panose="020B0604020202020204" pitchFamily="34" charset="0"/>
                </a:rPr>
                <a:t>NUDO</a:t>
              </a:r>
            </a:p>
          </p:txBody>
        </p:sp>
      </p:grpSp>
      <p:sp>
        <p:nvSpPr>
          <p:cNvPr id="36" name="Text Box 6">
            <a:extLst>
              <a:ext uri="{FF2B5EF4-FFF2-40B4-BE49-F238E27FC236}">
                <a16:creationId xmlns:a16="http://schemas.microsoft.com/office/drawing/2014/main" id="{54005D95-1402-4486-9C24-D83E41C2D37B}"/>
              </a:ext>
            </a:extLst>
          </p:cNvPr>
          <p:cNvSpPr txBox="1">
            <a:spLocks noChangeArrowheads="1"/>
          </p:cNvSpPr>
          <p:nvPr/>
        </p:nvSpPr>
        <p:spPr bwMode="auto">
          <a:xfrm>
            <a:off x="1286637" y="4579420"/>
            <a:ext cx="9000365" cy="587441"/>
          </a:xfrm>
          <a:prstGeom prst="rect">
            <a:avLst/>
          </a:prstGeom>
          <a:solidFill>
            <a:schemeClr val="accent1">
              <a:lumMod val="60000"/>
              <a:lumOff val="40000"/>
            </a:schemeClr>
          </a:solid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defRPr/>
            </a:pPr>
            <a:r>
              <a:rPr lang="es-ES" sz="2400" dirty="0">
                <a:solidFill>
                  <a:srgbClr val="000000"/>
                </a:solidFill>
                <a:latin typeface="Arial" panose="020B0604020202020204" pitchFamily="34" charset="0"/>
              </a:rPr>
              <a:t>La suma en un nudo </a:t>
            </a:r>
            <a:r>
              <a:rPr lang="es-ES" sz="2400">
                <a:solidFill>
                  <a:srgbClr val="000000"/>
                </a:solidFill>
                <a:latin typeface="Arial" panose="020B0604020202020204" pitchFamily="34" charset="0"/>
              </a:rPr>
              <a:t>de </a:t>
            </a:r>
            <a:r>
              <a:rPr lang="es-ES" sz="2400">
                <a:latin typeface="Comic Sans MS" panose="030F0702030302020204" pitchFamily="66" charset="0"/>
                <a:sym typeface="Symbol" panose="05050102010706020507" pitchFamily="18" charset="2"/>
              </a:rPr>
              <a:t>I </a:t>
            </a:r>
            <a:r>
              <a:rPr lang="es-ES" sz="2400">
                <a:solidFill>
                  <a:srgbClr val="000000"/>
                </a:solidFill>
                <a:latin typeface="Arial" panose="020B0604020202020204" pitchFamily="34" charset="0"/>
              </a:rPr>
              <a:t>entrantes </a:t>
            </a:r>
            <a:r>
              <a:rPr lang="es-ES" sz="2400" dirty="0">
                <a:solidFill>
                  <a:srgbClr val="000000"/>
                </a:solidFill>
                <a:latin typeface="Arial" panose="020B0604020202020204" pitchFamily="34" charset="0"/>
              </a:rPr>
              <a:t>es igual a la </a:t>
            </a:r>
            <a:r>
              <a:rPr lang="es-ES" sz="2400">
                <a:solidFill>
                  <a:srgbClr val="000000"/>
                </a:solidFill>
                <a:latin typeface="Arial" panose="020B0604020202020204" pitchFamily="34" charset="0"/>
              </a:rPr>
              <a:t>de </a:t>
            </a:r>
            <a:r>
              <a:rPr lang="es-ES" sz="2400">
                <a:latin typeface="Comic Sans MS" panose="030F0702030302020204" pitchFamily="66" charset="0"/>
                <a:sym typeface="Symbol" panose="05050102010706020507" pitchFamily="18" charset="2"/>
              </a:rPr>
              <a:t>I</a:t>
            </a:r>
            <a:r>
              <a:rPr lang="es-ES" sz="2400">
                <a:solidFill>
                  <a:srgbClr val="000000"/>
                </a:solidFill>
                <a:latin typeface="Arial" panose="020B0604020202020204" pitchFamily="34" charset="0"/>
              </a:rPr>
              <a:t> </a:t>
            </a:r>
            <a:r>
              <a:rPr lang="es-ES" sz="2400" dirty="0">
                <a:solidFill>
                  <a:srgbClr val="000000"/>
                </a:solidFill>
                <a:latin typeface="Arial" panose="020B0604020202020204" pitchFamily="34" charset="0"/>
              </a:rPr>
              <a:t>salientes</a:t>
            </a:r>
          </a:p>
        </p:txBody>
      </p:sp>
      <p:sp>
        <p:nvSpPr>
          <p:cNvPr id="7" name="Rectangle 93">
            <a:extLst>
              <a:ext uri="{FF2B5EF4-FFF2-40B4-BE49-F238E27FC236}">
                <a16:creationId xmlns:a16="http://schemas.microsoft.com/office/drawing/2014/main" id="{705DFBF1-3A7C-08F7-433C-FE7ACDC307FE}"/>
              </a:ext>
            </a:extLst>
          </p:cNvPr>
          <p:cNvSpPr>
            <a:spLocks noChangeArrowheads="1"/>
          </p:cNvSpPr>
          <p:nvPr/>
        </p:nvSpPr>
        <p:spPr bwMode="auto">
          <a:xfrm>
            <a:off x="1290638" y="315967"/>
            <a:ext cx="8520112" cy="53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CC0000"/>
                </a:solidFill>
                <a:latin typeface="Arial" panose="020B0604020202020204" pitchFamily="34" charset="0"/>
              </a:rPr>
              <a:t>4.4.1 LEYES DE KIRCHHOFF</a:t>
            </a:r>
            <a:endParaRPr lang="es-ES" sz="2800" b="1" dirty="0">
              <a:solidFill>
                <a:srgbClr val="CC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27682"/>
                                        </p:tgtEl>
                                        <p:attrNameLst>
                                          <p:attrName>style.visibility</p:attrName>
                                        </p:attrNameLst>
                                      </p:cBhvr>
                                      <p:to>
                                        <p:strVal val="visible"/>
                                      </p:to>
                                    </p:set>
                                    <p:anim calcmode="lin" valueType="num">
                                      <p:cBhvr>
                                        <p:cTn id="7" dur="500" fill="hold"/>
                                        <p:tgtEl>
                                          <p:spTgt spid="27682"/>
                                        </p:tgtEl>
                                        <p:attrNameLst>
                                          <p:attrName>ppt_w</p:attrName>
                                        </p:attrNameLst>
                                      </p:cBhvr>
                                      <p:tavLst>
                                        <p:tav tm="0">
                                          <p:val>
                                            <p:strVal val="2/3*#ppt_w"/>
                                          </p:val>
                                        </p:tav>
                                        <p:tav tm="100000">
                                          <p:val>
                                            <p:strVal val="#ppt_w"/>
                                          </p:val>
                                        </p:tav>
                                      </p:tavLst>
                                    </p:anim>
                                    <p:anim calcmode="lin" valueType="num">
                                      <p:cBhvr>
                                        <p:cTn id="8" dur="500" fill="hold"/>
                                        <p:tgtEl>
                                          <p:spTgt spid="27682"/>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27681"/>
                                        </p:tgtEl>
                                        <p:attrNameLst>
                                          <p:attrName>style.visibility</p:attrName>
                                        </p:attrNameLst>
                                      </p:cBhvr>
                                      <p:to>
                                        <p:strVal val="visible"/>
                                      </p:to>
                                    </p:set>
                                    <p:animEffect transition="in" filter="blinds(vertical)">
                                      <p:cBhvr>
                                        <p:cTn id="13" dur="500"/>
                                        <p:tgtEl>
                                          <p:spTgt spid="2768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dissolv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465926"/>
                                        </p:tgtEl>
                                        <p:attrNameLst>
                                          <p:attrName>style.visibility</p:attrName>
                                        </p:attrNameLst>
                                      </p:cBhvr>
                                      <p:to>
                                        <p:strVal val="visible"/>
                                      </p:to>
                                    </p:set>
                                    <p:animEffect transition="in" filter="wipe(up)">
                                      <p:cBhvr>
                                        <p:cTn id="23" dur="500"/>
                                        <p:tgtEl>
                                          <p:spTgt spid="46592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5" fill="hold" nodeType="clickEffect">
                                  <p:stCondLst>
                                    <p:cond delay="0"/>
                                  </p:stCondLst>
                                  <p:childTnLst>
                                    <p:set>
                                      <p:cBhvr>
                                        <p:cTn id="27" dur="1" fill="hold">
                                          <p:stCondLst>
                                            <p:cond delay="0"/>
                                          </p:stCondLst>
                                        </p:cTn>
                                        <p:tgtEl>
                                          <p:spTgt spid="29736"/>
                                        </p:tgtEl>
                                        <p:attrNameLst>
                                          <p:attrName>style.visibility</p:attrName>
                                        </p:attrNameLst>
                                      </p:cBhvr>
                                      <p:to>
                                        <p:strVal val="visible"/>
                                      </p:to>
                                    </p:set>
                                    <p:animEffect transition="in" filter="blinds(vertical)">
                                      <p:cBhvr>
                                        <p:cTn id="28" dur="500"/>
                                        <p:tgtEl>
                                          <p:spTgt spid="2973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465927"/>
                                        </p:tgtEl>
                                        <p:attrNameLst>
                                          <p:attrName>style.visibility</p:attrName>
                                        </p:attrNameLst>
                                      </p:cBhvr>
                                      <p:to>
                                        <p:strVal val="visible"/>
                                      </p:to>
                                    </p:set>
                                    <p:animEffect transition="in" filter="wipe(up)">
                                      <p:cBhvr>
                                        <p:cTn id="37" dur="500"/>
                                        <p:tgtEl>
                                          <p:spTgt spid="465927"/>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465940"/>
                                        </p:tgtEl>
                                        <p:attrNameLst>
                                          <p:attrName>style.visibility</p:attrName>
                                        </p:attrNameLst>
                                      </p:cBhvr>
                                      <p:to>
                                        <p:strVal val="visible"/>
                                      </p:to>
                                    </p:set>
                                    <p:anim calcmode="lin" valueType="num">
                                      <p:cBhvr additive="base">
                                        <p:cTn id="42" dur="500"/>
                                        <p:tgtEl>
                                          <p:spTgt spid="465940"/>
                                        </p:tgtEl>
                                        <p:attrNameLst>
                                          <p:attrName>ppt_y</p:attrName>
                                        </p:attrNameLst>
                                      </p:cBhvr>
                                      <p:tavLst>
                                        <p:tav tm="0">
                                          <p:val>
                                            <p:strVal val="#ppt_y+#ppt_h*1.125000"/>
                                          </p:val>
                                        </p:tav>
                                        <p:tav tm="100000">
                                          <p:val>
                                            <p:strVal val="#ppt_y"/>
                                          </p:val>
                                        </p:tav>
                                      </p:tavLst>
                                    </p:anim>
                                    <p:animEffect transition="in" filter="wipe(up)">
                                      <p:cBhvr>
                                        <p:cTn id="43" dur="500"/>
                                        <p:tgtEl>
                                          <p:spTgt spid="46594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65941"/>
                                        </p:tgtEl>
                                        <p:attrNameLst>
                                          <p:attrName>style.visibility</p:attrName>
                                        </p:attrNameLst>
                                      </p:cBhvr>
                                      <p:to>
                                        <p:strVal val="visible"/>
                                      </p:to>
                                    </p:set>
                                    <p:animEffect transition="in" filter="wipe(left)">
                                      <p:cBhvr>
                                        <p:cTn id="48" dur="500"/>
                                        <p:tgtEl>
                                          <p:spTgt spid="46594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7669"/>
                                        </p:tgtEl>
                                        <p:attrNameLst>
                                          <p:attrName>style.visibility</p:attrName>
                                        </p:attrNameLst>
                                      </p:cBhvr>
                                      <p:to>
                                        <p:strVal val="visible"/>
                                      </p:to>
                                    </p:set>
                                    <p:animEffect transition="in" filter="wipe(left)">
                                      <p:cBhvr>
                                        <p:cTn id="53" dur="500"/>
                                        <p:tgtEl>
                                          <p:spTgt spid="2766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5" fill="hold"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blinds(vertical)">
                                      <p:cBhvr>
                                        <p:cTn id="58" dur="5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wipe(up)">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up)">
                                      <p:cBhvr>
                                        <p:cTn id="68" dur="500"/>
                                        <p:tgtEl>
                                          <p:spTgt spid="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465943"/>
                                        </p:tgtEl>
                                        <p:attrNameLst>
                                          <p:attrName>style.visibility</p:attrName>
                                        </p:attrNameLst>
                                      </p:cBhvr>
                                      <p:to>
                                        <p:strVal val="visible"/>
                                      </p:to>
                                    </p:set>
                                    <p:animEffect transition="in" filter="wipe(up)">
                                      <p:cBhvr>
                                        <p:cTn id="73" dur="500"/>
                                        <p:tgtEl>
                                          <p:spTgt spid="465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81" grpId="0" animBg="1"/>
      <p:bldP spid="27682" grpId="0" animBg="1"/>
      <p:bldP spid="465926" grpId="0" animBg="1"/>
      <p:bldP spid="465927" grpId="0" animBg="1"/>
      <p:bldP spid="465940" grpId="0"/>
      <p:bldP spid="465941" grpId="0"/>
      <p:bldP spid="27669" grpId="0"/>
      <p:bldP spid="465943" grpId="0"/>
      <p:bldP spid="2" grpId="0"/>
      <p:bldP spid="3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4" name="Text Box 6"/>
          <p:cNvSpPr txBox="1">
            <a:spLocks noChangeArrowheads="1"/>
          </p:cNvSpPr>
          <p:nvPr/>
        </p:nvSpPr>
        <p:spPr bwMode="auto">
          <a:xfrm>
            <a:off x="2229306" y="1195664"/>
            <a:ext cx="5579987" cy="956773"/>
          </a:xfrm>
          <a:prstGeom prst="rect">
            <a:avLst/>
          </a:prstGeom>
          <a:solidFill>
            <a:schemeClr val="accent1">
              <a:lumMod val="60000"/>
              <a:lumOff val="40000"/>
            </a:schemeClr>
          </a:solid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defRPr/>
            </a:pPr>
            <a:r>
              <a:rPr lang="es-ES" sz="2400">
                <a:solidFill>
                  <a:srgbClr val="000000"/>
                </a:solidFill>
                <a:latin typeface="Arial" panose="020B0604020202020204" pitchFamily="34" charset="0"/>
              </a:rPr>
              <a:t>La suma de las diferencias de potencial en una malla es cero</a:t>
            </a:r>
          </a:p>
        </p:txBody>
      </p:sp>
      <p:sp>
        <p:nvSpPr>
          <p:cNvPr id="467975" name="Text Box 7"/>
          <p:cNvSpPr txBox="1">
            <a:spLocks noChangeArrowheads="1"/>
          </p:cNvSpPr>
          <p:nvPr/>
        </p:nvSpPr>
        <p:spPr bwMode="auto">
          <a:xfrm>
            <a:off x="1478766" y="2473522"/>
            <a:ext cx="6330527" cy="1326105"/>
          </a:xfrm>
          <a:prstGeom prst="rect">
            <a:avLst/>
          </a:prstGeom>
          <a:solidFill>
            <a:schemeClr val="tx2">
              <a:lumMod val="25000"/>
              <a:lumOff val="75000"/>
            </a:schemeClr>
          </a:solid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 typeface="Symbol" panose="05050102010706020507" pitchFamily="18" charset="2"/>
              <a:buNone/>
            </a:pPr>
            <a:r>
              <a:rPr lang="es-ES" sz="2400" dirty="0">
                <a:solidFill>
                  <a:srgbClr val="000000"/>
                </a:solidFill>
                <a:latin typeface="Arial" panose="020B0604020202020204" pitchFamily="34" charset="0"/>
                <a:sym typeface="Symbol" panose="05050102010706020507" pitchFamily="18" charset="2"/>
              </a:rPr>
              <a:t>Para aplicarla hay que elegir un sentido de recorrido (horario o antihorario), y calcular como </a:t>
            </a:r>
            <a:r>
              <a:rPr lang="es-ES" sz="2400" dirty="0" err="1">
                <a:solidFill>
                  <a:srgbClr val="000000"/>
                </a:solidFill>
                <a:latin typeface="Arial" panose="020B0604020202020204" pitchFamily="34" charset="0"/>
                <a:sym typeface="Symbol" panose="05050102010706020507" pitchFamily="18" charset="2"/>
              </a:rPr>
              <a:t>ddp</a:t>
            </a:r>
            <a:r>
              <a:rPr lang="es-ES" sz="2400" dirty="0">
                <a:solidFill>
                  <a:srgbClr val="000000"/>
                </a:solidFill>
                <a:latin typeface="Arial" panose="020B0604020202020204" pitchFamily="34" charset="0"/>
                <a:sym typeface="Symbol" panose="05050102010706020507" pitchFamily="18" charset="2"/>
              </a:rPr>
              <a:t>, caídas </a:t>
            </a:r>
            <a:r>
              <a:rPr lang="es-ES" sz="2400">
                <a:solidFill>
                  <a:srgbClr val="000000"/>
                </a:solidFill>
                <a:latin typeface="Arial" panose="020B0604020202020204" pitchFamily="34" charset="0"/>
                <a:sym typeface="Symbol" panose="05050102010706020507" pitchFamily="18" charset="2"/>
              </a:rPr>
              <a:t>o subidas de potencial</a:t>
            </a:r>
            <a:endParaRPr lang="es-ES" sz="2400" dirty="0">
              <a:solidFill>
                <a:srgbClr val="000000"/>
              </a:solidFill>
              <a:latin typeface="Arial" panose="020B0604020202020204" pitchFamily="34" charset="0"/>
              <a:sym typeface="Symbol" panose="05050102010706020507" pitchFamily="18" charset="2"/>
            </a:endParaRPr>
          </a:p>
        </p:txBody>
      </p:sp>
      <p:grpSp>
        <p:nvGrpSpPr>
          <p:cNvPr id="31772" name="Group 28"/>
          <p:cNvGrpSpPr>
            <a:grpSpLocks/>
          </p:cNvGrpSpPr>
          <p:nvPr/>
        </p:nvGrpSpPr>
        <p:grpSpPr bwMode="auto">
          <a:xfrm>
            <a:off x="8280220" y="1200701"/>
            <a:ext cx="1573213" cy="987426"/>
            <a:chOff x="5777" y="2247"/>
            <a:chExt cx="991" cy="622"/>
          </a:xfrm>
          <a:solidFill>
            <a:srgbClr val="99CCFF"/>
          </a:solidFill>
        </p:grpSpPr>
        <p:sp>
          <p:nvSpPr>
            <p:cNvPr id="29743" name="Rectangle 17"/>
            <p:cNvSpPr>
              <a:spLocks noChangeArrowheads="1"/>
            </p:cNvSpPr>
            <p:nvPr/>
          </p:nvSpPr>
          <p:spPr bwMode="auto">
            <a:xfrm>
              <a:off x="5777" y="2247"/>
              <a:ext cx="991" cy="605"/>
            </a:xfrm>
            <a:prstGeom prst="rect">
              <a:avLst/>
            </a:prstGeom>
            <a:grp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latin typeface="Arial" panose="020B0604020202020204" pitchFamily="34" charset="0"/>
              </a:endParaRPr>
            </a:p>
          </p:txBody>
        </p:sp>
        <p:sp>
          <p:nvSpPr>
            <p:cNvPr id="29744" name="Text Box 18"/>
            <p:cNvSpPr txBox="1">
              <a:spLocks noChangeArrowheads="1"/>
            </p:cNvSpPr>
            <p:nvPr/>
          </p:nvSpPr>
          <p:spPr bwMode="auto">
            <a:xfrm>
              <a:off x="5896" y="2339"/>
              <a:ext cx="785" cy="334"/>
            </a:xfrm>
            <a:prstGeom prst="rect">
              <a:avLst/>
            </a:prstGeom>
            <a:grp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a:latin typeface="Arial" panose="020B0604020202020204" pitchFamily="34" charset="0"/>
                  <a:sym typeface="Symbol" panose="05050102010706020507" pitchFamily="18" charset="2"/>
                </a:rPr>
                <a:t> V</a:t>
              </a:r>
              <a:r>
                <a:rPr lang="es-ES" sz="2800" baseline="-25000">
                  <a:latin typeface="Arial" panose="020B0604020202020204" pitchFamily="34" charset="0"/>
                  <a:sym typeface="Symbol" panose="05050102010706020507" pitchFamily="18" charset="2"/>
                </a:rPr>
                <a:t>i</a:t>
              </a:r>
              <a:r>
                <a:rPr lang="es-ES" sz="2800">
                  <a:latin typeface="Arial" panose="020B0604020202020204" pitchFamily="34" charset="0"/>
                  <a:sym typeface="Symbol" panose="05050102010706020507" pitchFamily="18" charset="2"/>
                </a:rPr>
                <a:t> = 0</a:t>
              </a:r>
            </a:p>
          </p:txBody>
        </p:sp>
        <p:sp>
          <p:nvSpPr>
            <p:cNvPr id="29745" name="Text Box 19"/>
            <p:cNvSpPr txBox="1">
              <a:spLocks noChangeArrowheads="1"/>
            </p:cNvSpPr>
            <p:nvPr/>
          </p:nvSpPr>
          <p:spPr bwMode="auto">
            <a:xfrm>
              <a:off x="5793" y="2611"/>
              <a:ext cx="533" cy="258"/>
            </a:xfrm>
            <a:prstGeom prst="rect">
              <a:avLst/>
            </a:prstGeom>
            <a:no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latin typeface="Arial" panose="020B0604020202020204" pitchFamily="34" charset="0"/>
                </a:rPr>
                <a:t>MALLA</a:t>
              </a:r>
            </a:p>
          </p:txBody>
        </p:sp>
      </p:grpSp>
      <p:sp>
        <p:nvSpPr>
          <p:cNvPr id="53" name="Text Box 4"/>
          <p:cNvSpPr txBox="1">
            <a:spLocks noChangeArrowheads="1"/>
          </p:cNvSpPr>
          <p:nvPr/>
        </p:nvSpPr>
        <p:spPr bwMode="auto">
          <a:xfrm>
            <a:off x="2231650" y="420941"/>
            <a:ext cx="3057526" cy="587375"/>
          </a:xfrm>
          <a:prstGeom prst="rect">
            <a:avLst/>
          </a:prstGeom>
          <a:solidFill>
            <a:schemeClr val="bg2">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b="1">
                <a:solidFill>
                  <a:srgbClr val="000000"/>
                </a:solidFill>
                <a:latin typeface="Arial" panose="020B0604020202020204" pitchFamily="34" charset="0"/>
              </a:rPr>
              <a:t>Regla de las mallas</a:t>
            </a:r>
          </a:p>
        </p:txBody>
      </p:sp>
      <p:sp>
        <p:nvSpPr>
          <p:cNvPr id="55" name="Text Box 5"/>
          <p:cNvSpPr txBox="1">
            <a:spLocks noChangeArrowheads="1"/>
          </p:cNvSpPr>
          <p:nvPr/>
        </p:nvSpPr>
        <p:spPr bwMode="auto">
          <a:xfrm>
            <a:off x="1491430" y="420940"/>
            <a:ext cx="587749" cy="587375"/>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FFFF"/>
                </a:solidFill>
                <a:latin typeface="Arial" panose="020B0604020202020204" pitchFamily="34" charset="0"/>
              </a:rPr>
              <a:t>2ª</a:t>
            </a:r>
          </a:p>
        </p:txBody>
      </p:sp>
      <p:sp>
        <p:nvSpPr>
          <p:cNvPr id="56" name="Text Box 23"/>
          <p:cNvSpPr txBox="1">
            <a:spLocks noChangeArrowheads="1"/>
          </p:cNvSpPr>
          <p:nvPr/>
        </p:nvSpPr>
        <p:spPr bwMode="auto">
          <a:xfrm>
            <a:off x="5285949" y="408821"/>
            <a:ext cx="4587916" cy="587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solidFill>
                  <a:srgbClr val="FF0000"/>
                </a:solidFill>
                <a:latin typeface="Arial" panose="020B0604020202020204" pitchFamily="34" charset="0"/>
                <a:sym typeface="Symbol" panose="05050102010706020507" pitchFamily="18" charset="2"/>
              </a:rPr>
              <a:t>(la misma ec. que en equilibrio)</a:t>
            </a:r>
            <a:endParaRPr lang="es-ES" sz="2400" dirty="0">
              <a:solidFill>
                <a:srgbClr val="FF0000"/>
              </a:solidFill>
              <a:latin typeface="Arial" panose="020B0604020202020204" pitchFamily="34" charset="0"/>
              <a:sym typeface="Symbol" panose="05050102010706020507" pitchFamily="18" charset="2"/>
            </a:endParaRPr>
          </a:p>
        </p:txBody>
      </p:sp>
      <p:sp>
        <p:nvSpPr>
          <p:cNvPr id="30" name="AutoShape 167">
            <a:extLst>
              <a:ext uri="{FF2B5EF4-FFF2-40B4-BE49-F238E27FC236}">
                <a16:creationId xmlns:a16="http://schemas.microsoft.com/office/drawing/2014/main" id="{8DA7F3F0-792B-6822-A68D-876929D639D3}"/>
              </a:ext>
            </a:extLst>
          </p:cNvPr>
          <p:cNvSpPr>
            <a:spLocks noChangeArrowheads="1"/>
          </p:cNvSpPr>
          <p:nvPr/>
        </p:nvSpPr>
        <p:spPr bwMode="auto">
          <a:xfrm flipH="1">
            <a:off x="2518474" y="5157917"/>
            <a:ext cx="469900" cy="49539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362" y="15230"/>
                </a:moveTo>
                <a:cubicBezTo>
                  <a:pt x="10507" y="15244"/>
                  <a:pt x="10653" y="15252"/>
                  <a:pt x="10800" y="15252"/>
                </a:cubicBezTo>
                <a:cubicBezTo>
                  <a:pt x="13258" y="15252"/>
                  <a:pt x="15252" y="13258"/>
                  <a:pt x="15252" y="10800"/>
                </a:cubicBezTo>
                <a:cubicBezTo>
                  <a:pt x="15252" y="8341"/>
                  <a:pt x="13258" y="6348"/>
                  <a:pt x="10800" y="6348"/>
                </a:cubicBezTo>
                <a:cubicBezTo>
                  <a:pt x="8341" y="6348"/>
                  <a:pt x="6348" y="8341"/>
                  <a:pt x="6348" y="10800"/>
                </a:cubicBezTo>
                <a:lnTo>
                  <a:pt x="0" y="10800"/>
                </a:lnTo>
                <a:cubicBezTo>
                  <a:pt x="0" y="4835"/>
                  <a:pt x="4835" y="0"/>
                  <a:pt x="10800" y="0"/>
                </a:cubicBezTo>
                <a:cubicBezTo>
                  <a:pt x="16764" y="0"/>
                  <a:pt x="21600" y="4835"/>
                  <a:pt x="21600" y="10800"/>
                </a:cubicBezTo>
                <a:cubicBezTo>
                  <a:pt x="21600" y="16764"/>
                  <a:pt x="16764" y="21600"/>
                  <a:pt x="10800" y="21600"/>
                </a:cubicBezTo>
                <a:cubicBezTo>
                  <a:pt x="10445" y="21600"/>
                  <a:pt x="10090" y="21582"/>
                  <a:pt x="9737" y="21547"/>
                </a:cubicBezTo>
                <a:lnTo>
                  <a:pt x="9472" y="24234"/>
                </a:lnTo>
                <a:lnTo>
                  <a:pt x="4203" y="17811"/>
                </a:lnTo>
                <a:lnTo>
                  <a:pt x="10627" y="12543"/>
                </a:lnTo>
                <a:lnTo>
                  <a:pt x="10362" y="15230"/>
                </a:lnTo>
                <a:close/>
              </a:path>
            </a:pathLst>
          </a:custGeom>
          <a:solidFill>
            <a:srgbClr val="FF0000"/>
          </a:solidFill>
          <a:ln>
            <a:noFill/>
          </a:ln>
        </p:spPr>
        <p:txBody>
          <a:bodyPr wrap="none" lIns="90000" tIns="82800" rIns="90000" bIns="82800" anchor="ctr"/>
          <a:lstStyle/>
          <a:p>
            <a:endParaRPr lang="es-ES"/>
          </a:p>
        </p:txBody>
      </p:sp>
      <p:sp>
        <p:nvSpPr>
          <p:cNvPr id="31" name="Text Box 105">
            <a:extLst>
              <a:ext uri="{FF2B5EF4-FFF2-40B4-BE49-F238E27FC236}">
                <a16:creationId xmlns:a16="http://schemas.microsoft.com/office/drawing/2014/main" id="{44FC7CFA-7294-3FF4-CE78-75F08D10400D}"/>
              </a:ext>
            </a:extLst>
          </p:cNvPr>
          <p:cNvSpPr txBox="1">
            <a:spLocks noChangeArrowheads="1"/>
          </p:cNvSpPr>
          <p:nvPr/>
        </p:nvSpPr>
        <p:spPr bwMode="auto">
          <a:xfrm>
            <a:off x="4437212" y="5169015"/>
            <a:ext cx="2676812" cy="605932"/>
          </a:xfrm>
          <a:prstGeom prst="rect">
            <a:avLst/>
          </a:prstGeom>
          <a:solidFill>
            <a:srgbClr val="FFFFFF"/>
          </a:solidFill>
          <a:ln>
            <a:noFill/>
          </a:ln>
          <a:effectLst/>
          <a:extLst>
            <a:ext uri="{53640926-AAD7-44D8-BBD7-CCE9431645EC}">
              <a14:shadowObscured xmlns:a14="http://schemas.microsoft.com/office/drawing/2010/main" val="1"/>
            </a:ext>
          </a:extLst>
        </p:spPr>
        <p:txBody>
          <a:bodyPr wrap="square" lIns="90000" tIns="36000" rIns="90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t>(-V) + (+ </a:t>
            </a:r>
            <a:r>
              <a:rPr lang="es-ES" sz="2800" dirty="0">
                <a:sym typeface="Symbol" panose="05050102010706020507" pitchFamily="18" charset="2"/>
              </a:rPr>
              <a:t></a:t>
            </a:r>
            <a:r>
              <a:rPr lang="es-ES" sz="2400" dirty="0">
                <a:sym typeface="Symbol" panose="05050102010706020507" pitchFamily="18" charset="2"/>
              </a:rPr>
              <a:t>) = 0</a:t>
            </a:r>
          </a:p>
        </p:txBody>
      </p:sp>
      <p:grpSp>
        <p:nvGrpSpPr>
          <p:cNvPr id="29709" name="Grupo 29708">
            <a:extLst>
              <a:ext uri="{FF2B5EF4-FFF2-40B4-BE49-F238E27FC236}">
                <a16:creationId xmlns:a16="http://schemas.microsoft.com/office/drawing/2014/main" id="{7EBFED1B-7C0B-35AD-55CF-15D01F0E0EE8}"/>
              </a:ext>
            </a:extLst>
          </p:cNvPr>
          <p:cNvGrpSpPr/>
          <p:nvPr/>
        </p:nvGrpSpPr>
        <p:grpSpPr>
          <a:xfrm>
            <a:off x="1633924" y="4468106"/>
            <a:ext cx="2312987" cy="1805916"/>
            <a:chOff x="1405327" y="4468106"/>
            <a:chExt cx="2312987" cy="1805916"/>
          </a:xfrm>
        </p:grpSpPr>
        <p:grpSp>
          <p:nvGrpSpPr>
            <p:cNvPr id="2" name="Group 11">
              <a:extLst>
                <a:ext uri="{FF2B5EF4-FFF2-40B4-BE49-F238E27FC236}">
                  <a16:creationId xmlns:a16="http://schemas.microsoft.com/office/drawing/2014/main" id="{FFE84DF7-24B6-8654-0CCE-001149F8A48A}"/>
                </a:ext>
              </a:extLst>
            </p:cNvPr>
            <p:cNvGrpSpPr>
              <a:grpSpLocks/>
            </p:cNvGrpSpPr>
            <p:nvPr/>
          </p:nvGrpSpPr>
          <p:grpSpPr bwMode="auto">
            <a:xfrm>
              <a:off x="2502289" y="5749455"/>
              <a:ext cx="58738" cy="482689"/>
              <a:chOff x="5153" y="6274"/>
              <a:chExt cx="63" cy="360"/>
            </a:xfrm>
          </p:grpSpPr>
          <p:sp>
            <p:nvSpPr>
              <p:cNvPr id="3" name="Line 12">
                <a:extLst>
                  <a:ext uri="{FF2B5EF4-FFF2-40B4-BE49-F238E27FC236}">
                    <a16:creationId xmlns:a16="http://schemas.microsoft.com/office/drawing/2014/main" id="{91A0B84A-118B-E9B7-4A9F-65BF1B67F8DF}"/>
                  </a:ext>
                </a:extLst>
              </p:cNvPr>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 name="Line 13">
                <a:extLst>
                  <a:ext uri="{FF2B5EF4-FFF2-40B4-BE49-F238E27FC236}">
                    <a16:creationId xmlns:a16="http://schemas.microsoft.com/office/drawing/2014/main" id="{FAC68E54-B844-23BB-963B-3B2962E37163}"/>
                  </a:ext>
                </a:extLst>
              </p:cNvPr>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5" name="Line 14">
              <a:extLst>
                <a:ext uri="{FF2B5EF4-FFF2-40B4-BE49-F238E27FC236}">
                  <a16:creationId xmlns:a16="http://schemas.microsoft.com/office/drawing/2014/main" id="{ADF6F0B8-4CA4-3DE0-350C-5A282F4EBA52}"/>
                </a:ext>
              </a:extLst>
            </p:cNvPr>
            <p:cNvSpPr>
              <a:spLocks noChangeShapeType="1"/>
            </p:cNvSpPr>
            <p:nvPr/>
          </p:nvSpPr>
          <p:spPr bwMode="auto">
            <a:xfrm flipH="1">
              <a:off x="2619764" y="5955868"/>
              <a:ext cx="7048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6" name="Text Box 15">
              <a:extLst>
                <a:ext uri="{FF2B5EF4-FFF2-40B4-BE49-F238E27FC236}">
                  <a16:creationId xmlns:a16="http://schemas.microsoft.com/office/drawing/2014/main" id="{E336F9FA-2F96-703B-FD55-6ACF6C1BC5D6}"/>
                </a:ext>
              </a:extLst>
            </p:cNvPr>
            <p:cNvSpPr txBox="1">
              <a:spLocks noChangeArrowheads="1"/>
            </p:cNvSpPr>
            <p:nvPr/>
          </p:nvSpPr>
          <p:spPr bwMode="auto">
            <a:xfrm>
              <a:off x="2143586" y="5907241"/>
              <a:ext cx="334963" cy="36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7" name="Line 22">
              <a:extLst>
                <a:ext uri="{FF2B5EF4-FFF2-40B4-BE49-F238E27FC236}">
                  <a16:creationId xmlns:a16="http://schemas.microsoft.com/office/drawing/2014/main" id="{C7F71E2E-712A-B107-278F-B61A476817B0}"/>
                </a:ext>
              </a:extLst>
            </p:cNvPr>
            <p:cNvSpPr>
              <a:spLocks noChangeShapeType="1"/>
            </p:cNvSpPr>
            <p:nvPr/>
          </p:nvSpPr>
          <p:spPr bwMode="auto">
            <a:xfrm flipH="1" flipV="1">
              <a:off x="1765689" y="5970159"/>
              <a:ext cx="73977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8" name="Line 62">
              <a:extLst>
                <a:ext uri="{FF2B5EF4-FFF2-40B4-BE49-F238E27FC236}">
                  <a16:creationId xmlns:a16="http://schemas.microsoft.com/office/drawing/2014/main" id="{761AED7B-CC6D-1B97-24DF-9B6CF1099CE6}"/>
                </a:ext>
              </a:extLst>
            </p:cNvPr>
            <p:cNvSpPr>
              <a:spLocks noChangeAspect="1" noChangeShapeType="1"/>
            </p:cNvSpPr>
            <p:nvPr/>
          </p:nvSpPr>
          <p:spPr bwMode="auto">
            <a:xfrm rot="16200000" flipH="1">
              <a:off x="1256796" y="5423164"/>
              <a:ext cx="1079700" cy="158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 name="Line 63">
              <a:extLst>
                <a:ext uri="{FF2B5EF4-FFF2-40B4-BE49-F238E27FC236}">
                  <a16:creationId xmlns:a16="http://schemas.microsoft.com/office/drawing/2014/main" id="{CBD19602-56BA-58EB-3BE1-E4FAE3964E13}"/>
                </a:ext>
              </a:extLst>
            </p:cNvPr>
            <p:cNvSpPr>
              <a:spLocks noChangeAspect="1" noChangeShapeType="1"/>
            </p:cNvSpPr>
            <p:nvPr/>
          </p:nvSpPr>
          <p:spPr bwMode="auto">
            <a:xfrm rot="16200000" flipH="1">
              <a:off x="2787146" y="5412049"/>
              <a:ext cx="1079700" cy="158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 name="Line 19">
              <a:extLst>
                <a:ext uri="{FF2B5EF4-FFF2-40B4-BE49-F238E27FC236}">
                  <a16:creationId xmlns:a16="http://schemas.microsoft.com/office/drawing/2014/main" id="{46687AED-CDFD-C8E8-6A8C-57D100FA68E4}"/>
                </a:ext>
              </a:extLst>
            </p:cNvPr>
            <p:cNvSpPr>
              <a:spLocks noChangeShapeType="1"/>
            </p:cNvSpPr>
            <p:nvPr/>
          </p:nvSpPr>
          <p:spPr bwMode="auto">
            <a:xfrm flipH="1">
              <a:off x="1800614" y="4887283"/>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1" name="Text Box 20">
              <a:extLst>
                <a:ext uri="{FF2B5EF4-FFF2-40B4-BE49-F238E27FC236}">
                  <a16:creationId xmlns:a16="http://schemas.microsoft.com/office/drawing/2014/main" id="{4260128A-4C2D-BDE0-781C-6CEB1ECECF42}"/>
                </a:ext>
              </a:extLst>
            </p:cNvPr>
            <p:cNvSpPr txBox="1">
              <a:spLocks noChangeArrowheads="1"/>
            </p:cNvSpPr>
            <p:nvPr/>
          </p:nvSpPr>
          <p:spPr bwMode="auto">
            <a:xfrm>
              <a:off x="1981589" y="4468106"/>
              <a:ext cx="503238" cy="517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p>
          </p:txBody>
        </p:sp>
        <p:sp>
          <p:nvSpPr>
            <p:cNvPr id="12" name="Line 21">
              <a:extLst>
                <a:ext uri="{FF2B5EF4-FFF2-40B4-BE49-F238E27FC236}">
                  <a16:creationId xmlns:a16="http://schemas.microsoft.com/office/drawing/2014/main" id="{AAFC2ADB-133E-21C2-5302-7585EA55541C}"/>
                </a:ext>
              </a:extLst>
            </p:cNvPr>
            <p:cNvSpPr>
              <a:spLocks noChangeShapeType="1"/>
            </p:cNvSpPr>
            <p:nvPr/>
          </p:nvSpPr>
          <p:spPr bwMode="auto">
            <a:xfrm flipH="1">
              <a:off x="2783277" y="4884108"/>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14" name="Group 95">
              <a:extLst>
                <a:ext uri="{FF2B5EF4-FFF2-40B4-BE49-F238E27FC236}">
                  <a16:creationId xmlns:a16="http://schemas.microsoft.com/office/drawing/2014/main" id="{ED4FA9DE-AF9B-9E1B-05B0-C62B2C672D44}"/>
                </a:ext>
              </a:extLst>
            </p:cNvPr>
            <p:cNvGrpSpPr>
              <a:grpSpLocks/>
            </p:cNvGrpSpPr>
            <p:nvPr/>
          </p:nvGrpSpPr>
          <p:grpSpPr bwMode="auto">
            <a:xfrm>
              <a:off x="2488002" y="4660228"/>
              <a:ext cx="139700" cy="427117"/>
              <a:chOff x="2214" y="9158"/>
              <a:chExt cx="360" cy="360"/>
            </a:xfrm>
          </p:grpSpPr>
          <p:sp>
            <p:nvSpPr>
              <p:cNvPr id="15" name="Line 96">
                <a:extLst>
                  <a:ext uri="{FF2B5EF4-FFF2-40B4-BE49-F238E27FC236}">
                    <a16:creationId xmlns:a16="http://schemas.microsoft.com/office/drawing/2014/main" id="{3C4BF53F-B541-7CD1-6385-23D1707D4021}"/>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6" name="Line 97">
                <a:extLst>
                  <a:ext uri="{FF2B5EF4-FFF2-40B4-BE49-F238E27FC236}">
                    <a16:creationId xmlns:a16="http://schemas.microsoft.com/office/drawing/2014/main" id="{2164E7EB-4F82-CF2F-20DA-FC014DEB206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 name="Line 98">
                <a:extLst>
                  <a:ext uri="{FF2B5EF4-FFF2-40B4-BE49-F238E27FC236}">
                    <a16:creationId xmlns:a16="http://schemas.microsoft.com/office/drawing/2014/main" id="{208118E9-D3AB-1FC1-7ED2-1A162A709754}"/>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18" name="Group 99">
              <a:extLst>
                <a:ext uri="{FF2B5EF4-FFF2-40B4-BE49-F238E27FC236}">
                  <a16:creationId xmlns:a16="http://schemas.microsoft.com/office/drawing/2014/main" id="{DC650265-AB28-EE80-D780-E7754D79A6B9}"/>
                </a:ext>
              </a:extLst>
            </p:cNvPr>
            <p:cNvGrpSpPr>
              <a:grpSpLocks/>
            </p:cNvGrpSpPr>
            <p:nvPr/>
          </p:nvGrpSpPr>
          <p:grpSpPr bwMode="auto">
            <a:xfrm>
              <a:off x="2627702" y="4660228"/>
              <a:ext cx="139700" cy="427117"/>
              <a:chOff x="2214" y="9158"/>
              <a:chExt cx="360" cy="360"/>
            </a:xfrm>
          </p:grpSpPr>
          <p:sp>
            <p:nvSpPr>
              <p:cNvPr id="19" name="Line 100">
                <a:extLst>
                  <a:ext uri="{FF2B5EF4-FFF2-40B4-BE49-F238E27FC236}">
                    <a16:creationId xmlns:a16="http://schemas.microsoft.com/office/drawing/2014/main" id="{75EC52F4-7E63-287F-DFF2-8E46A02AC72F}"/>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0" name="Line 101">
                <a:extLst>
                  <a:ext uri="{FF2B5EF4-FFF2-40B4-BE49-F238E27FC236}">
                    <a16:creationId xmlns:a16="http://schemas.microsoft.com/office/drawing/2014/main" id="{4B2E9838-69E2-038D-1F36-BC2D0DC6B70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1" name="Line 102">
                <a:extLst>
                  <a:ext uri="{FF2B5EF4-FFF2-40B4-BE49-F238E27FC236}">
                    <a16:creationId xmlns:a16="http://schemas.microsoft.com/office/drawing/2014/main" id="{D2799577-39AF-2589-7697-A1CD225E0D8E}"/>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22" name="Group 103">
              <a:extLst>
                <a:ext uri="{FF2B5EF4-FFF2-40B4-BE49-F238E27FC236}">
                  <a16:creationId xmlns:a16="http://schemas.microsoft.com/office/drawing/2014/main" id="{3D3920CF-74AF-553A-4DB2-459C37BC1B50}"/>
                </a:ext>
              </a:extLst>
            </p:cNvPr>
            <p:cNvGrpSpPr>
              <a:grpSpLocks/>
            </p:cNvGrpSpPr>
            <p:nvPr/>
          </p:nvGrpSpPr>
          <p:grpSpPr bwMode="auto">
            <a:xfrm>
              <a:off x="2348302" y="4660228"/>
              <a:ext cx="139700" cy="427117"/>
              <a:chOff x="2214" y="9158"/>
              <a:chExt cx="360" cy="360"/>
            </a:xfrm>
          </p:grpSpPr>
          <p:sp>
            <p:nvSpPr>
              <p:cNvPr id="23" name="Line 104">
                <a:extLst>
                  <a:ext uri="{FF2B5EF4-FFF2-40B4-BE49-F238E27FC236}">
                    <a16:creationId xmlns:a16="http://schemas.microsoft.com/office/drawing/2014/main" id="{B9D61CB2-4391-8B14-6C91-A609570B9BDC}"/>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4" name="Line 105">
                <a:extLst>
                  <a:ext uri="{FF2B5EF4-FFF2-40B4-BE49-F238E27FC236}">
                    <a16:creationId xmlns:a16="http://schemas.microsoft.com/office/drawing/2014/main" id="{1BA5F989-BA46-2EF3-E55C-5A15BCDC754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5" name="Line 106">
                <a:extLst>
                  <a:ext uri="{FF2B5EF4-FFF2-40B4-BE49-F238E27FC236}">
                    <a16:creationId xmlns:a16="http://schemas.microsoft.com/office/drawing/2014/main" id="{44337452-1932-DD87-53C9-2FF580C111DC}"/>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26" name="Line 89">
              <a:extLst>
                <a:ext uri="{FF2B5EF4-FFF2-40B4-BE49-F238E27FC236}">
                  <a16:creationId xmlns:a16="http://schemas.microsoft.com/office/drawing/2014/main" id="{278DB599-DBD6-9574-AD00-AA8EC286E794}"/>
                </a:ext>
              </a:extLst>
            </p:cNvPr>
            <p:cNvSpPr>
              <a:spLocks noChangeShapeType="1"/>
            </p:cNvSpPr>
            <p:nvPr/>
          </p:nvSpPr>
          <p:spPr bwMode="auto">
            <a:xfrm flipV="1">
              <a:off x="3335727" y="5288995"/>
              <a:ext cx="0" cy="333437"/>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7" name="Line 91">
              <a:extLst>
                <a:ext uri="{FF2B5EF4-FFF2-40B4-BE49-F238E27FC236}">
                  <a16:creationId xmlns:a16="http://schemas.microsoft.com/office/drawing/2014/main" id="{6C472142-BA23-E89B-35A0-0C1031233EB8}"/>
                </a:ext>
              </a:extLst>
            </p:cNvPr>
            <p:cNvSpPr>
              <a:spLocks noChangeShapeType="1"/>
            </p:cNvSpPr>
            <p:nvPr/>
          </p:nvSpPr>
          <p:spPr bwMode="auto">
            <a:xfrm>
              <a:off x="1795852" y="5281056"/>
              <a:ext cx="0" cy="333437"/>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8" name="Text Box 136">
              <a:extLst>
                <a:ext uri="{FF2B5EF4-FFF2-40B4-BE49-F238E27FC236}">
                  <a16:creationId xmlns:a16="http://schemas.microsoft.com/office/drawing/2014/main" id="{2BEF62F1-633E-503A-8D6B-557C03757339}"/>
                </a:ext>
              </a:extLst>
            </p:cNvPr>
            <p:cNvSpPr txBox="1">
              <a:spLocks noChangeArrowheads="1"/>
            </p:cNvSpPr>
            <p:nvPr/>
          </p:nvSpPr>
          <p:spPr bwMode="auto">
            <a:xfrm>
              <a:off x="1405327" y="5231834"/>
              <a:ext cx="300037" cy="53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29" name="Text Box 140">
              <a:extLst>
                <a:ext uri="{FF2B5EF4-FFF2-40B4-BE49-F238E27FC236}">
                  <a16:creationId xmlns:a16="http://schemas.microsoft.com/office/drawing/2014/main" id="{8A825526-D4D7-7221-59B8-DBBD10643FC2}"/>
                </a:ext>
              </a:extLst>
            </p:cNvPr>
            <p:cNvSpPr txBox="1">
              <a:spLocks noChangeArrowheads="1"/>
            </p:cNvSpPr>
            <p:nvPr/>
          </p:nvSpPr>
          <p:spPr bwMode="auto">
            <a:xfrm>
              <a:off x="3418277" y="5123864"/>
              <a:ext cx="300037" cy="53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2" name="Elipse 31">
              <a:extLst>
                <a:ext uri="{FF2B5EF4-FFF2-40B4-BE49-F238E27FC236}">
                  <a16:creationId xmlns:a16="http://schemas.microsoft.com/office/drawing/2014/main" id="{8B32D4A9-2FD8-2137-0E26-515D5E641A06}"/>
                </a:ext>
              </a:extLst>
            </p:cNvPr>
            <p:cNvSpPr/>
            <p:nvPr/>
          </p:nvSpPr>
          <p:spPr bwMode="auto">
            <a:xfrm>
              <a:off x="1677724" y="5884160"/>
              <a:ext cx="199937" cy="198033"/>
            </a:xfrm>
            <a:prstGeom prst="ellipse">
              <a:avLst/>
            </a:prstGeom>
            <a:solidFill>
              <a:srgbClr val="FF0000"/>
            </a:solidFill>
            <a:ln w="12700" cap="flat" cmpd="sng" algn="ctr">
              <a:no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33" name="Elipse 32">
              <a:extLst>
                <a:ext uri="{FF2B5EF4-FFF2-40B4-BE49-F238E27FC236}">
                  <a16:creationId xmlns:a16="http://schemas.microsoft.com/office/drawing/2014/main" id="{B4124A4B-76DB-1E1E-062F-DB9FA0F1330B}"/>
                </a:ext>
              </a:extLst>
            </p:cNvPr>
            <p:cNvSpPr/>
            <p:nvPr/>
          </p:nvSpPr>
          <p:spPr bwMode="auto">
            <a:xfrm>
              <a:off x="3211057" y="5849945"/>
              <a:ext cx="199937" cy="198033"/>
            </a:xfrm>
            <a:prstGeom prst="ellipse">
              <a:avLst/>
            </a:prstGeom>
            <a:solidFill>
              <a:srgbClr val="FF0000"/>
            </a:solidFill>
            <a:ln w="12700" cap="flat" cmpd="sng" algn="ctr">
              <a:no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grpSp>
      <p:sp>
        <p:nvSpPr>
          <p:cNvPr id="34" name="Text Box 106">
            <a:extLst>
              <a:ext uri="{FF2B5EF4-FFF2-40B4-BE49-F238E27FC236}">
                <a16:creationId xmlns:a16="http://schemas.microsoft.com/office/drawing/2014/main" id="{488D4E99-C344-06AD-FC28-7F89DFE00C7A}"/>
              </a:ext>
            </a:extLst>
          </p:cNvPr>
          <p:cNvSpPr txBox="1">
            <a:spLocks noChangeArrowheads="1"/>
          </p:cNvSpPr>
          <p:nvPr/>
        </p:nvSpPr>
        <p:spPr bwMode="auto">
          <a:xfrm>
            <a:off x="4452220" y="5882531"/>
            <a:ext cx="2661804" cy="598104"/>
          </a:xfrm>
          <a:prstGeom prst="rect">
            <a:avLst/>
          </a:prstGeom>
          <a:solidFill>
            <a:srgbClr val="FFFF00"/>
          </a:solidFill>
          <a:ln>
            <a:noFill/>
          </a:ln>
          <a:effectLst/>
          <a:extLst>
            <a:ext uri="{53640926-AAD7-44D8-BBD7-CCE9431645EC}">
              <a14:shadowObscured xmlns:a14="http://schemas.microsoft.com/office/drawing/2010/main" val="1"/>
            </a:ext>
          </a:extLst>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V  = </a:t>
            </a:r>
            <a:r>
              <a:rPr lang="es-ES" sz="2800">
                <a:sym typeface="Symbol" panose="05050102010706020507" pitchFamily="18" charset="2"/>
              </a:rPr>
              <a:t> </a:t>
            </a:r>
            <a:r>
              <a:rPr lang="es-ES" sz="2800" dirty="0">
                <a:sym typeface="Symbol" panose="05050102010706020507" pitchFamily="18" charset="2"/>
              </a:rPr>
              <a:t></a:t>
            </a:r>
            <a:endParaRPr lang="es-ES" dirty="0"/>
          </a:p>
        </p:txBody>
      </p:sp>
      <p:grpSp>
        <p:nvGrpSpPr>
          <p:cNvPr id="35" name="Grupo 34">
            <a:extLst>
              <a:ext uri="{FF2B5EF4-FFF2-40B4-BE49-F238E27FC236}">
                <a16:creationId xmlns:a16="http://schemas.microsoft.com/office/drawing/2014/main" id="{9F4CFC2B-CDC4-8CBE-B0E0-52EDF9F7B5BC}"/>
              </a:ext>
            </a:extLst>
          </p:cNvPr>
          <p:cNvGrpSpPr/>
          <p:nvPr/>
        </p:nvGrpSpPr>
        <p:grpSpPr>
          <a:xfrm>
            <a:off x="8275878" y="2896886"/>
            <a:ext cx="1755775" cy="3952031"/>
            <a:chOff x="957273" y="2923276"/>
            <a:chExt cx="1755775" cy="3952031"/>
          </a:xfrm>
        </p:grpSpPr>
        <p:sp>
          <p:nvSpPr>
            <p:cNvPr id="36" name="AutoShape 28">
              <a:extLst>
                <a:ext uri="{FF2B5EF4-FFF2-40B4-BE49-F238E27FC236}">
                  <a16:creationId xmlns:a16="http://schemas.microsoft.com/office/drawing/2014/main" id="{7A34CAE9-3CBC-D383-A970-C6F3A862CBA9}"/>
                </a:ext>
              </a:extLst>
            </p:cNvPr>
            <p:cNvSpPr>
              <a:spLocks noChangeArrowheads="1"/>
            </p:cNvSpPr>
            <p:nvPr/>
          </p:nvSpPr>
          <p:spPr bwMode="auto">
            <a:xfrm>
              <a:off x="957273" y="2923276"/>
              <a:ext cx="1755775" cy="3952031"/>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type="none" w="lg" len="lg"/>
                </a14:hiddenLine>
              </a:ext>
            </a:extLst>
          </p:spPr>
          <p:txBody>
            <a:bodyPr rot="10800000"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37" name="Group 29">
              <a:extLst>
                <a:ext uri="{FF2B5EF4-FFF2-40B4-BE49-F238E27FC236}">
                  <a16:creationId xmlns:a16="http://schemas.microsoft.com/office/drawing/2014/main" id="{D73D8DB5-788A-587D-BE48-B68B78FD8471}"/>
                </a:ext>
              </a:extLst>
            </p:cNvPr>
            <p:cNvGrpSpPr>
              <a:grpSpLocks/>
            </p:cNvGrpSpPr>
            <p:nvPr/>
          </p:nvGrpSpPr>
          <p:grpSpPr bwMode="auto">
            <a:xfrm>
              <a:off x="1776423" y="4105805"/>
              <a:ext cx="58738" cy="482600"/>
              <a:chOff x="5153" y="6274"/>
              <a:chExt cx="63" cy="360"/>
            </a:xfrm>
          </p:grpSpPr>
          <p:sp>
            <p:nvSpPr>
              <p:cNvPr id="29704" name="Line 30">
                <a:extLst>
                  <a:ext uri="{FF2B5EF4-FFF2-40B4-BE49-F238E27FC236}">
                    <a16:creationId xmlns:a16="http://schemas.microsoft.com/office/drawing/2014/main" id="{73D1CB32-410F-BF22-D595-432870367903}"/>
                  </a:ext>
                </a:extLst>
              </p:cNvPr>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705" name="Line 31">
                <a:extLst>
                  <a:ext uri="{FF2B5EF4-FFF2-40B4-BE49-F238E27FC236}">
                    <a16:creationId xmlns:a16="http://schemas.microsoft.com/office/drawing/2014/main" id="{7CB9DA05-520E-A910-F385-BA2D6F1AD964}"/>
                  </a:ext>
                </a:extLst>
              </p:cNvPr>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38" name="Text Box 32">
              <a:extLst>
                <a:ext uri="{FF2B5EF4-FFF2-40B4-BE49-F238E27FC236}">
                  <a16:creationId xmlns:a16="http://schemas.microsoft.com/office/drawing/2014/main" id="{76094503-D542-0F65-2FCE-C9E0AAA8DA07}"/>
                </a:ext>
              </a:extLst>
            </p:cNvPr>
            <p:cNvSpPr txBox="1">
              <a:spLocks noChangeArrowheads="1"/>
            </p:cNvSpPr>
            <p:nvPr/>
          </p:nvSpPr>
          <p:spPr bwMode="auto">
            <a:xfrm>
              <a:off x="1849448" y="3864505"/>
              <a:ext cx="334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39" name="Line 38">
              <a:extLst>
                <a:ext uri="{FF2B5EF4-FFF2-40B4-BE49-F238E27FC236}">
                  <a16:creationId xmlns:a16="http://schemas.microsoft.com/office/drawing/2014/main" id="{2C1C0FEC-8700-448D-FDE5-65E6B1E5941A}"/>
                </a:ext>
              </a:extLst>
            </p:cNvPr>
            <p:cNvSpPr>
              <a:spLocks noChangeShapeType="1"/>
            </p:cNvSpPr>
            <p:nvPr/>
          </p:nvSpPr>
          <p:spPr bwMode="auto">
            <a:xfrm flipH="1">
              <a:off x="1193811" y="4343930"/>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0" name="Line 39">
              <a:extLst>
                <a:ext uri="{FF2B5EF4-FFF2-40B4-BE49-F238E27FC236}">
                  <a16:creationId xmlns:a16="http://schemas.microsoft.com/office/drawing/2014/main" id="{28029D20-5AF8-B5FD-B71A-F9037C341C0F}"/>
                </a:ext>
              </a:extLst>
            </p:cNvPr>
            <p:cNvSpPr>
              <a:spLocks noChangeShapeType="1"/>
            </p:cNvSpPr>
            <p:nvPr/>
          </p:nvSpPr>
          <p:spPr bwMode="auto">
            <a:xfrm flipH="1">
              <a:off x="1865323" y="4337580"/>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1" name="Line 40">
              <a:extLst>
                <a:ext uri="{FF2B5EF4-FFF2-40B4-BE49-F238E27FC236}">
                  <a16:creationId xmlns:a16="http://schemas.microsoft.com/office/drawing/2014/main" id="{0645A99C-0C1E-4478-5238-EB5649A09E90}"/>
                </a:ext>
              </a:extLst>
            </p:cNvPr>
            <p:cNvSpPr>
              <a:spLocks noChangeShapeType="1"/>
            </p:cNvSpPr>
            <p:nvPr/>
          </p:nvSpPr>
          <p:spPr bwMode="auto">
            <a:xfrm flipH="1">
              <a:off x="1292234" y="5610777"/>
              <a:ext cx="2889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2" name="Line 41">
              <a:extLst>
                <a:ext uri="{FF2B5EF4-FFF2-40B4-BE49-F238E27FC236}">
                  <a16:creationId xmlns:a16="http://schemas.microsoft.com/office/drawing/2014/main" id="{CAF1DD16-A834-05B2-4C3A-956979A48350}"/>
                </a:ext>
              </a:extLst>
            </p:cNvPr>
            <p:cNvSpPr>
              <a:spLocks noChangeShapeType="1"/>
            </p:cNvSpPr>
            <p:nvPr/>
          </p:nvSpPr>
          <p:spPr bwMode="auto">
            <a:xfrm flipH="1">
              <a:off x="2227272" y="5593315"/>
              <a:ext cx="2762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3" name="Line 42">
              <a:extLst>
                <a:ext uri="{FF2B5EF4-FFF2-40B4-BE49-F238E27FC236}">
                  <a16:creationId xmlns:a16="http://schemas.microsoft.com/office/drawing/2014/main" id="{F7DCC815-9AAF-B142-F1B1-DBCC412B21BE}"/>
                </a:ext>
              </a:extLst>
            </p:cNvPr>
            <p:cNvSpPr>
              <a:spLocks noChangeShapeType="1"/>
            </p:cNvSpPr>
            <p:nvPr/>
          </p:nvSpPr>
          <p:spPr bwMode="auto">
            <a:xfrm flipV="1">
              <a:off x="1524011" y="3789893"/>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 name="Line 43">
              <a:extLst>
                <a:ext uri="{FF2B5EF4-FFF2-40B4-BE49-F238E27FC236}">
                  <a16:creationId xmlns:a16="http://schemas.microsoft.com/office/drawing/2014/main" id="{BE5E29C6-B84B-DF97-9A3A-2E57415E67B2}"/>
                </a:ext>
              </a:extLst>
            </p:cNvPr>
            <p:cNvSpPr>
              <a:spLocks noChangeShapeType="1"/>
            </p:cNvSpPr>
            <p:nvPr/>
          </p:nvSpPr>
          <p:spPr bwMode="auto">
            <a:xfrm flipV="1">
              <a:off x="1579572" y="5040865"/>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5" name="Line 44">
              <a:extLst>
                <a:ext uri="{FF2B5EF4-FFF2-40B4-BE49-F238E27FC236}">
                  <a16:creationId xmlns:a16="http://schemas.microsoft.com/office/drawing/2014/main" id="{0401A160-AA26-751A-C490-32D7B0FFAC0E}"/>
                </a:ext>
              </a:extLst>
            </p:cNvPr>
            <p:cNvSpPr>
              <a:spLocks noChangeShapeType="1"/>
            </p:cNvSpPr>
            <p:nvPr/>
          </p:nvSpPr>
          <p:spPr bwMode="auto">
            <a:xfrm flipH="1" flipV="1">
              <a:off x="1531948" y="4681250"/>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6" name="Line 45">
              <a:extLst>
                <a:ext uri="{FF2B5EF4-FFF2-40B4-BE49-F238E27FC236}">
                  <a16:creationId xmlns:a16="http://schemas.microsoft.com/office/drawing/2014/main" id="{101DBC4D-808F-FB1D-19EA-47944F5E01C4}"/>
                </a:ext>
              </a:extLst>
            </p:cNvPr>
            <p:cNvSpPr>
              <a:spLocks noChangeShapeType="1"/>
            </p:cNvSpPr>
            <p:nvPr/>
          </p:nvSpPr>
          <p:spPr bwMode="auto">
            <a:xfrm flipH="1" flipV="1">
              <a:off x="1587510" y="5980347"/>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7" name="Text Box 46">
              <a:extLst>
                <a:ext uri="{FF2B5EF4-FFF2-40B4-BE49-F238E27FC236}">
                  <a16:creationId xmlns:a16="http://schemas.microsoft.com/office/drawing/2014/main" id="{7578E699-29D2-C4E2-F517-E2E2E2A6B2DE}"/>
                </a:ext>
              </a:extLst>
            </p:cNvPr>
            <p:cNvSpPr txBox="1">
              <a:spLocks noChangeArrowheads="1"/>
            </p:cNvSpPr>
            <p:nvPr/>
          </p:nvSpPr>
          <p:spPr bwMode="auto">
            <a:xfrm>
              <a:off x="974736" y="3475568"/>
              <a:ext cx="5318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48" name="Text Box 47">
              <a:extLst>
                <a:ext uri="{FF2B5EF4-FFF2-40B4-BE49-F238E27FC236}">
                  <a16:creationId xmlns:a16="http://schemas.microsoft.com/office/drawing/2014/main" id="{5360CF9E-87A9-1E37-7120-72FDFF2C0E08}"/>
                </a:ext>
              </a:extLst>
            </p:cNvPr>
            <p:cNvSpPr txBox="1">
              <a:spLocks noChangeArrowheads="1"/>
            </p:cNvSpPr>
            <p:nvPr/>
          </p:nvSpPr>
          <p:spPr bwMode="auto">
            <a:xfrm>
              <a:off x="2081223" y="4374863"/>
              <a:ext cx="5238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49" name="Text Box 48">
              <a:extLst>
                <a:ext uri="{FF2B5EF4-FFF2-40B4-BE49-F238E27FC236}">
                  <a16:creationId xmlns:a16="http://schemas.microsoft.com/office/drawing/2014/main" id="{C7339D7C-7F7D-7738-3125-3C56F6EF4B1A}"/>
                </a:ext>
              </a:extLst>
            </p:cNvPr>
            <p:cNvSpPr txBox="1">
              <a:spLocks noChangeArrowheads="1"/>
            </p:cNvSpPr>
            <p:nvPr/>
          </p:nvSpPr>
          <p:spPr bwMode="auto">
            <a:xfrm>
              <a:off x="977909" y="4797977"/>
              <a:ext cx="5683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V</a:t>
              </a:r>
            </a:p>
          </p:txBody>
        </p:sp>
        <p:sp>
          <p:nvSpPr>
            <p:cNvPr id="50" name="Text Box 49">
              <a:extLst>
                <a:ext uri="{FF2B5EF4-FFF2-40B4-BE49-F238E27FC236}">
                  <a16:creationId xmlns:a16="http://schemas.microsoft.com/office/drawing/2014/main" id="{C648B99B-8673-479D-88E2-47486B2FF211}"/>
                </a:ext>
              </a:extLst>
            </p:cNvPr>
            <p:cNvSpPr txBox="1">
              <a:spLocks noChangeArrowheads="1"/>
            </p:cNvSpPr>
            <p:nvPr/>
          </p:nvSpPr>
          <p:spPr bwMode="auto">
            <a:xfrm>
              <a:off x="2152660" y="5734285"/>
              <a:ext cx="5603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V</a:t>
              </a:r>
            </a:p>
          </p:txBody>
        </p:sp>
        <p:sp>
          <p:nvSpPr>
            <p:cNvPr id="51" name="Line 50">
              <a:extLst>
                <a:ext uri="{FF2B5EF4-FFF2-40B4-BE49-F238E27FC236}">
                  <a16:creationId xmlns:a16="http://schemas.microsoft.com/office/drawing/2014/main" id="{866D011E-FE3C-1433-46C2-5D1D3B50622A}"/>
                </a:ext>
              </a:extLst>
            </p:cNvPr>
            <p:cNvSpPr>
              <a:spLocks noChangeShapeType="1"/>
            </p:cNvSpPr>
            <p:nvPr/>
          </p:nvSpPr>
          <p:spPr bwMode="auto">
            <a:xfrm flipH="1">
              <a:off x="1221592" y="6670458"/>
              <a:ext cx="1052513"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52" name="Text Box 51">
              <a:extLst>
                <a:ext uri="{FF2B5EF4-FFF2-40B4-BE49-F238E27FC236}">
                  <a16:creationId xmlns:a16="http://schemas.microsoft.com/office/drawing/2014/main" id="{8352417A-05F0-9C4F-2A71-3D6F04FF3B4B}"/>
                </a:ext>
              </a:extLst>
            </p:cNvPr>
            <p:cNvSpPr txBox="1">
              <a:spLocks noChangeArrowheads="1"/>
            </p:cNvSpPr>
            <p:nvPr/>
          </p:nvSpPr>
          <p:spPr bwMode="auto">
            <a:xfrm>
              <a:off x="1370817" y="6212115"/>
              <a:ext cx="7794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V = 0</a:t>
              </a:r>
            </a:p>
          </p:txBody>
        </p:sp>
        <p:grpSp>
          <p:nvGrpSpPr>
            <p:cNvPr id="54" name="Group 163">
              <a:extLst>
                <a:ext uri="{FF2B5EF4-FFF2-40B4-BE49-F238E27FC236}">
                  <a16:creationId xmlns:a16="http://schemas.microsoft.com/office/drawing/2014/main" id="{4FE5CFE3-0F13-8E57-8EA8-CF7C44B579C0}"/>
                </a:ext>
              </a:extLst>
            </p:cNvPr>
            <p:cNvGrpSpPr>
              <a:grpSpLocks/>
            </p:cNvGrpSpPr>
            <p:nvPr/>
          </p:nvGrpSpPr>
          <p:grpSpPr bwMode="auto">
            <a:xfrm>
              <a:off x="1582747" y="5379002"/>
              <a:ext cx="627063" cy="427038"/>
              <a:chOff x="2214" y="9158"/>
              <a:chExt cx="1080" cy="360"/>
            </a:xfrm>
          </p:grpSpPr>
          <p:grpSp>
            <p:nvGrpSpPr>
              <p:cNvPr id="60" name="Group 164">
                <a:extLst>
                  <a:ext uri="{FF2B5EF4-FFF2-40B4-BE49-F238E27FC236}">
                    <a16:creationId xmlns:a16="http://schemas.microsoft.com/office/drawing/2014/main" id="{84DA5BB3-BA09-85E1-2689-F894BE9F7C42}"/>
                  </a:ext>
                </a:extLst>
              </p:cNvPr>
              <p:cNvGrpSpPr>
                <a:grpSpLocks/>
              </p:cNvGrpSpPr>
              <p:nvPr/>
            </p:nvGrpSpPr>
            <p:grpSpPr bwMode="auto">
              <a:xfrm>
                <a:off x="2574" y="9158"/>
                <a:ext cx="360" cy="360"/>
                <a:chOff x="2214" y="9158"/>
                <a:chExt cx="360" cy="360"/>
              </a:xfrm>
            </p:grpSpPr>
            <p:sp>
              <p:nvSpPr>
                <p:cNvPr id="29701" name="Line 165">
                  <a:extLst>
                    <a:ext uri="{FF2B5EF4-FFF2-40B4-BE49-F238E27FC236}">
                      <a16:creationId xmlns:a16="http://schemas.microsoft.com/office/drawing/2014/main" id="{DCE5F4D9-C460-FC2F-2E12-9CDB389390C3}"/>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702" name="Line 166">
                  <a:extLst>
                    <a:ext uri="{FF2B5EF4-FFF2-40B4-BE49-F238E27FC236}">
                      <a16:creationId xmlns:a16="http://schemas.microsoft.com/office/drawing/2014/main" id="{72A5E87E-1FBB-2763-D9D9-D0C2B85D876C}"/>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703" name="Line 167">
                  <a:extLst>
                    <a:ext uri="{FF2B5EF4-FFF2-40B4-BE49-F238E27FC236}">
                      <a16:creationId xmlns:a16="http://schemas.microsoft.com/office/drawing/2014/main" id="{05F3778F-1742-79D4-B9A8-2F6CF4984CE9}"/>
                    </a:ext>
                  </a:extLst>
                </p:cNvPr>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61" name="Group 168">
                <a:extLst>
                  <a:ext uri="{FF2B5EF4-FFF2-40B4-BE49-F238E27FC236}">
                    <a16:creationId xmlns:a16="http://schemas.microsoft.com/office/drawing/2014/main" id="{7041AC41-FE18-F75C-BFA1-71AD725300DB}"/>
                  </a:ext>
                </a:extLst>
              </p:cNvPr>
              <p:cNvGrpSpPr>
                <a:grpSpLocks/>
              </p:cNvGrpSpPr>
              <p:nvPr/>
            </p:nvGrpSpPr>
            <p:grpSpPr bwMode="auto">
              <a:xfrm>
                <a:off x="2934" y="9158"/>
                <a:ext cx="360" cy="360"/>
                <a:chOff x="2214" y="9158"/>
                <a:chExt cx="360" cy="360"/>
              </a:xfrm>
            </p:grpSpPr>
            <p:sp>
              <p:nvSpPr>
                <p:cNvPr id="29698" name="Line 169">
                  <a:extLst>
                    <a:ext uri="{FF2B5EF4-FFF2-40B4-BE49-F238E27FC236}">
                      <a16:creationId xmlns:a16="http://schemas.microsoft.com/office/drawing/2014/main" id="{24D4E670-C0DC-3C60-2E0D-FF1BF4222B3C}"/>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699" name="Line 170">
                  <a:extLst>
                    <a:ext uri="{FF2B5EF4-FFF2-40B4-BE49-F238E27FC236}">
                      <a16:creationId xmlns:a16="http://schemas.microsoft.com/office/drawing/2014/main" id="{818CED9A-068E-D28A-BEB1-6BCC3F970F07}"/>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700" name="Line 171">
                  <a:extLst>
                    <a:ext uri="{FF2B5EF4-FFF2-40B4-BE49-F238E27FC236}">
                      <a16:creationId xmlns:a16="http://schemas.microsoft.com/office/drawing/2014/main" id="{8BE8AFB7-2EBB-99AB-7618-76B9E42FAA9D}"/>
                    </a:ext>
                  </a:extLst>
                </p:cNvPr>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62" name="Group 172">
                <a:extLst>
                  <a:ext uri="{FF2B5EF4-FFF2-40B4-BE49-F238E27FC236}">
                    <a16:creationId xmlns:a16="http://schemas.microsoft.com/office/drawing/2014/main" id="{3D570D53-CB29-CC94-FCA2-F0B2F5A1FB91}"/>
                  </a:ext>
                </a:extLst>
              </p:cNvPr>
              <p:cNvGrpSpPr>
                <a:grpSpLocks/>
              </p:cNvGrpSpPr>
              <p:nvPr/>
            </p:nvGrpSpPr>
            <p:grpSpPr bwMode="auto">
              <a:xfrm>
                <a:off x="2214" y="9158"/>
                <a:ext cx="360" cy="360"/>
                <a:chOff x="2214" y="9158"/>
                <a:chExt cx="360" cy="360"/>
              </a:xfrm>
            </p:grpSpPr>
            <p:sp>
              <p:nvSpPr>
                <p:cNvPr id="63" name="Line 173">
                  <a:extLst>
                    <a:ext uri="{FF2B5EF4-FFF2-40B4-BE49-F238E27FC236}">
                      <a16:creationId xmlns:a16="http://schemas.microsoft.com/office/drawing/2014/main" id="{8B318128-5A2B-3955-D26B-07234D81A362}"/>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696" name="Line 174">
                  <a:extLst>
                    <a:ext uri="{FF2B5EF4-FFF2-40B4-BE49-F238E27FC236}">
                      <a16:creationId xmlns:a16="http://schemas.microsoft.com/office/drawing/2014/main" id="{AB2C07CA-7655-37D1-3B2D-1802DB4A9AEA}"/>
                    </a:ext>
                  </a:extLst>
                </p:cNvPr>
                <p:cNvSpPr>
                  <a:spLocks noChangeShapeType="1"/>
                </p:cNvSpPr>
                <p:nvPr/>
              </p:nvSpPr>
              <p:spPr bwMode="auto">
                <a:xfrm>
                  <a:off x="2394" y="915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9697" name="Line 175">
                  <a:extLst>
                    <a:ext uri="{FF2B5EF4-FFF2-40B4-BE49-F238E27FC236}">
                      <a16:creationId xmlns:a16="http://schemas.microsoft.com/office/drawing/2014/main" id="{62312491-2473-88D9-3ED0-39D57A97EEB5}"/>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sp>
          <p:nvSpPr>
            <p:cNvPr id="57" name="Text Box 176">
              <a:extLst>
                <a:ext uri="{FF2B5EF4-FFF2-40B4-BE49-F238E27FC236}">
                  <a16:creationId xmlns:a16="http://schemas.microsoft.com/office/drawing/2014/main" id="{ADF736E2-B31A-395A-61FC-8009192A59A4}"/>
                </a:ext>
              </a:extLst>
            </p:cNvPr>
            <p:cNvSpPr txBox="1">
              <a:spLocks noChangeArrowheads="1"/>
            </p:cNvSpPr>
            <p:nvPr/>
          </p:nvSpPr>
          <p:spPr bwMode="auto">
            <a:xfrm>
              <a:off x="1093797" y="5104365"/>
              <a:ext cx="3000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58" name="Line 177">
              <a:extLst>
                <a:ext uri="{FF2B5EF4-FFF2-40B4-BE49-F238E27FC236}">
                  <a16:creationId xmlns:a16="http://schemas.microsoft.com/office/drawing/2014/main" id="{F4B048A4-475C-3DA0-B084-24832EB7D997}"/>
                </a:ext>
              </a:extLst>
            </p:cNvPr>
            <p:cNvSpPr>
              <a:spLocks noChangeShapeType="1"/>
            </p:cNvSpPr>
            <p:nvPr/>
          </p:nvSpPr>
          <p:spPr bwMode="auto">
            <a:xfrm flipV="1">
              <a:off x="1296997" y="5609190"/>
              <a:ext cx="215900"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59" name="Text Box 192">
              <a:extLst>
                <a:ext uri="{FF2B5EF4-FFF2-40B4-BE49-F238E27FC236}">
                  <a16:creationId xmlns:a16="http://schemas.microsoft.com/office/drawing/2014/main" id="{1BCE039C-C246-C89D-57C5-643C958F95FF}"/>
                </a:ext>
              </a:extLst>
            </p:cNvPr>
            <p:cNvSpPr txBox="1">
              <a:spLocks noChangeArrowheads="1"/>
            </p:cNvSpPr>
            <p:nvPr/>
          </p:nvSpPr>
          <p:spPr bwMode="auto">
            <a:xfrm>
              <a:off x="1267470" y="3029884"/>
              <a:ext cx="1125538" cy="427182"/>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000" dirty="0">
                  <a:solidFill>
                    <a:srgbClr val="000000"/>
                  </a:solidFill>
                  <a:latin typeface="Arial" panose="020B0604020202020204" pitchFamily="34" charset="0"/>
                </a:rPr>
                <a:t>CAÍDAS</a:t>
              </a:r>
            </a:p>
          </p:txBody>
        </p:sp>
      </p:grpSp>
      <p:grpSp>
        <p:nvGrpSpPr>
          <p:cNvPr id="29706" name="Grupo 29705">
            <a:extLst>
              <a:ext uri="{FF2B5EF4-FFF2-40B4-BE49-F238E27FC236}">
                <a16:creationId xmlns:a16="http://schemas.microsoft.com/office/drawing/2014/main" id="{3847003D-3FD0-F7CA-4B7C-43B57B1B7A72}"/>
              </a:ext>
            </a:extLst>
          </p:cNvPr>
          <p:cNvGrpSpPr/>
          <p:nvPr/>
        </p:nvGrpSpPr>
        <p:grpSpPr>
          <a:xfrm>
            <a:off x="4437212" y="4326589"/>
            <a:ext cx="2676813" cy="727134"/>
            <a:chOff x="5278078" y="383390"/>
            <a:chExt cx="2676813" cy="727134"/>
          </a:xfrm>
        </p:grpSpPr>
        <p:sp>
          <p:nvSpPr>
            <p:cNvPr id="29707" name="Text Box 109">
              <a:extLst>
                <a:ext uri="{FF2B5EF4-FFF2-40B4-BE49-F238E27FC236}">
                  <a16:creationId xmlns:a16="http://schemas.microsoft.com/office/drawing/2014/main" id="{E614D148-22BB-5822-C96F-BB2B3EECCD5E}"/>
                </a:ext>
              </a:extLst>
            </p:cNvPr>
            <p:cNvSpPr txBox="1">
              <a:spLocks noChangeArrowheads="1"/>
            </p:cNvSpPr>
            <p:nvPr/>
          </p:nvSpPr>
          <p:spPr bwMode="auto">
            <a:xfrm>
              <a:off x="5278078" y="383390"/>
              <a:ext cx="2097766" cy="720000"/>
            </a:xfrm>
            <a:prstGeom prst="rect">
              <a:avLst/>
            </a:prstGeom>
            <a:solidFill>
              <a:schemeClr val="accent1">
                <a:lumMod val="60000"/>
                <a:lumOff val="40000"/>
              </a:schemeClr>
            </a:solidFill>
            <a:ln>
              <a:noFill/>
            </a:ln>
            <a:effectLst/>
            <a:extLst>
              <a:ext uri="{53640926-AAD7-44D8-BBD7-CCE9431645EC}">
                <a14:shadowObscured xmlns:a14="http://schemas.microsoft.com/office/drawing/2010/main" val="1"/>
              </a:ext>
            </a:extLst>
          </p:spPr>
          <p:txBody>
            <a:bodyPr wrap="square" lIns="90000" tIns="72000" rIns="90000" bIns="36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nSpc>
                  <a:spcPts val="2400"/>
                </a:lnSpc>
              </a:pPr>
              <a:r>
                <a:rPr lang="es-ES" sz="2400" dirty="0">
                  <a:solidFill>
                    <a:schemeClr val="tx1"/>
                  </a:solidFill>
                </a:rPr>
                <a:t> Suma caídas</a:t>
              </a:r>
            </a:p>
            <a:p>
              <a:pPr>
                <a:lnSpc>
                  <a:spcPts val="2400"/>
                </a:lnSpc>
              </a:pPr>
              <a:r>
                <a:rPr lang="es-ES" sz="2400">
                  <a:solidFill>
                    <a:schemeClr val="tx1"/>
                  </a:solidFill>
                </a:rPr>
                <a:t>     en </a:t>
              </a:r>
              <a:r>
                <a:rPr lang="es-ES" sz="2400" dirty="0">
                  <a:solidFill>
                    <a:schemeClr val="tx1"/>
                  </a:solidFill>
                </a:rPr>
                <a:t>malla</a:t>
              </a:r>
            </a:p>
          </p:txBody>
        </p:sp>
        <p:sp>
          <p:nvSpPr>
            <p:cNvPr id="29708" name="Text Box 109">
              <a:extLst>
                <a:ext uri="{FF2B5EF4-FFF2-40B4-BE49-F238E27FC236}">
                  <a16:creationId xmlns:a16="http://schemas.microsoft.com/office/drawing/2014/main" id="{E02B55B7-23AE-708A-160D-0ED98A314DE2}"/>
                </a:ext>
              </a:extLst>
            </p:cNvPr>
            <p:cNvSpPr txBox="1">
              <a:spLocks noChangeArrowheads="1"/>
            </p:cNvSpPr>
            <p:nvPr/>
          </p:nvSpPr>
          <p:spPr bwMode="auto">
            <a:xfrm>
              <a:off x="7307583" y="390524"/>
              <a:ext cx="647308" cy="720000"/>
            </a:xfrm>
            <a:prstGeom prst="rect">
              <a:avLst/>
            </a:prstGeom>
            <a:solidFill>
              <a:schemeClr val="accent1">
                <a:lumMod val="60000"/>
                <a:lumOff val="40000"/>
              </a:schemeClr>
            </a:solidFill>
            <a:ln>
              <a:noFill/>
            </a:ln>
            <a:effectLst/>
            <a:extLst>
              <a:ext uri="{53640926-AAD7-44D8-BBD7-CCE9431645EC}">
                <a14:shadowObscured xmlns:a14="http://schemas.microsoft.com/office/drawing/2010/main" val="1"/>
              </a:ext>
            </a:extLst>
          </p:spPr>
          <p:txBody>
            <a:bodyPr wrap="square" lIns="90000" tIns="72000" rIns="90000" bIns="36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nSpc>
                  <a:spcPts val="2400"/>
                </a:lnSpc>
              </a:pPr>
              <a:r>
                <a:rPr lang="es-ES" sz="2400" dirty="0">
                  <a:solidFill>
                    <a:schemeClr val="tx1"/>
                  </a:solidFill>
                </a:rPr>
                <a:t>= 0</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strVal val="2/3*#ppt_w"/>
                                          </p:val>
                                        </p:tav>
                                        <p:tav tm="100000">
                                          <p:val>
                                            <p:strVal val="#ppt_w"/>
                                          </p:val>
                                        </p:tav>
                                      </p:tavLst>
                                    </p:anim>
                                    <p:anim calcmode="lin" valueType="num">
                                      <p:cBhvr>
                                        <p:cTn id="8" dur="500" fill="hold"/>
                                        <p:tgtEl>
                                          <p:spTgt spid="55"/>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blinds(vertical)">
                                      <p:cBhvr>
                                        <p:cTn id="13" dur="500"/>
                                        <p:tgtEl>
                                          <p:spTgt spid="53"/>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56"/>
                                        </p:tgtEl>
                                        <p:attrNameLst>
                                          <p:attrName>style.visibility</p:attrName>
                                        </p:attrNameLst>
                                      </p:cBhvr>
                                      <p:to>
                                        <p:strVal val="visible"/>
                                      </p:to>
                                    </p:set>
                                    <p:anim calcmode="lin" valueType="num">
                                      <p:cBhvr additive="base">
                                        <p:cTn id="18" dur="500"/>
                                        <p:tgtEl>
                                          <p:spTgt spid="56"/>
                                        </p:tgtEl>
                                        <p:attrNameLst>
                                          <p:attrName>ppt_y</p:attrName>
                                        </p:attrNameLst>
                                      </p:cBhvr>
                                      <p:tavLst>
                                        <p:tav tm="0">
                                          <p:val>
                                            <p:strVal val="#ppt_y+#ppt_h*1.125000"/>
                                          </p:val>
                                        </p:tav>
                                        <p:tav tm="100000">
                                          <p:val>
                                            <p:strVal val="#ppt_y"/>
                                          </p:val>
                                        </p:tav>
                                      </p:tavLst>
                                    </p:anim>
                                    <p:animEffect transition="in" filter="wipe(up)">
                                      <p:cBhvr>
                                        <p:cTn id="19" dur="500"/>
                                        <p:tgtEl>
                                          <p:spTgt spid="5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467974"/>
                                        </p:tgtEl>
                                        <p:attrNameLst>
                                          <p:attrName>style.visibility</p:attrName>
                                        </p:attrNameLst>
                                      </p:cBhvr>
                                      <p:to>
                                        <p:strVal val="visible"/>
                                      </p:to>
                                    </p:set>
                                    <p:animEffect transition="in" filter="wipe(up)">
                                      <p:cBhvr>
                                        <p:cTn id="24" dur="500"/>
                                        <p:tgtEl>
                                          <p:spTgt spid="46797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5" fill="hold" nodeType="clickEffect">
                                  <p:stCondLst>
                                    <p:cond delay="0"/>
                                  </p:stCondLst>
                                  <p:childTnLst>
                                    <p:set>
                                      <p:cBhvr>
                                        <p:cTn id="28" dur="1" fill="hold">
                                          <p:stCondLst>
                                            <p:cond delay="0"/>
                                          </p:stCondLst>
                                        </p:cTn>
                                        <p:tgtEl>
                                          <p:spTgt spid="31772"/>
                                        </p:tgtEl>
                                        <p:attrNameLst>
                                          <p:attrName>style.visibility</p:attrName>
                                        </p:attrNameLst>
                                      </p:cBhvr>
                                      <p:to>
                                        <p:strVal val="visible"/>
                                      </p:to>
                                    </p:set>
                                    <p:animEffect transition="in" filter="blinds(vertical)">
                                      <p:cBhvr>
                                        <p:cTn id="29" dur="500"/>
                                        <p:tgtEl>
                                          <p:spTgt spid="3177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467975"/>
                                        </p:tgtEl>
                                        <p:attrNameLst>
                                          <p:attrName>style.visibility</p:attrName>
                                        </p:attrNameLst>
                                      </p:cBhvr>
                                      <p:to>
                                        <p:strVal val="visible"/>
                                      </p:to>
                                    </p:set>
                                    <p:animEffect transition="in" filter="wipe(up)">
                                      <p:cBhvr>
                                        <p:cTn id="34" dur="500"/>
                                        <p:tgtEl>
                                          <p:spTgt spid="46797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9709"/>
                                        </p:tgtEl>
                                        <p:attrNameLst>
                                          <p:attrName>style.visibility</p:attrName>
                                        </p:attrNameLst>
                                      </p:cBhvr>
                                      <p:to>
                                        <p:strVal val="visible"/>
                                      </p:to>
                                    </p:set>
                                    <p:animEffect transition="in" filter="dissolve">
                                      <p:cBhvr>
                                        <p:cTn id="39" dur="500"/>
                                        <p:tgtEl>
                                          <p:spTgt spid="29709"/>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288"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p:cTn id="44" dur="500" fill="hold"/>
                                        <p:tgtEl>
                                          <p:spTgt spid="30"/>
                                        </p:tgtEl>
                                        <p:attrNameLst>
                                          <p:attrName>ppt_w</p:attrName>
                                        </p:attrNameLst>
                                      </p:cBhvr>
                                      <p:tavLst>
                                        <p:tav tm="0">
                                          <p:val>
                                            <p:strVal val="4/3*#ppt_w"/>
                                          </p:val>
                                        </p:tav>
                                        <p:tav tm="100000">
                                          <p:val>
                                            <p:strVal val="#ppt_w"/>
                                          </p:val>
                                        </p:tav>
                                      </p:tavLst>
                                    </p:anim>
                                    <p:anim calcmode="lin" valueType="num">
                                      <p:cBhvr>
                                        <p:cTn id="45" dur="500" fill="hold"/>
                                        <p:tgtEl>
                                          <p:spTgt spid="30"/>
                                        </p:tgtEl>
                                        <p:attrNameLst>
                                          <p:attrName>ppt_h</p:attrName>
                                        </p:attrNameLst>
                                      </p:cBhvr>
                                      <p:tavLst>
                                        <p:tav tm="0">
                                          <p:val>
                                            <p:strVal val="4/3*#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29706"/>
                                        </p:tgtEl>
                                        <p:attrNameLst>
                                          <p:attrName>style.visibility</p:attrName>
                                        </p:attrNameLst>
                                      </p:cBhvr>
                                      <p:to>
                                        <p:strVal val="visible"/>
                                      </p:to>
                                    </p:set>
                                    <p:animEffect transition="in" filter="wipe(up)">
                                      <p:cBhvr>
                                        <p:cTn id="50" dur="500"/>
                                        <p:tgtEl>
                                          <p:spTgt spid="29706"/>
                                        </p:tgtEl>
                                      </p:cBhvr>
                                    </p:animEffect>
                                  </p:childTnLst>
                                </p:cTn>
                              </p:par>
                            </p:childTnLst>
                          </p:cTn>
                        </p:par>
                      </p:childTnLst>
                    </p:cTn>
                  </p:par>
                  <p:par>
                    <p:cTn id="51" fill="hold">
                      <p:stCondLst>
                        <p:cond delay="indefinite"/>
                      </p:stCondLst>
                      <p:childTnLst>
                        <p:par>
                          <p:cTn id="52" fill="hold">
                            <p:stCondLst>
                              <p:cond delay="0"/>
                            </p:stCondLst>
                            <p:childTnLst>
                              <p:par>
                                <p:cTn id="53" presetID="18" presetClass="entr" presetSubtype="6"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strips(downRight)">
                                      <p:cBhvr>
                                        <p:cTn id="55" dur="5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up)">
                                      <p:cBhvr>
                                        <p:cTn id="60" dur="500"/>
                                        <p:tgtEl>
                                          <p:spTgt spid="3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wipe(up)">
                                      <p:cBhvr>
                                        <p:cTn id="6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4" grpId="0" animBg="1"/>
      <p:bldP spid="467975" grpId="0" animBg="1"/>
      <p:bldP spid="53" grpId="0" animBg="1"/>
      <p:bldP spid="55" grpId="0" animBg="1"/>
      <p:bldP spid="56" grpId="0"/>
      <p:bldP spid="30" grpId="0" animBg="1"/>
      <p:bldP spid="31" grpId="0" animBg="1"/>
      <p:bldP spid="3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7" name="Text Box 9"/>
          <p:cNvSpPr txBox="1">
            <a:spLocks noChangeArrowheads="1"/>
          </p:cNvSpPr>
          <p:nvPr/>
        </p:nvSpPr>
        <p:spPr bwMode="auto">
          <a:xfrm>
            <a:off x="1346131" y="420017"/>
            <a:ext cx="7053251" cy="905881"/>
          </a:xfrm>
          <a:prstGeom prst="rect">
            <a:avLst/>
          </a:prstGeom>
          <a:solidFill>
            <a:schemeClr val="tx2">
              <a:lumMod val="25000"/>
              <a:lumOff val="75000"/>
            </a:schemeClr>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None/>
            </a:pPr>
            <a:r>
              <a:rPr lang="es-ES" sz="2400" dirty="0">
                <a:solidFill>
                  <a:srgbClr val="000000"/>
                </a:solidFill>
                <a:latin typeface="Arial" panose="020B0604020202020204" pitchFamily="34" charset="0"/>
                <a:sym typeface="Symbol" panose="05050102010706020507" pitchFamily="18" charset="2"/>
              </a:rPr>
              <a:t>Al aplicarla en una malla se verifica, jugando con</a:t>
            </a:r>
          </a:p>
          <a:p>
            <a:pPr algn="ctr" eaLnBrk="1" hangingPunct="1">
              <a:spcBef>
                <a:spcPts val="0"/>
              </a:spcBef>
              <a:buNone/>
            </a:pPr>
            <a:r>
              <a:rPr lang="es-ES" sz="2400" dirty="0">
                <a:solidFill>
                  <a:srgbClr val="000000"/>
                </a:solidFill>
                <a:latin typeface="Arial" panose="020B0604020202020204" pitchFamily="34" charset="0"/>
                <a:sym typeface="Symbol" panose="05050102010706020507" pitchFamily="18" charset="2"/>
              </a:rPr>
              <a:t>la ecuación, y es </a:t>
            </a:r>
            <a:r>
              <a:rPr lang="es-ES" sz="2400" dirty="0">
                <a:solidFill>
                  <a:srgbClr val="3333FF"/>
                </a:solidFill>
                <a:latin typeface="Arial" panose="020B0604020202020204" pitchFamily="34" charset="0"/>
                <a:sym typeface="Symbol" panose="05050102010706020507" pitchFamily="18" charset="2"/>
              </a:rPr>
              <a:t>otra forma de aplicarla</a:t>
            </a:r>
            <a:r>
              <a:rPr lang="es-ES" sz="2400" dirty="0">
                <a:solidFill>
                  <a:srgbClr val="000000"/>
                </a:solidFill>
                <a:latin typeface="Arial" panose="020B0604020202020204" pitchFamily="34" charset="0"/>
                <a:sym typeface="Symbol" panose="05050102010706020507" pitchFamily="18" charset="2"/>
              </a:rPr>
              <a:t>, que:</a:t>
            </a:r>
          </a:p>
        </p:txBody>
      </p:sp>
      <p:sp>
        <p:nvSpPr>
          <p:cNvPr id="29728" name="Text Box 106"/>
          <p:cNvSpPr txBox="1">
            <a:spLocks noChangeArrowheads="1"/>
          </p:cNvSpPr>
          <p:nvPr/>
        </p:nvSpPr>
        <p:spPr bwMode="auto">
          <a:xfrm>
            <a:off x="4873215" y="4863435"/>
            <a:ext cx="2688939" cy="598104"/>
          </a:xfrm>
          <a:prstGeom prst="rect">
            <a:avLst/>
          </a:prstGeom>
          <a:solidFill>
            <a:srgbClr val="FFFFFF"/>
          </a:solidFill>
          <a:ln>
            <a:noFill/>
          </a:ln>
          <a:effectLst/>
          <a:extLst>
            <a:ext uri="{53640926-AAD7-44D8-BBD7-CCE9431645EC}">
              <a14:shadowObscured xmlns:a14="http://schemas.microsoft.com/office/drawing/2010/main" val="1"/>
            </a:ext>
          </a:extLst>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-V =</a:t>
            </a:r>
            <a:r>
              <a:rPr lang="es-ES" sz="2800">
                <a:sym typeface="Symbol" panose="05050102010706020507" pitchFamily="18" charset="2"/>
              </a:rPr>
              <a:t> -</a:t>
            </a:r>
            <a:endParaRPr lang="es-ES" dirty="0"/>
          </a:p>
        </p:txBody>
      </p:sp>
      <p:grpSp>
        <p:nvGrpSpPr>
          <p:cNvPr id="9" name="Grupo 8">
            <a:extLst>
              <a:ext uri="{FF2B5EF4-FFF2-40B4-BE49-F238E27FC236}">
                <a16:creationId xmlns:a16="http://schemas.microsoft.com/office/drawing/2014/main" id="{19615335-7431-4F43-AAF5-23D6C0220723}"/>
              </a:ext>
            </a:extLst>
          </p:cNvPr>
          <p:cNvGrpSpPr/>
          <p:nvPr/>
        </p:nvGrpSpPr>
        <p:grpSpPr>
          <a:xfrm>
            <a:off x="1331463" y="1427484"/>
            <a:ext cx="7057568" cy="1829957"/>
            <a:chOff x="1323356" y="3586297"/>
            <a:chExt cx="7057568" cy="1829957"/>
          </a:xfrm>
        </p:grpSpPr>
        <p:sp>
          <p:nvSpPr>
            <p:cNvPr id="6" name="Rectángulo 5">
              <a:extLst>
                <a:ext uri="{FF2B5EF4-FFF2-40B4-BE49-F238E27FC236}">
                  <a16:creationId xmlns:a16="http://schemas.microsoft.com/office/drawing/2014/main" id="{50135129-D4C6-46AA-A288-46A3B4D8B36C}"/>
                </a:ext>
              </a:extLst>
            </p:cNvPr>
            <p:cNvSpPr/>
            <p:nvPr/>
          </p:nvSpPr>
          <p:spPr bwMode="auto">
            <a:xfrm>
              <a:off x="1343020" y="3607254"/>
              <a:ext cx="7037904" cy="1809000"/>
            </a:xfrm>
            <a:prstGeom prst="rect">
              <a:avLst/>
            </a:prstGeom>
            <a:solidFill>
              <a:schemeClr val="accent1">
                <a:lumMod val="60000"/>
                <a:lumOff val="40000"/>
              </a:schemeClr>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4" name="Grupo 3"/>
            <p:cNvGrpSpPr>
              <a:grpSpLocks/>
            </p:cNvGrpSpPr>
            <p:nvPr/>
          </p:nvGrpSpPr>
          <p:grpSpPr bwMode="auto">
            <a:xfrm>
              <a:off x="1323356" y="3586297"/>
              <a:ext cx="7057568" cy="1718234"/>
              <a:chOff x="1168087" y="4563039"/>
              <a:chExt cx="7057568" cy="1718234"/>
            </a:xfrm>
          </p:grpSpPr>
          <p:sp>
            <p:nvSpPr>
              <p:cNvPr id="468000" name="Text Box 32"/>
              <p:cNvSpPr txBox="1">
                <a:spLocks noChangeArrowheads="1"/>
              </p:cNvSpPr>
              <p:nvPr/>
            </p:nvSpPr>
            <p:spPr bwMode="auto">
              <a:xfrm>
                <a:off x="1168087" y="4636728"/>
                <a:ext cx="3363814" cy="1644545"/>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La suma de </a:t>
                </a:r>
                <a:r>
                  <a:rPr lang="es-ES" sz="2400" dirty="0">
                    <a:solidFill>
                      <a:srgbClr val="008000"/>
                    </a:solidFill>
                    <a:latin typeface="Arial" panose="020B0604020202020204" pitchFamily="34" charset="0"/>
                    <a:sym typeface="Symbol" panose="05050102010706020507" pitchFamily="18" charset="2"/>
                  </a:rPr>
                  <a:t>CAÍDAS </a:t>
                </a:r>
                <a:r>
                  <a:rPr lang="es-ES" sz="2400" dirty="0">
                    <a:latin typeface="Arial" panose="020B0604020202020204" pitchFamily="34" charset="0"/>
                    <a:sym typeface="Symbol" panose="05050102010706020507" pitchFamily="18" charset="2"/>
                  </a:rPr>
                  <a:t>en los elementos consumidores</a:t>
                </a:r>
              </a:p>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de energía</a:t>
                </a:r>
              </a:p>
            </p:txBody>
          </p:sp>
          <p:sp>
            <p:nvSpPr>
              <p:cNvPr id="54" name="Text Box 32"/>
              <p:cNvSpPr txBox="1">
                <a:spLocks noChangeArrowheads="1"/>
              </p:cNvSpPr>
              <p:nvPr/>
            </p:nvSpPr>
            <p:spPr bwMode="auto">
              <a:xfrm>
                <a:off x="4725118" y="4636728"/>
                <a:ext cx="3500537" cy="1644545"/>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La suma de </a:t>
                </a:r>
                <a:r>
                  <a:rPr lang="es-ES" sz="2400" dirty="0">
                    <a:solidFill>
                      <a:srgbClr val="008000"/>
                    </a:solidFill>
                    <a:latin typeface="Arial" panose="020B0604020202020204" pitchFamily="34" charset="0"/>
                    <a:sym typeface="Symbol" panose="05050102010706020507" pitchFamily="18" charset="2"/>
                  </a:rPr>
                  <a:t>SUBIDAS </a:t>
                </a:r>
                <a:r>
                  <a:rPr lang="es-ES" sz="2400" dirty="0">
                    <a:latin typeface="Arial" panose="020B0604020202020204" pitchFamily="34" charset="0"/>
                    <a:sym typeface="Symbol" panose="05050102010706020507" pitchFamily="18" charset="2"/>
                  </a:rPr>
                  <a:t>en los elementos suministradores</a:t>
                </a:r>
              </a:p>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de energía</a:t>
                </a:r>
              </a:p>
            </p:txBody>
          </p:sp>
          <p:sp>
            <p:nvSpPr>
              <p:cNvPr id="29709" name="CuadroTexto 3"/>
              <p:cNvSpPr txBox="1">
                <a:spLocks noChangeArrowheads="1"/>
              </p:cNvSpPr>
              <p:nvPr/>
            </p:nvSpPr>
            <p:spPr bwMode="auto">
              <a:xfrm>
                <a:off x="4361117" y="4563039"/>
                <a:ext cx="4844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spcBef>
                    <a:spcPts val="0"/>
                  </a:spcBef>
                </a:pPr>
                <a:r>
                  <a:rPr lang="es-ES" sz="4000" dirty="0"/>
                  <a:t>=</a:t>
                </a:r>
              </a:p>
            </p:txBody>
          </p:sp>
        </p:grpSp>
      </p:grpSp>
      <p:grpSp>
        <p:nvGrpSpPr>
          <p:cNvPr id="2" name="Grupo 1"/>
          <p:cNvGrpSpPr/>
          <p:nvPr/>
        </p:nvGrpSpPr>
        <p:grpSpPr>
          <a:xfrm>
            <a:off x="8622434" y="2904684"/>
            <a:ext cx="1755775" cy="3952031"/>
            <a:chOff x="957273" y="2923276"/>
            <a:chExt cx="1755775" cy="3952031"/>
          </a:xfrm>
        </p:grpSpPr>
        <p:sp>
          <p:nvSpPr>
            <p:cNvPr id="63" name="AutoShape 28"/>
            <p:cNvSpPr>
              <a:spLocks noChangeArrowheads="1"/>
            </p:cNvSpPr>
            <p:nvPr/>
          </p:nvSpPr>
          <p:spPr bwMode="auto">
            <a:xfrm>
              <a:off x="957273" y="2923276"/>
              <a:ext cx="1755775" cy="3952031"/>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type="none" w="lg" len="lg"/>
                </a14:hiddenLine>
              </a:ext>
            </a:extLst>
          </p:spPr>
          <p:txBody>
            <a:bodyPr rot="10800000"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64" name="Group 29"/>
            <p:cNvGrpSpPr>
              <a:grpSpLocks/>
            </p:cNvGrpSpPr>
            <p:nvPr/>
          </p:nvGrpSpPr>
          <p:grpSpPr bwMode="auto">
            <a:xfrm>
              <a:off x="1776423" y="4105805"/>
              <a:ext cx="58738" cy="482600"/>
              <a:chOff x="5153" y="6274"/>
              <a:chExt cx="63" cy="360"/>
            </a:xfrm>
          </p:grpSpPr>
          <p:sp>
            <p:nvSpPr>
              <p:cNvPr id="96" name="Line 30"/>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7" name="Line 31"/>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65" name="Text Box 32"/>
            <p:cNvSpPr txBox="1">
              <a:spLocks noChangeArrowheads="1"/>
            </p:cNvSpPr>
            <p:nvPr/>
          </p:nvSpPr>
          <p:spPr bwMode="auto">
            <a:xfrm>
              <a:off x="1849448" y="3864505"/>
              <a:ext cx="334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66" name="Line 38"/>
            <p:cNvSpPr>
              <a:spLocks noChangeShapeType="1"/>
            </p:cNvSpPr>
            <p:nvPr/>
          </p:nvSpPr>
          <p:spPr bwMode="auto">
            <a:xfrm flipH="1">
              <a:off x="1193811" y="4343930"/>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67" name="Line 39"/>
            <p:cNvSpPr>
              <a:spLocks noChangeShapeType="1"/>
            </p:cNvSpPr>
            <p:nvPr/>
          </p:nvSpPr>
          <p:spPr bwMode="auto">
            <a:xfrm flipH="1">
              <a:off x="1865323" y="4337580"/>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68" name="Line 40"/>
            <p:cNvSpPr>
              <a:spLocks noChangeShapeType="1"/>
            </p:cNvSpPr>
            <p:nvPr/>
          </p:nvSpPr>
          <p:spPr bwMode="auto">
            <a:xfrm flipH="1">
              <a:off x="1292234" y="5610777"/>
              <a:ext cx="2889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69" name="Line 41"/>
            <p:cNvSpPr>
              <a:spLocks noChangeShapeType="1"/>
            </p:cNvSpPr>
            <p:nvPr/>
          </p:nvSpPr>
          <p:spPr bwMode="auto">
            <a:xfrm flipH="1">
              <a:off x="2227272" y="5593315"/>
              <a:ext cx="2762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70" name="Line 42"/>
            <p:cNvSpPr>
              <a:spLocks noChangeShapeType="1"/>
            </p:cNvSpPr>
            <p:nvPr/>
          </p:nvSpPr>
          <p:spPr bwMode="auto">
            <a:xfrm flipV="1">
              <a:off x="1524011" y="3789893"/>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71" name="Line 43"/>
            <p:cNvSpPr>
              <a:spLocks noChangeShapeType="1"/>
            </p:cNvSpPr>
            <p:nvPr/>
          </p:nvSpPr>
          <p:spPr bwMode="auto">
            <a:xfrm flipV="1">
              <a:off x="1579572" y="5040865"/>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72" name="Line 44"/>
            <p:cNvSpPr>
              <a:spLocks noChangeShapeType="1"/>
            </p:cNvSpPr>
            <p:nvPr/>
          </p:nvSpPr>
          <p:spPr bwMode="auto">
            <a:xfrm flipH="1" flipV="1">
              <a:off x="1531948" y="4681250"/>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73" name="Line 45"/>
            <p:cNvSpPr>
              <a:spLocks noChangeShapeType="1"/>
            </p:cNvSpPr>
            <p:nvPr/>
          </p:nvSpPr>
          <p:spPr bwMode="auto">
            <a:xfrm flipH="1" flipV="1">
              <a:off x="1587510" y="5980347"/>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74" name="Text Box 46"/>
            <p:cNvSpPr txBox="1">
              <a:spLocks noChangeArrowheads="1"/>
            </p:cNvSpPr>
            <p:nvPr/>
          </p:nvSpPr>
          <p:spPr bwMode="auto">
            <a:xfrm>
              <a:off x="974736" y="3475568"/>
              <a:ext cx="5318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75" name="Text Box 47"/>
            <p:cNvSpPr txBox="1">
              <a:spLocks noChangeArrowheads="1"/>
            </p:cNvSpPr>
            <p:nvPr/>
          </p:nvSpPr>
          <p:spPr bwMode="auto">
            <a:xfrm>
              <a:off x="2081223" y="4374863"/>
              <a:ext cx="5238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76" name="Text Box 48"/>
            <p:cNvSpPr txBox="1">
              <a:spLocks noChangeArrowheads="1"/>
            </p:cNvSpPr>
            <p:nvPr/>
          </p:nvSpPr>
          <p:spPr bwMode="auto">
            <a:xfrm>
              <a:off x="977909" y="4797977"/>
              <a:ext cx="5683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V</a:t>
              </a:r>
            </a:p>
          </p:txBody>
        </p:sp>
        <p:sp>
          <p:nvSpPr>
            <p:cNvPr id="77" name="Text Box 49"/>
            <p:cNvSpPr txBox="1">
              <a:spLocks noChangeArrowheads="1"/>
            </p:cNvSpPr>
            <p:nvPr/>
          </p:nvSpPr>
          <p:spPr bwMode="auto">
            <a:xfrm>
              <a:off x="2152660" y="5734285"/>
              <a:ext cx="5603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V</a:t>
              </a:r>
            </a:p>
          </p:txBody>
        </p:sp>
        <p:sp>
          <p:nvSpPr>
            <p:cNvPr id="78" name="Line 50"/>
            <p:cNvSpPr>
              <a:spLocks noChangeShapeType="1"/>
            </p:cNvSpPr>
            <p:nvPr/>
          </p:nvSpPr>
          <p:spPr bwMode="auto">
            <a:xfrm flipH="1">
              <a:off x="1221592" y="6670458"/>
              <a:ext cx="1052513"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79" name="Text Box 51"/>
            <p:cNvSpPr txBox="1">
              <a:spLocks noChangeArrowheads="1"/>
            </p:cNvSpPr>
            <p:nvPr/>
          </p:nvSpPr>
          <p:spPr bwMode="auto">
            <a:xfrm>
              <a:off x="1370817" y="6212115"/>
              <a:ext cx="7794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V = 0</a:t>
              </a:r>
            </a:p>
          </p:txBody>
        </p:sp>
        <p:grpSp>
          <p:nvGrpSpPr>
            <p:cNvPr id="80" name="Group 163"/>
            <p:cNvGrpSpPr>
              <a:grpSpLocks/>
            </p:cNvGrpSpPr>
            <p:nvPr/>
          </p:nvGrpSpPr>
          <p:grpSpPr bwMode="auto">
            <a:xfrm>
              <a:off x="1582747" y="5379002"/>
              <a:ext cx="627063" cy="427038"/>
              <a:chOff x="2214" y="9158"/>
              <a:chExt cx="1080" cy="360"/>
            </a:xfrm>
          </p:grpSpPr>
          <p:grpSp>
            <p:nvGrpSpPr>
              <p:cNvPr id="84" name="Group 164"/>
              <p:cNvGrpSpPr>
                <a:grpSpLocks/>
              </p:cNvGrpSpPr>
              <p:nvPr/>
            </p:nvGrpSpPr>
            <p:grpSpPr bwMode="auto">
              <a:xfrm>
                <a:off x="2574" y="9158"/>
                <a:ext cx="360" cy="360"/>
                <a:chOff x="2214" y="9158"/>
                <a:chExt cx="360" cy="360"/>
              </a:xfrm>
            </p:grpSpPr>
            <p:sp>
              <p:nvSpPr>
                <p:cNvPr id="93" name="Line 16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4" name="Line 16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5" name="Line 167"/>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85" name="Group 168"/>
              <p:cNvGrpSpPr>
                <a:grpSpLocks/>
              </p:cNvGrpSpPr>
              <p:nvPr/>
            </p:nvGrpSpPr>
            <p:grpSpPr bwMode="auto">
              <a:xfrm>
                <a:off x="2934" y="9158"/>
                <a:ext cx="360" cy="360"/>
                <a:chOff x="2214" y="9158"/>
                <a:chExt cx="360" cy="360"/>
              </a:xfrm>
            </p:grpSpPr>
            <p:sp>
              <p:nvSpPr>
                <p:cNvPr id="90" name="Line 1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1" name="Line 1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2" name="Line 171"/>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86" name="Group 172"/>
              <p:cNvGrpSpPr>
                <a:grpSpLocks/>
              </p:cNvGrpSpPr>
              <p:nvPr/>
            </p:nvGrpSpPr>
            <p:grpSpPr bwMode="auto">
              <a:xfrm>
                <a:off x="2214" y="9158"/>
                <a:ext cx="360" cy="360"/>
                <a:chOff x="2214" y="9158"/>
                <a:chExt cx="360" cy="360"/>
              </a:xfrm>
            </p:grpSpPr>
            <p:sp>
              <p:nvSpPr>
                <p:cNvPr id="87" name="Line 1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88" name="Line 174"/>
                <p:cNvSpPr>
                  <a:spLocks noChangeShapeType="1"/>
                </p:cNvSpPr>
                <p:nvPr/>
              </p:nvSpPr>
              <p:spPr bwMode="auto">
                <a:xfrm>
                  <a:off x="2394" y="915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89" name="Line 1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sp>
          <p:nvSpPr>
            <p:cNvPr id="81" name="Text Box 176"/>
            <p:cNvSpPr txBox="1">
              <a:spLocks noChangeArrowheads="1"/>
            </p:cNvSpPr>
            <p:nvPr/>
          </p:nvSpPr>
          <p:spPr bwMode="auto">
            <a:xfrm>
              <a:off x="1093797" y="5104365"/>
              <a:ext cx="3000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82" name="Line 177"/>
            <p:cNvSpPr>
              <a:spLocks noChangeShapeType="1"/>
            </p:cNvSpPr>
            <p:nvPr/>
          </p:nvSpPr>
          <p:spPr bwMode="auto">
            <a:xfrm flipV="1">
              <a:off x="1296997" y="5609190"/>
              <a:ext cx="215900"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83" name="Text Box 192"/>
            <p:cNvSpPr txBox="1">
              <a:spLocks noChangeArrowheads="1"/>
            </p:cNvSpPr>
            <p:nvPr/>
          </p:nvSpPr>
          <p:spPr bwMode="auto">
            <a:xfrm>
              <a:off x="1267470" y="3029884"/>
              <a:ext cx="1125538" cy="427182"/>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000" dirty="0">
                  <a:solidFill>
                    <a:srgbClr val="000000"/>
                  </a:solidFill>
                  <a:latin typeface="Arial" panose="020B0604020202020204" pitchFamily="34" charset="0"/>
                </a:rPr>
                <a:t>CAÍDAS</a:t>
              </a:r>
            </a:p>
          </p:txBody>
        </p:sp>
      </p:grpSp>
      <p:sp>
        <p:nvSpPr>
          <p:cNvPr id="102" name="Text Box 106"/>
          <p:cNvSpPr txBox="1">
            <a:spLocks noChangeArrowheads="1"/>
          </p:cNvSpPr>
          <p:nvPr/>
        </p:nvSpPr>
        <p:spPr bwMode="auto">
          <a:xfrm>
            <a:off x="4873215" y="5778788"/>
            <a:ext cx="2694054" cy="598104"/>
          </a:xfrm>
          <a:prstGeom prst="rect">
            <a:avLst/>
          </a:prstGeom>
          <a:solidFill>
            <a:srgbClr val="FFFF00"/>
          </a:solidFill>
          <a:ln>
            <a:noFill/>
          </a:ln>
          <a:effectLst/>
          <a:extLst>
            <a:ext uri="{53640926-AAD7-44D8-BBD7-CCE9431645EC}">
              <a14:shadowObscured xmlns:a14="http://schemas.microsoft.com/office/drawing/2010/main" val="1"/>
            </a:ext>
          </a:extLst>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V =</a:t>
            </a:r>
            <a:r>
              <a:rPr lang="es-ES" sz="2800">
                <a:sym typeface="Symbol" panose="05050102010706020507" pitchFamily="18" charset="2"/>
              </a:rPr>
              <a:t> </a:t>
            </a:r>
            <a:endParaRPr lang="es-ES" dirty="0"/>
          </a:p>
        </p:txBody>
      </p:sp>
      <p:grpSp>
        <p:nvGrpSpPr>
          <p:cNvPr id="5" name="Grupo 4"/>
          <p:cNvGrpSpPr/>
          <p:nvPr/>
        </p:nvGrpSpPr>
        <p:grpSpPr>
          <a:xfrm>
            <a:off x="8617512" y="727374"/>
            <a:ext cx="1755775" cy="2111121"/>
            <a:chOff x="-1580422" y="2248227"/>
            <a:chExt cx="1755775" cy="2111121"/>
          </a:xfrm>
        </p:grpSpPr>
        <p:sp>
          <p:nvSpPr>
            <p:cNvPr id="105" name="AutoShape 28"/>
            <p:cNvSpPr>
              <a:spLocks noChangeArrowheads="1"/>
            </p:cNvSpPr>
            <p:nvPr/>
          </p:nvSpPr>
          <p:spPr bwMode="auto">
            <a:xfrm>
              <a:off x="-1580422" y="2248227"/>
              <a:ext cx="1755775" cy="2111121"/>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type="none" w="lg" len="lg"/>
                </a14:hiddenLine>
              </a:ext>
            </a:extLst>
          </p:spPr>
          <p:txBody>
            <a:bodyPr rot="10800000"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06" name="Group 29"/>
            <p:cNvGrpSpPr>
              <a:grpSpLocks/>
            </p:cNvGrpSpPr>
            <p:nvPr/>
          </p:nvGrpSpPr>
          <p:grpSpPr bwMode="auto">
            <a:xfrm>
              <a:off x="-761272" y="3430757"/>
              <a:ext cx="58738" cy="482600"/>
              <a:chOff x="5153" y="6274"/>
              <a:chExt cx="63" cy="360"/>
            </a:xfrm>
          </p:grpSpPr>
          <p:sp>
            <p:nvSpPr>
              <p:cNvPr id="138" name="Line 30"/>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39" name="Line 31"/>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107" name="Text Box 32"/>
            <p:cNvSpPr txBox="1">
              <a:spLocks noChangeArrowheads="1"/>
            </p:cNvSpPr>
            <p:nvPr/>
          </p:nvSpPr>
          <p:spPr bwMode="auto">
            <a:xfrm>
              <a:off x="-688247" y="3189457"/>
              <a:ext cx="334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108" name="Line 38"/>
            <p:cNvSpPr>
              <a:spLocks noChangeShapeType="1"/>
            </p:cNvSpPr>
            <p:nvPr/>
          </p:nvSpPr>
          <p:spPr bwMode="auto">
            <a:xfrm flipH="1">
              <a:off x="-1343884" y="3668882"/>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09" name="Line 39"/>
            <p:cNvSpPr>
              <a:spLocks noChangeShapeType="1"/>
            </p:cNvSpPr>
            <p:nvPr/>
          </p:nvSpPr>
          <p:spPr bwMode="auto">
            <a:xfrm flipH="1">
              <a:off x="-672372" y="3662532"/>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2" name="Line 42"/>
            <p:cNvSpPr>
              <a:spLocks noChangeShapeType="1"/>
            </p:cNvSpPr>
            <p:nvPr/>
          </p:nvSpPr>
          <p:spPr bwMode="auto">
            <a:xfrm flipV="1">
              <a:off x="-1013684" y="3114845"/>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4" name="Line 44"/>
            <p:cNvSpPr>
              <a:spLocks noChangeShapeType="1"/>
            </p:cNvSpPr>
            <p:nvPr/>
          </p:nvSpPr>
          <p:spPr bwMode="auto">
            <a:xfrm flipH="1" flipV="1">
              <a:off x="-1005747" y="4006202"/>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6" name="Text Box 46"/>
            <p:cNvSpPr txBox="1">
              <a:spLocks noChangeArrowheads="1"/>
            </p:cNvSpPr>
            <p:nvPr/>
          </p:nvSpPr>
          <p:spPr bwMode="auto">
            <a:xfrm>
              <a:off x="-1562959" y="2800520"/>
              <a:ext cx="5318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117" name="Text Box 47"/>
            <p:cNvSpPr txBox="1">
              <a:spLocks noChangeArrowheads="1"/>
            </p:cNvSpPr>
            <p:nvPr/>
          </p:nvSpPr>
          <p:spPr bwMode="auto">
            <a:xfrm>
              <a:off x="-456472" y="3699815"/>
              <a:ext cx="5238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125" name="Text Box 192"/>
            <p:cNvSpPr txBox="1">
              <a:spLocks noChangeArrowheads="1"/>
            </p:cNvSpPr>
            <p:nvPr/>
          </p:nvSpPr>
          <p:spPr bwMode="auto">
            <a:xfrm>
              <a:off x="-1270225" y="2354836"/>
              <a:ext cx="1125538" cy="427182"/>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000">
                  <a:solidFill>
                    <a:srgbClr val="000000"/>
                  </a:solidFill>
                  <a:latin typeface="Arial" panose="020B0604020202020204" pitchFamily="34" charset="0"/>
                </a:rPr>
                <a:t>SUBIDA</a:t>
              </a:r>
              <a:endParaRPr lang="es-ES" sz="2000" dirty="0">
                <a:solidFill>
                  <a:srgbClr val="000000"/>
                </a:solidFill>
                <a:latin typeface="Arial" panose="020B0604020202020204" pitchFamily="34" charset="0"/>
              </a:endParaRPr>
            </a:p>
          </p:txBody>
        </p:sp>
      </p:grpSp>
      <p:sp>
        <p:nvSpPr>
          <p:cNvPr id="99" name="Text Box 164"/>
          <p:cNvSpPr txBox="1">
            <a:spLocks noChangeArrowheads="1"/>
          </p:cNvSpPr>
          <p:nvPr/>
        </p:nvSpPr>
        <p:spPr bwMode="auto">
          <a:xfrm>
            <a:off x="1149090" y="3301772"/>
            <a:ext cx="7362569"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FF0000"/>
                </a:solidFill>
                <a:latin typeface="Arial" panose="020B0604020202020204" pitchFamily="34" charset="0"/>
              </a:rPr>
              <a:t>(refleja que la </a:t>
            </a:r>
            <a:r>
              <a:rPr lang="es-ES" sz="2400" dirty="0" err="1">
                <a:solidFill>
                  <a:srgbClr val="FF0000"/>
                </a:solidFill>
                <a:latin typeface="Arial" panose="020B0604020202020204" pitchFamily="34" charset="0"/>
              </a:rPr>
              <a:t>ddp</a:t>
            </a:r>
            <a:r>
              <a:rPr lang="es-ES" sz="2400" dirty="0">
                <a:solidFill>
                  <a:srgbClr val="FF0000"/>
                </a:solidFill>
                <a:latin typeface="Arial" panose="020B0604020202020204" pitchFamily="34" charset="0"/>
              </a:rPr>
              <a:t> en </a:t>
            </a:r>
            <a:r>
              <a:rPr lang="es-ES" sz="2400">
                <a:solidFill>
                  <a:srgbClr val="FF0000"/>
                </a:solidFill>
                <a:latin typeface="Arial" panose="020B0604020202020204" pitchFamily="34" charset="0"/>
              </a:rPr>
              <a:t>la malla es cero: </a:t>
            </a:r>
            <a:r>
              <a:rPr lang="es-ES" sz="2400" dirty="0">
                <a:solidFill>
                  <a:srgbClr val="FF0000"/>
                </a:solidFill>
                <a:latin typeface="Arial" panose="020B0604020202020204" pitchFamily="34" charset="0"/>
              </a:rPr>
              <a:t>lo </a:t>
            </a:r>
            <a:r>
              <a:rPr lang="es-ES" sz="2400">
                <a:solidFill>
                  <a:srgbClr val="FF0000"/>
                </a:solidFill>
                <a:latin typeface="Arial" panose="020B0604020202020204" pitchFamily="34" charset="0"/>
              </a:rPr>
              <a:t>que baja </a:t>
            </a:r>
            <a:r>
              <a:rPr lang="es-ES" sz="2400" dirty="0">
                <a:solidFill>
                  <a:srgbClr val="FF0000"/>
                </a:solidFill>
                <a:latin typeface="Arial" panose="020B0604020202020204" pitchFamily="34" charset="0"/>
              </a:rPr>
              <a:t>el potencial al recorrerla debe ser igual a lo </a:t>
            </a:r>
            <a:r>
              <a:rPr lang="es-ES" sz="2400">
                <a:solidFill>
                  <a:srgbClr val="FF0000"/>
                </a:solidFill>
                <a:latin typeface="Arial" panose="020B0604020202020204" pitchFamily="34" charset="0"/>
              </a:rPr>
              <a:t>que sube)</a:t>
            </a:r>
            <a:endParaRPr lang="es-ES" sz="2400" dirty="0">
              <a:solidFill>
                <a:srgbClr val="FF0000"/>
              </a:solidFill>
              <a:latin typeface="Arial" panose="020B0604020202020204" pitchFamily="34" charset="0"/>
            </a:endParaRPr>
          </a:p>
        </p:txBody>
      </p:sp>
      <p:sp>
        <p:nvSpPr>
          <p:cNvPr id="13" name="AutoShape 167">
            <a:extLst>
              <a:ext uri="{FF2B5EF4-FFF2-40B4-BE49-F238E27FC236}">
                <a16:creationId xmlns:a16="http://schemas.microsoft.com/office/drawing/2014/main" id="{F6DF4EB5-7292-FF1A-5A8D-0F7B272A1214}"/>
              </a:ext>
            </a:extLst>
          </p:cNvPr>
          <p:cNvSpPr>
            <a:spLocks noChangeArrowheads="1"/>
          </p:cNvSpPr>
          <p:nvPr/>
        </p:nvSpPr>
        <p:spPr bwMode="auto">
          <a:xfrm flipH="1">
            <a:off x="2518474" y="5157917"/>
            <a:ext cx="469900" cy="49539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362" y="15230"/>
                </a:moveTo>
                <a:cubicBezTo>
                  <a:pt x="10507" y="15244"/>
                  <a:pt x="10653" y="15252"/>
                  <a:pt x="10800" y="15252"/>
                </a:cubicBezTo>
                <a:cubicBezTo>
                  <a:pt x="13258" y="15252"/>
                  <a:pt x="15252" y="13258"/>
                  <a:pt x="15252" y="10800"/>
                </a:cubicBezTo>
                <a:cubicBezTo>
                  <a:pt x="15252" y="8341"/>
                  <a:pt x="13258" y="6348"/>
                  <a:pt x="10800" y="6348"/>
                </a:cubicBezTo>
                <a:cubicBezTo>
                  <a:pt x="8341" y="6348"/>
                  <a:pt x="6348" y="8341"/>
                  <a:pt x="6348" y="10800"/>
                </a:cubicBezTo>
                <a:lnTo>
                  <a:pt x="0" y="10800"/>
                </a:lnTo>
                <a:cubicBezTo>
                  <a:pt x="0" y="4835"/>
                  <a:pt x="4835" y="0"/>
                  <a:pt x="10800" y="0"/>
                </a:cubicBezTo>
                <a:cubicBezTo>
                  <a:pt x="16764" y="0"/>
                  <a:pt x="21600" y="4835"/>
                  <a:pt x="21600" y="10800"/>
                </a:cubicBezTo>
                <a:cubicBezTo>
                  <a:pt x="21600" y="16764"/>
                  <a:pt x="16764" y="21600"/>
                  <a:pt x="10800" y="21600"/>
                </a:cubicBezTo>
                <a:cubicBezTo>
                  <a:pt x="10445" y="21600"/>
                  <a:pt x="10090" y="21582"/>
                  <a:pt x="9737" y="21547"/>
                </a:cubicBezTo>
                <a:lnTo>
                  <a:pt x="9472" y="24234"/>
                </a:lnTo>
                <a:lnTo>
                  <a:pt x="4203" y="17811"/>
                </a:lnTo>
                <a:lnTo>
                  <a:pt x="10627" y="12543"/>
                </a:lnTo>
                <a:lnTo>
                  <a:pt x="10362" y="15230"/>
                </a:lnTo>
                <a:close/>
              </a:path>
            </a:pathLst>
          </a:custGeom>
          <a:solidFill>
            <a:srgbClr val="FF0000"/>
          </a:solidFill>
          <a:ln>
            <a:noFill/>
          </a:ln>
        </p:spPr>
        <p:txBody>
          <a:bodyPr wrap="none" lIns="90000" tIns="82800" rIns="90000" bIns="82800" anchor="ctr"/>
          <a:lstStyle/>
          <a:p>
            <a:endParaRPr lang="es-ES"/>
          </a:p>
        </p:txBody>
      </p:sp>
      <p:grpSp>
        <p:nvGrpSpPr>
          <p:cNvPr id="14" name="Grupo 13">
            <a:extLst>
              <a:ext uri="{FF2B5EF4-FFF2-40B4-BE49-F238E27FC236}">
                <a16:creationId xmlns:a16="http://schemas.microsoft.com/office/drawing/2014/main" id="{8EF629D3-274B-7BD2-97D8-22E0F49F7790}"/>
              </a:ext>
            </a:extLst>
          </p:cNvPr>
          <p:cNvGrpSpPr/>
          <p:nvPr/>
        </p:nvGrpSpPr>
        <p:grpSpPr>
          <a:xfrm>
            <a:off x="1633924" y="4468106"/>
            <a:ext cx="2312987" cy="1805916"/>
            <a:chOff x="1405327" y="4468106"/>
            <a:chExt cx="2312987" cy="1805916"/>
          </a:xfrm>
        </p:grpSpPr>
        <p:grpSp>
          <p:nvGrpSpPr>
            <p:cNvPr id="15" name="Group 11">
              <a:extLst>
                <a:ext uri="{FF2B5EF4-FFF2-40B4-BE49-F238E27FC236}">
                  <a16:creationId xmlns:a16="http://schemas.microsoft.com/office/drawing/2014/main" id="{53DAB7FC-B2CD-BA50-7BC0-59AFE433E306}"/>
                </a:ext>
              </a:extLst>
            </p:cNvPr>
            <p:cNvGrpSpPr>
              <a:grpSpLocks/>
            </p:cNvGrpSpPr>
            <p:nvPr/>
          </p:nvGrpSpPr>
          <p:grpSpPr bwMode="auto">
            <a:xfrm>
              <a:off x="2502289" y="5749455"/>
              <a:ext cx="58738" cy="482689"/>
              <a:chOff x="5153" y="6274"/>
              <a:chExt cx="63" cy="360"/>
            </a:xfrm>
          </p:grpSpPr>
          <p:sp>
            <p:nvSpPr>
              <p:cNvPr id="42" name="Line 12">
                <a:extLst>
                  <a:ext uri="{FF2B5EF4-FFF2-40B4-BE49-F238E27FC236}">
                    <a16:creationId xmlns:a16="http://schemas.microsoft.com/office/drawing/2014/main" id="{11B63C25-8E81-FEF1-C9A7-C695B698D585}"/>
                  </a:ext>
                </a:extLst>
              </p:cNvPr>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3" name="Line 13">
                <a:extLst>
                  <a:ext uri="{FF2B5EF4-FFF2-40B4-BE49-F238E27FC236}">
                    <a16:creationId xmlns:a16="http://schemas.microsoft.com/office/drawing/2014/main" id="{58A07F96-D57C-4440-7C1E-4366F0B28DE0}"/>
                  </a:ext>
                </a:extLst>
              </p:cNvPr>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6" name="Line 14">
              <a:extLst>
                <a:ext uri="{FF2B5EF4-FFF2-40B4-BE49-F238E27FC236}">
                  <a16:creationId xmlns:a16="http://schemas.microsoft.com/office/drawing/2014/main" id="{7918900D-00AD-1E38-326E-5B81DCB2595A}"/>
                </a:ext>
              </a:extLst>
            </p:cNvPr>
            <p:cNvSpPr>
              <a:spLocks noChangeShapeType="1"/>
            </p:cNvSpPr>
            <p:nvPr/>
          </p:nvSpPr>
          <p:spPr bwMode="auto">
            <a:xfrm flipH="1">
              <a:off x="2619764" y="5955868"/>
              <a:ext cx="7048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 name="Text Box 15">
              <a:extLst>
                <a:ext uri="{FF2B5EF4-FFF2-40B4-BE49-F238E27FC236}">
                  <a16:creationId xmlns:a16="http://schemas.microsoft.com/office/drawing/2014/main" id="{99392943-93E4-A6DF-F2CB-CB276A792DCA}"/>
                </a:ext>
              </a:extLst>
            </p:cNvPr>
            <p:cNvSpPr txBox="1">
              <a:spLocks noChangeArrowheads="1"/>
            </p:cNvSpPr>
            <p:nvPr/>
          </p:nvSpPr>
          <p:spPr bwMode="auto">
            <a:xfrm>
              <a:off x="2143586" y="5907241"/>
              <a:ext cx="334963" cy="36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18" name="Line 22">
              <a:extLst>
                <a:ext uri="{FF2B5EF4-FFF2-40B4-BE49-F238E27FC236}">
                  <a16:creationId xmlns:a16="http://schemas.microsoft.com/office/drawing/2014/main" id="{9BB5DA43-C128-1DEB-17E4-EE68ED278B4F}"/>
                </a:ext>
              </a:extLst>
            </p:cNvPr>
            <p:cNvSpPr>
              <a:spLocks noChangeShapeType="1"/>
            </p:cNvSpPr>
            <p:nvPr/>
          </p:nvSpPr>
          <p:spPr bwMode="auto">
            <a:xfrm flipH="1" flipV="1">
              <a:off x="1765689" y="5970159"/>
              <a:ext cx="73977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9" name="Line 62">
              <a:extLst>
                <a:ext uri="{FF2B5EF4-FFF2-40B4-BE49-F238E27FC236}">
                  <a16:creationId xmlns:a16="http://schemas.microsoft.com/office/drawing/2014/main" id="{A3285568-AD1D-1C23-A114-630A3F92C7E4}"/>
                </a:ext>
              </a:extLst>
            </p:cNvPr>
            <p:cNvSpPr>
              <a:spLocks noChangeAspect="1" noChangeShapeType="1"/>
            </p:cNvSpPr>
            <p:nvPr/>
          </p:nvSpPr>
          <p:spPr bwMode="auto">
            <a:xfrm rot="16200000" flipH="1">
              <a:off x="1256796" y="5423164"/>
              <a:ext cx="1079700" cy="158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0" name="Line 63">
              <a:extLst>
                <a:ext uri="{FF2B5EF4-FFF2-40B4-BE49-F238E27FC236}">
                  <a16:creationId xmlns:a16="http://schemas.microsoft.com/office/drawing/2014/main" id="{DF09404C-9728-E3E6-CB15-95E525B49C8E}"/>
                </a:ext>
              </a:extLst>
            </p:cNvPr>
            <p:cNvSpPr>
              <a:spLocks noChangeAspect="1" noChangeShapeType="1"/>
            </p:cNvSpPr>
            <p:nvPr/>
          </p:nvSpPr>
          <p:spPr bwMode="auto">
            <a:xfrm rot="16200000" flipH="1">
              <a:off x="2787146" y="5412049"/>
              <a:ext cx="1079700" cy="158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1" name="Line 19">
              <a:extLst>
                <a:ext uri="{FF2B5EF4-FFF2-40B4-BE49-F238E27FC236}">
                  <a16:creationId xmlns:a16="http://schemas.microsoft.com/office/drawing/2014/main" id="{86803B78-EC75-6206-1AEB-8CC50A824C99}"/>
                </a:ext>
              </a:extLst>
            </p:cNvPr>
            <p:cNvSpPr>
              <a:spLocks noChangeShapeType="1"/>
            </p:cNvSpPr>
            <p:nvPr/>
          </p:nvSpPr>
          <p:spPr bwMode="auto">
            <a:xfrm flipH="1">
              <a:off x="1800614" y="4887283"/>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2" name="Text Box 20">
              <a:extLst>
                <a:ext uri="{FF2B5EF4-FFF2-40B4-BE49-F238E27FC236}">
                  <a16:creationId xmlns:a16="http://schemas.microsoft.com/office/drawing/2014/main" id="{3EC883E9-735D-0BFC-DDED-A18BB8AFF24D}"/>
                </a:ext>
              </a:extLst>
            </p:cNvPr>
            <p:cNvSpPr txBox="1">
              <a:spLocks noChangeArrowheads="1"/>
            </p:cNvSpPr>
            <p:nvPr/>
          </p:nvSpPr>
          <p:spPr bwMode="auto">
            <a:xfrm>
              <a:off x="1981589" y="4468106"/>
              <a:ext cx="503238" cy="517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p>
          </p:txBody>
        </p:sp>
        <p:sp>
          <p:nvSpPr>
            <p:cNvPr id="23" name="Line 21">
              <a:extLst>
                <a:ext uri="{FF2B5EF4-FFF2-40B4-BE49-F238E27FC236}">
                  <a16:creationId xmlns:a16="http://schemas.microsoft.com/office/drawing/2014/main" id="{25E8A092-BD39-5D0B-A1E2-C0D0454F493B}"/>
                </a:ext>
              </a:extLst>
            </p:cNvPr>
            <p:cNvSpPr>
              <a:spLocks noChangeShapeType="1"/>
            </p:cNvSpPr>
            <p:nvPr/>
          </p:nvSpPr>
          <p:spPr bwMode="auto">
            <a:xfrm flipH="1">
              <a:off x="2783277" y="4884108"/>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24" name="Group 95">
              <a:extLst>
                <a:ext uri="{FF2B5EF4-FFF2-40B4-BE49-F238E27FC236}">
                  <a16:creationId xmlns:a16="http://schemas.microsoft.com/office/drawing/2014/main" id="{C08D74C4-57DD-0292-4668-2EF4BA2E2179}"/>
                </a:ext>
              </a:extLst>
            </p:cNvPr>
            <p:cNvGrpSpPr>
              <a:grpSpLocks/>
            </p:cNvGrpSpPr>
            <p:nvPr/>
          </p:nvGrpSpPr>
          <p:grpSpPr bwMode="auto">
            <a:xfrm>
              <a:off x="2488002" y="4660228"/>
              <a:ext cx="139700" cy="427117"/>
              <a:chOff x="2214" y="9158"/>
              <a:chExt cx="360" cy="360"/>
            </a:xfrm>
          </p:grpSpPr>
          <p:sp>
            <p:nvSpPr>
              <p:cNvPr id="39" name="Line 96">
                <a:extLst>
                  <a:ext uri="{FF2B5EF4-FFF2-40B4-BE49-F238E27FC236}">
                    <a16:creationId xmlns:a16="http://schemas.microsoft.com/office/drawing/2014/main" id="{C30F1E31-C5F7-A841-7D8D-02B19B1F823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0" name="Line 97">
                <a:extLst>
                  <a:ext uri="{FF2B5EF4-FFF2-40B4-BE49-F238E27FC236}">
                    <a16:creationId xmlns:a16="http://schemas.microsoft.com/office/drawing/2014/main" id="{9E419DED-4F2D-3C8B-21A9-4FA7BD73867B}"/>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1" name="Line 98">
                <a:extLst>
                  <a:ext uri="{FF2B5EF4-FFF2-40B4-BE49-F238E27FC236}">
                    <a16:creationId xmlns:a16="http://schemas.microsoft.com/office/drawing/2014/main" id="{B42FC76D-6C7D-79B9-012B-DF02A6DC33E8}"/>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25" name="Group 99">
              <a:extLst>
                <a:ext uri="{FF2B5EF4-FFF2-40B4-BE49-F238E27FC236}">
                  <a16:creationId xmlns:a16="http://schemas.microsoft.com/office/drawing/2014/main" id="{14C0988A-D6E2-61D8-966B-64549173B7A7}"/>
                </a:ext>
              </a:extLst>
            </p:cNvPr>
            <p:cNvGrpSpPr>
              <a:grpSpLocks/>
            </p:cNvGrpSpPr>
            <p:nvPr/>
          </p:nvGrpSpPr>
          <p:grpSpPr bwMode="auto">
            <a:xfrm>
              <a:off x="2627702" y="4660228"/>
              <a:ext cx="139700" cy="427117"/>
              <a:chOff x="2214" y="9158"/>
              <a:chExt cx="360" cy="360"/>
            </a:xfrm>
          </p:grpSpPr>
          <p:sp>
            <p:nvSpPr>
              <p:cNvPr id="36" name="Line 100">
                <a:extLst>
                  <a:ext uri="{FF2B5EF4-FFF2-40B4-BE49-F238E27FC236}">
                    <a16:creationId xmlns:a16="http://schemas.microsoft.com/office/drawing/2014/main" id="{32B40BB8-C78F-1BFB-A275-A958E67E486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7" name="Line 101">
                <a:extLst>
                  <a:ext uri="{FF2B5EF4-FFF2-40B4-BE49-F238E27FC236}">
                    <a16:creationId xmlns:a16="http://schemas.microsoft.com/office/drawing/2014/main" id="{99EE81C6-41B6-3B79-6ABC-82E19F7F053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8" name="Line 102">
                <a:extLst>
                  <a:ext uri="{FF2B5EF4-FFF2-40B4-BE49-F238E27FC236}">
                    <a16:creationId xmlns:a16="http://schemas.microsoft.com/office/drawing/2014/main" id="{5058AD4A-BC58-2F50-D5BE-38E0222A9A20}"/>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26" name="Group 103">
              <a:extLst>
                <a:ext uri="{FF2B5EF4-FFF2-40B4-BE49-F238E27FC236}">
                  <a16:creationId xmlns:a16="http://schemas.microsoft.com/office/drawing/2014/main" id="{B011C0B4-3495-D14E-C53A-84CF1DA065B6}"/>
                </a:ext>
              </a:extLst>
            </p:cNvPr>
            <p:cNvGrpSpPr>
              <a:grpSpLocks/>
            </p:cNvGrpSpPr>
            <p:nvPr/>
          </p:nvGrpSpPr>
          <p:grpSpPr bwMode="auto">
            <a:xfrm>
              <a:off x="2348302" y="4660228"/>
              <a:ext cx="139700" cy="427117"/>
              <a:chOff x="2214" y="9158"/>
              <a:chExt cx="360" cy="360"/>
            </a:xfrm>
          </p:grpSpPr>
          <p:sp>
            <p:nvSpPr>
              <p:cNvPr id="33" name="Line 104">
                <a:extLst>
                  <a:ext uri="{FF2B5EF4-FFF2-40B4-BE49-F238E27FC236}">
                    <a16:creationId xmlns:a16="http://schemas.microsoft.com/office/drawing/2014/main" id="{9FAA17E8-68B6-CAFF-BB55-9C515EC94B7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4" name="Line 105">
                <a:extLst>
                  <a:ext uri="{FF2B5EF4-FFF2-40B4-BE49-F238E27FC236}">
                    <a16:creationId xmlns:a16="http://schemas.microsoft.com/office/drawing/2014/main" id="{49D78EE0-350C-E196-B0F5-1AB969BFE6AD}"/>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5" name="Line 106">
                <a:extLst>
                  <a:ext uri="{FF2B5EF4-FFF2-40B4-BE49-F238E27FC236}">
                    <a16:creationId xmlns:a16="http://schemas.microsoft.com/office/drawing/2014/main" id="{05F418DA-1213-B74E-4782-9826A0B72D57}"/>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27" name="Line 89">
              <a:extLst>
                <a:ext uri="{FF2B5EF4-FFF2-40B4-BE49-F238E27FC236}">
                  <a16:creationId xmlns:a16="http://schemas.microsoft.com/office/drawing/2014/main" id="{0F3815E7-4B2A-653B-1508-2C6C0A44A41F}"/>
                </a:ext>
              </a:extLst>
            </p:cNvPr>
            <p:cNvSpPr>
              <a:spLocks noChangeShapeType="1"/>
            </p:cNvSpPr>
            <p:nvPr/>
          </p:nvSpPr>
          <p:spPr bwMode="auto">
            <a:xfrm flipV="1">
              <a:off x="3335727" y="5288995"/>
              <a:ext cx="0" cy="333437"/>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8" name="Line 91">
              <a:extLst>
                <a:ext uri="{FF2B5EF4-FFF2-40B4-BE49-F238E27FC236}">
                  <a16:creationId xmlns:a16="http://schemas.microsoft.com/office/drawing/2014/main" id="{8E4A58B4-08CD-7CAE-E8B3-09889356D911}"/>
                </a:ext>
              </a:extLst>
            </p:cNvPr>
            <p:cNvSpPr>
              <a:spLocks noChangeShapeType="1"/>
            </p:cNvSpPr>
            <p:nvPr/>
          </p:nvSpPr>
          <p:spPr bwMode="auto">
            <a:xfrm>
              <a:off x="1795852" y="5281056"/>
              <a:ext cx="0" cy="333437"/>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9" name="Text Box 136">
              <a:extLst>
                <a:ext uri="{FF2B5EF4-FFF2-40B4-BE49-F238E27FC236}">
                  <a16:creationId xmlns:a16="http://schemas.microsoft.com/office/drawing/2014/main" id="{B263A3C9-FFDD-0B1D-BA28-D65003DB546C}"/>
                </a:ext>
              </a:extLst>
            </p:cNvPr>
            <p:cNvSpPr txBox="1">
              <a:spLocks noChangeArrowheads="1"/>
            </p:cNvSpPr>
            <p:nvPr/>
          </p:nvSpPr>
          <p:spPr bwMode="auto">
            <a:xfrm>
              <a:off x="1405327" y="5231834"/>
              <a:ext cx="300037" cy="53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0" name="Text Box 140">
              <a:extLst>
                <a:ext uri="{FF2B5EF4-FFF2-40B4-BE49-F238E27FC236}">
                  <a16:creationId xmlns:a16="http://schemas.microsoft.com/office/drawing/2014/main" id="{03182E0E-CF22-8B8D-862C-F1921F0A9149}"/>
                </a:ext>
              </a:extLst>
            </p:cNvPr>
            <p:cNvSpPr txBox="1">
              <a:spLocks noChangeArrowheads="1"/>
            </p:cNvSpPr>
            <p:nvPr/>
          </p:nvSpPr>
          <p:spPr bwMode="auto">
            <a:xfrm>
              <a:off x="3418277" y="5123864"/>
              <a:ext cx="300037" cy="53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1" name="Elipse 30">
              <a:extLst>
                <a:ext uri="{FF2B5EF4-FFF2-40B4-BE49-F238E27FC236}">
                  <a16:creationId xmlns:a16="http://schemas.microsoft.com/office/drawing/2014/main" id="{DBDF05F3-DC3B-DCF6-BEF0-40C3C0AA1773}"/>
                </a:ext>
              </a:extLst>
            </p:cNvPr>
            <p:cNvSpPr/>
            <p:nvPr/>
          </p:nvSpPr>
          <p:spPr bwMode="auto">
            <a:xfrm>
              <a:off x="1677724" y="5884160"/>
              <a:ext cx="199937" cy="198033"/>
            </a:xfrm>
            <a:prstGeom prst="ellipse">
              <a:avLst/>
            </a:prstGeom>
            <a:solidFill>
              <a:srgbClr val="FF0000"/>
            </a:solidFill>
            <a:ln w="12700" cap="flat" cmpd="sng" algn="ctr">
              <a:no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32" name="Elipse 31">
              <a:extLst>
                <a:ext uri="{FF2B5EF4-FFF2-40B4-BE49-F238E27FC236}">
                  <a16:creationId xmlns:a16="http://schemas.microsoft.com/office/drawing/2014/main" id="{A0CFEF0E-9885-D763-18D9-6108531C1067}"/>
                </a:ext>
              </a:extLst>
            </p:cNvPr>
            <p:cNvSpPr/>
            <p:nvPr/>
          </p:nvSpPr>
          <p:spPr bwMode="auto">
            <a:xfrm>
              <a:off x="3211057" y="5849945"/>
              <a:ext cx="199937" cy="198033"/>
            </a:xfrm>
            <a:prstGeom prst="ellipse">
              <a:avLst/>
            </a:prstGeom>
            <a:solidFill>
              <a:srgbClr val="FF0000"/>
            </a:solidFill>
            <a:ln w="12700" cap="flat" cmpd="sng" algn="ctr">
              <a:no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grpSp>
    </p:spTree>
    <p:extLst>
      <p:ext uri="{BB962C8B-B14F-4D97-AF65-F5344CB8AC3E}">
        <p14:creationId xmlns:p14="http://schemas.microsoft.com/office/powerpoint/2010/main" val="390150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467977"/>
                                        </p:tgtEl>
                                        <p:attrNameLst>
                                          <p:attrName>style.visibility</p:attrName>
                                        </p:attrNameLst>
                                      </p:cBhvr>
                                      <p:to>
                                        <p:strVal val="visible"/>
                                      </p:to>
                                    </p:set>
                                    <p:anim calcmode="lin" valueType="num">
                                      <p:cBhvr additive="base">
                                        <p:cTn id="7" dur="500"/>
                                        <p:tgtEl>
                                          <p:spTgt spid="467977"/>
                                        </p:tgtEl>
                                        <p:attrNameLst>
                                          <p:attrName>ppt_y</p:attrName>
                                        </p:attrNameLst>
                                      </p:cBhvr>
                                      <p:tavLst>
                                        <p:tav tm="0">
                                          <p:val>
                                            <p:strVal val="#ppt_y+#ppt_h*1.125000"/>
                                          </p:val>
                                        </p:tav>
                                        <p:tav tm="100000">
                                          <p:val>
                                            <p:strVal val="#ppt_y"/>
                                          </p:val>
                                        </p:tav>
                                      </p:tavLst>
                                    </p:anim>
                                    <p:animEffect transition="in" filter="wipe(up)">
                                      <p:cBhvr>
                                        <p:cTn id="8" dur="500"/>
                                        <p:tgtEl>
                                          <p:spTgt spid="467977"/>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up)">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99"/>
                                        </p:tgtEl>
                                        <p:attrNameLst>
                                          <p:attrName>style.visibility</p:attrName>
                                        </p:attrNameLst>
                                      </p:cBhvr>
                                      <p:to>
                                        <p:strVal val="visible"/>
                                      </p:to>
                                    </p:set>
                                    <p:anim calcmode="lin" valueType="num">
                                      <p:cBhvr additive="base">
                                        <p:cTn id="18" dur="500"/>
                                        <p:tgtEl>
                                          <p:spTgt spid="99"/>
                                        </p:tgtEl>
                                        <p:attrNameLst>
                                          <p:attrName>ppt_y</p:attrName>
                                        </p:attrNameLst>
                                      </p:cBhvr>
                                      <p:tavLst>
                                        <p:tav tm="0">
                                          <p:val>
                                            <p:strVal val="#ppt_y-#ppt_h*1.125000"/>
                                          </p:val>
                                        </p:tav>
                                        <p:tav tm="100000">
                                          <p:val>
                                            <p:strVal val="#ppt_y"/>
                                          </p:val>
                                        </p:tav>
                                      </p:tavLst>
                                    </p:anim>
                                    <p:animEffect transition="in" filter="wipe(down)">
                                      <p:cBhvr>
                                        <p:cTn id="19" dur="500"/>
                                        <p:tgtEl>
                                          <p:spTgt spid="99"/>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trips(downRight)">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272"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strVal val="2/3*#ppt_w"/>
                                          </p:val>
                                        </p:tav>
                                        <p:tav tm="100000">
                                          <p:val>
                                            <p:strVal val="#ppt_w"/>
                                          </p:val>
                                        </p:tav>
                                      </p:tavLst>
                                    </p:anim>
                                    <p:anim calcmode="lin" valueType="num">
                                      <p:cBhvr>
                                        <p:cTn id="30" dur="500" fill="hold"/>
                                        <p:tgtEl>
                                          <p:spTgt spid="13"/>
                                        </p:tgtEl>
                                        <p:attrNameLst>
                                          <p:attrName>ppt_h</p:attrName>
                                        </p:attrNameLst>
                                      </p:cBhvr>
                                      <p:tavLst>
                                        <p:tav tm="0">
                                          <p:val>
                                            <p:strVal val="2/3*#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9728"/>
                                        </p:tgtEl>
                                        <p:attrNameLst>
                                          <p:attrName>style.visibility</p:attrName>
                                        </p:attrNameLst>
                                      </p:cBhvr>
                                      <p:to>
                                        <p:strVal val="visible"/>
                                      </p:to>
                                    </p:set>
                                    <p:animEffect transition="in" filter="wipe(up)">
                                      <p:cBhvr>
                                        <p:cTn id="35" dur="500"/>
                                        <p:tgtEl>
                                          <p:spTgt spid="2972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02"/>
                                        </p:tgtEl>
                                        <p:attrNameLst>
                                          <p:attrName>style.visibility</p:attrName>
                                        </p:attrNameLst>
                                      </p:cBhvr>
                                      <p:to>
                                        <p:strVal val="visible"/>
                                      </p:to>
                                    </p:set>
                                    <p:animEffect transition="in" filter="wipe(up)">
                                      <p:cBhvr>
                                        <p:cTn id="4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7977" grpId="0" animBg="1"/>
      <p:bldP spid="29728" grpId="0" animBg="1"/>
      <p:bldP spid="102" grpId="0" animBg="1"/>
      <p:bldP spid="99" grpId="0"/>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 Box 164">
            <a:extLst>
              <a:ext uri="{FF2B5EF4-FFF2-40B4-BE49-F238E27FC236}">
                <a16:creationId xmlns:a16="http://schemas.microsoft.com/office/drawing/2014/main" id="{A24F1BC4-C111-4ADB-B287-CC4E26D0E7C7}"/>
              </a:ext>
            </a:extLst>
          </p:cNvPr>
          <p:cNvSpPr txBox="1">
            <a:spLocks noChangeArrowheads="1"/>
          </p:cNvSpPr>
          <p:nvPr/>
        </p:nvSpPr>
        <p:spPr bwMode="auto">
          <a:xfrm>
            <a:off x="999152" y="3309991"/>
            <a:ext cx="740717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(refleja que la </a:t>
            </a:r>
            <a:r>
              <a:rPr lang="es-ES" sz="2400" dirty="0" err="1">
                <a:solidFill>
                  <a:srgbClr val="FF0000"/>
                </a:solidFill>
                <a:latin typeface="Arial" panose="020B0604020202020204" pitchFamily="34" charset="0"/>
              </a:rPr>
              <a:t>ddp</a:t>
            </a:r>
            <a:r>
              <a:rPr lang="es-ES" sz="2400" dirty="0">
                <a:solidFill>
                  <a:srgbClr val="FF0000"/>
                </a:solidFill>
                <a:latin typeface="Arial" panose="020B0604020202020204" pitchFamily="34" charset="0"/>
              </a:rPr>
              <a:t> no depende del camino)</a:t>
            </a:r>
          </a:p>
        </p:txBody>
      </p:sp>
      <p:sp>
        <p:nvSpPr>
          <p:cNvPr id="118" name="Text Box 106">
            <a:extLst>
              <a:ext uri="{FF2B5EF4-FFF2-40B4-BE49-F238E27FC236}">
                <a16:creationId xmlns:a16="http://schemas.microsoft.com/office/drawing/2014/main" id="{49875918-D2F2-4A1B-8D4F-557925C3B0F8}"/>
              </a:ext>
            </a:extLst>
          </p:cNvPr>
          <p:cNvSpPr txBox="1">
            <a:spLocks noChangeArrowheads="1"/>
          </p:cNvSpPr>
          <p:nvPr/>
        </p:nvSpPr>
        <p:spPr bwMode="auto">
          <a:xfrm>
            <a:off x="4891222" y="4870852"/>
            <a:ext cx="2661804" cy="657914"/>
          </a:xfrm>
          <a:prstGeom prst="rect">
            <a:avLst/>
          </a:prstGeom>
          <a:solidFill>
            <a:srgbClr val="FFFFFF"/>
          </a:solidFill>
          <a:ln>
            <a:noFill/>
          </a:ln>
          <a:effectLst/>
          <a:extLst>
            <a:ext uri="{53640926-AAD7-44D8-BBD7-CCE9431645EC}">
              <a14:shadowObscured xmlns:a14="http://schemas.microsoft.com/office/drawing/2010/main" val="1"/>
            </a:ext>
          </a:extLst>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dirty="0"/>
              <a:t>+V =</a:t>
            </a:r>
            <a:r>
              <a:rPr lang="es-ES" sz="2800" dirty="0">
                <a:sym typeface="Symbol" panose="05050102010706020507" pitchFamily="18" charset="2"/>
              </a:rPr>
              <a:t> +</a:t>
            </a:r>
            <a:endParaRPr lang="es-ES" dirty="0"/>
          </a:p>
        </p:txBody>
      </p:sp>
      <p:sp>
        <p:nvSpPr>
          <p:cNvPr id="119" name="Text Box 106">
            <a:extLst>
              <a:ext uri="{FF2B5EF4-FFF2-40B4-BE49-F238E27FC236}">
                <a16:creationId xmlns:a16="http://schemas.microsoft.com/office/drawing/2014/main" id="{04251B3A-0E20-4C23-8D55-192750419628}"/>
              </a:ext>
            </a:extLst>
          </p:cNvPr>
          <p:cNvSpPr txBox="1">
            <a:spLocks noChangeArrowheads="1"/>
          </p:cNvSpPr>
          <p:nvPr/>
        </p:nvSpPr>
        <p:spPr bwMode="auto">
          <a:xfrm>
            <a:off x="4885580" y="5768849"/>
            <a:ext cx="2661804" cy="598104"/>
          </a:xfrm>
          <a:prstGeom prst="rect">
            <a:avLst/>
          </a:prstGeom>
          <a:solidFill>
            <a:srgbClr val="FFFF00"/>
          </a:solidFill>
          <a:ln>
            <a:noFill/>
          </a:ln>
          <a:effectLst/>
          <a:extLst>
            <a:ext uri="{53640926-AAD7-44D8-BBD7-CCE9431645EC}">
              <a14:shadowObscured xmlns:a14="http://schemas.microsoft.com/office/drawing/2010/main" val="1"/>
            </a:ext>
          </a:extLst>
        </p:spPr>
        <p:txBody>
          <a:bodyPr wrap="square" lIns="90000" tIns="82800" rIns="90000" bIns="8280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lgn="ctr"/>
            <a:r>
              <a:rPr lang="es-ES" sz="2400"/>
              <a:t>V =</a:t>
            </a:r>
            <a:r>
              <a:rPr lang="es-ES" sz="2800">
                <a:sym typeface="Symbol" panose="05050102010706020507" pitchFamily="18" charset="2"/>
              </a:rPr>
              <a:t> </a:t>
            </a:r>
            <a:endParaRPr lang="es-ES" dirty="0"/>
          </a:p>
        </p:txBody>
      </p:sp>
      <p:sp>
        <p:nvSpPr>
          <p:cNvPr id="121" name="Forma libre 109">
            <a:extLst>
              <a:ext uri="{FF2B5EF4-FFF2-40B4-BE49-F238E27FC236}">
                <a16:creationId xmlns:a16="http://schemas.microsoft.com/office/drawing/2014/main" id="{8BEAE795-F8B0-4527-8745-CC2A6E87EE33}"/>
              </a:ext>
            </a:extLst>
          </p:cNvPr>
          <p:cNvSpPr/>
          <p:nvPr/>
        </p:nvSpPr>
        <p:spPr bwMode="auto">
          <a:xfrm>
            <a:off x="1580341" y="4324546"/>
            <a:ext cx="2435290" cy="1632857"/>
          </a:xfrm>
          <a:custGeom>
            <a:avLst/>
            <a:gdLst>
              <a:gd name="connsiteX0" fmla="*/ 0 w 2435290"/>
              <a:gd name="connsiteY0" fmla="*/ 1632857 h 1632857"/>
              <a:gd name="connsiteX1" fmla="*/ 0 w 2435290"/>
              <a:gd name="connsiteY1" fmla="*/ 0 h 1632857"/>
              <a:gd name="connsiteX2" fmla="*/ 2435290 w 2435290"/>
              <a:gd name="connsiteY2" fmla="*/ 27992 h 1632857"/>
              <a:gd name="connsiteX3" fmla="*/ 2435290 w 2435290"/>
              <a:gd name="connsiteY3" fmla="*/ 1595535 h 1632857"/>
            </a:gdLst>
            <a:ahLst/>
            <a:cxnLst>
              <a:cxn ang="0">
                <a:pos x="connsiteX0" y="connsiteY0"/>
              </a:cxn>
              <a:cxn ang="0">
                <a:pos x="connsiteX1" y="connsiteY1"/>
              </a:cxn>
              <a:cxn ang="0">
                <a:pos x="connsiteX2" y="connsiteY2"/>
              </a:cxn>
              <a:cxn ang="0">
                <a:pos x="connsiteX3" y="connsiteY3"/>
              </a:cxn>
            </a:cxnLst>
            <a:rect l="l" t="t" r="r" b="b"/>
            <a:pathLst>
              <a:path w="2435290" h="1632857">
                <a:moveTo>
                  <a:pt x="0" y="1632857"/>
                </a:moveTo>
                <a:lnTo>
                  <a:pt x="0" y="0"/>
                </a:lnTo>
                <a:lnTo>
                  <a:pt x="2435290" y="27992"/>
                </a:lnTo>
                <a:lnTo>
                  <a:pt x="2435290" y="1595535"/>
                </a:lnTo>
              </a:path>
            </a:pathLst>
          </a:custGeom>
          <a:noFill/>
          <a:ln w="25400" cap="flat" cmpd="sng" algn="ctr">
            <a:solidFill>
              <a:schemeClr val="tx1"/>
            </a:solidFill>
            <a:prstDash val="dash"/>
            <a:round/>
            <a:headEnd type="none" w="med" len="med"/>
            <a:tailEnd type="triangl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cxnSp>
        <p:nvCxnSpPr>
          <p:cNvPr id="122" name="Conector recto de flecha 121">
            <a:extLst>
              <a:ext uri="{FF2B5EF4-FFF2-40B4-BE49-F238E27FC236}">
                <a16:creationId xmlns:a16="http://schemas.microsoft.com/office/drawing/2014/main" id="{7F95A1DD-A107-4B65-9A01-129DF79CB544}"/>
              </a:ext>
            </a:extLst>
          </p:cNvPr>
          <p:cNvCxnSpPr/>
          <p:nvPr/>
        </p:nvCxnSpPr>
        <p:spPr bwMode="auto">
          <a:xfrm flipV="1">
            <a:off x="1991761" y="6403310"/>
            <a:ext cx="1620000" cy="0"/>
          </a:xfrm>
          <a:prstGeom prst="straightConnector1">
            <a:avLst/>
          </a:prstGeom>
          <a:noFill/>
          <a:ln w="25400" cap="flat" cmpd="sng" algn="ctr">
            <a:solidFill>
              <a:schemeClr val="tx1"/>
            </a:solidFill>
            <a:prstDash val="dash"/>
            <a:round/>
            <a:headEnd type="none" w="med" len="med"/>
            <a:tailEnd type="triangle" w="lg" len="lg"/>
          </a:ln>
          <a:effectLst/>
        </p:spPr>
      </p:cxnSp>
      <p:grpSp>
        <p:nvGrpSpPr>
          <p:cNvPr id="4" name="Grupo 3">
            <a:extLst>
              <a:ext uri="{FF2B5EF4-FFF2-40B4-BE49-F238E27FC236}">
                <a16:creationId xmlns:a16="http://schemas.microsoft.com/office/drawing/2014/main" id="{7751FD77-DD19-47BA-8F15-7800F6E88FEB}"/>
              </a:ext>
            </a:extLst>
          </p:cNvPr>
          <p:cNvGrpSpPr/>
          <p:nvPr/>
        </p:nvGrpSpPr>
        <p:grpSpPr>
          <a:xfrm>
            <a:off x="1341417" y="1422329"/>
            <a:ext cx="7053250" cy="1887008"/>
            <a:chOff x="1343020" y="3979888"/>
            <a:chExt cx="7053250" cy="1887008"/>
          </a:xfrm>
        </p:grpSpPr>
        <p:sp>
          <p:nvSpPr>
            <p:cNvPr id="127" name="Rectángulo 126">
              <a:extLst>
                <a:ext uri="{FF2B5EF4-FFF2-40B4-BE49-F238E27FC236}">
                  <a16:creationId xmlns:a16="http://schemas.microsoft.com/office/drawing/2014/main" id="{75622529-6BFC-46B4-BBBC-5374804606BA}"/>
                </a:ext>
              </a:extLst>
            </p:cNvPr>
            <p:cNvSpPr/>
            <p:nvPr/>
          </p:nvSpPr>
          <p:spPr bwMode="auto">
            <a:xfrm>
              <a:off x="1343020" y="4005696"/>
              <a:ext cx="7053250" cy="1861200"/>
            </a:xfrm>
            <a:prstGeom prst="rect">
              <a:avLst/>
            </a:prstGeom>
            <a:solidFill>
              <a:schemeClr val="accent1">
                <a:lumMod val="60000"/>
                <a:lumOff val="40000"/>
              </a:schemeClr>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98" name="Grupo 97">
              <a:extLst>
                <a:ext uri="{FF2B5EF4-FFF2-40B4-BE49-F238E27FC236}">
                  <a16:creationId xmlns:a16="http://schemas.microsoft.com/office/drawing/2014/main" id="{48DC0E63-1550-4293-9598-8068223FCD4F}"/>
                </a:ext>
              </a:extLst>
            </p:cNvPr>
            <p:cNvGrpSpPr>
              <a:grpSpLocks/>
            </p:cNvGrpSpPr>
            <p:nvPr/>
          </p:nvGrpSpPr>
          <p:grpSpPr bwMode="auto">
            <a:xfrm>
              <a:off x="1356216" y="4049212"/>
              <a:ext cx="6941248" cy="1652941"/>
              <a:chOff x="1233218" y="4414919"/>
              <a:chExt cx="6941248" cy="1652941"/>
            </a:xfrm>
          </p:grpSpPr>
          <p:sp>
            <p:nvSpPr>
              <p:cNvPr id="101" name="Text Box 32">
                <a:extLst>
                  <a:ext uri="{FF2B5EF4-FFF2-40B4-BE49-F238E27FC236}">
                    <a16:creationId xmlns:a16="http://schemas.microsoft.com/office/drawing/2014/main" id="{98FD2745-29E8-4F75-A657-E68268EA24B0}"/>
                  </a:ext>
                </a:extLst>
              </p:cNvPr>
              <p:cNvSpPr txBox="1">
                <a:spLocks noChangeArrowheads="1"/>
              </p:cNvSpPr>
              <p:nvPr/>
            </p:nvSpPr>
            <p:spPr bwMode="auto">
              <a:xfrm>
                <a:off x="1233218" y="4423315"/>
                <a:ext cx="3340959" cy="1644545"/>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La suma de </a:t>
                </a:r>
                <a:r>
                  <a:rPr lang="es-ES" sz="2400" dirty="0">
                    <a:solidFill>
                      <a:srgbClr val="008000"/>
                    </a:solidFill>
                    <a:latin typeface="Arial" panose="020B0604020202020204" pitchFamily="34" charset="0"/>
                    <a:sym typeface="Symbol" panose="05050102010706020507" pitchFamily="18" charset="2"/>
                  </a:rPr>
                  <a:t>CAÍDAS</a:t>
                </a:r>
                <a:r>
                  <a:rPr lang="es-ES" sz="2400" dirty="0">
                    <a:latin typeface="Arial" panose="020B0604020202020204" pitchFamily="34" charset="0"/>
                    <a:sym typeface="Symbol" panose="05050102010706020507" pitchFamily="18" charset="2"/>
                  </a:rPr>
                  <a:t> en una porción</a:t>
                </a:r>
              </a:p>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de una malla entre     dos puntos</a:t>
                </a:r>
              </a:p>
            </p:txBody>
          </p:sp>
          <p:sp>
            <p:nvSpPr>
              <p:cNvPr id="103" name="Text Box 32">
                <a:extLst>
                  <a:ext uri="{FF2B5EF4-FFF2-40B4-BE49-F238E27FC236}">
                    <a16:creationId xmlns:a16="http://schemas.microsoft.com/office/drawing/2014/main" id="{EC6F59A5-8FC9-44DA-920A-9B139B2A2829}"/>
                  </a:ext>
                </a:extLst>
              </p:cNvPr>
              <p:cNvSpPr txBox="1">
                <a:spLocks noChangeArrowheads="1"/>
              </p:cNvSpPr>
              <p:nvPr/>
            </p:nvSpPr>
            <p:spPr bwMode="auto">
              <a:xfrm>
                <a:off x="4680442" y="4414919"/>
                <a:ext cx="3494024" cy="1644545"/>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La suma de </a:t>
                </a:r>
                <a:r>
                  <a:rPr lang="es-ES" sz="2400" dirty="0">
                    <a:solidFill>
                      <a:srgbClr val="008000"/>
                    </a:solidFill>
                    <a:latin typeface="Arial" panose="020B0604020202020204" pitchFamily="34" charset="0"/>
                    <a:sym typeface="Symbol" panose="05050102010706020507" pitchFamily="18" charset="2"/>
                  </a:rPr>
                  <a:t>CAÍDAS</a:t>
                </a:r>
              </a:p>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en la otra porción</a:t>
                </a:r>
              </a:p>
              <a:p>
                <a:pPr algn="ctr" eaLnBrk="1" hangingPunct="1">
                  <a:spcBef>
                    <a:spcPts val="0"/>
                  </a:spcBef>
                  <a:buFont typeface="Symbol" panose="05050102010706020507" pitchFamily="18" charset="2"/>
                  <a:buNone/>
                  <a:defRPr/>
                </a:pPr>
                <a:r>
                  <a:rPr lang="es-ES" sz="2400" dirty="0">
                    <a:latin typeface="Arial" panose="020B0604020202020204" pitchFamily="34" charset="0"/>
                    <a:sym typeface="Symbol" panose="05050102010706020507" pitchFamily="18" charset="2"/>
                  </a:rPr>
                  <a:t>de la malla entre        los dos puntos</a:t>
                </a:r>
              </a:p>
            </p:txBody>
          </p:sp>
        </p:grpSp>
        <p:sp>
          <p:nvSpPr>
            <p:cNvPr id="128" name="CuadroTexto 3">
              <a:extLst>
                <a:ext uri="{FF2B5EF4-FFF2-40B4-BE49-F238E27FC236}">
                  <a16:creationId xmlns:a16="http://schemas.microsoft.com/office/drawing/2014/main" id="{767641C3-A685-476F-8F05-655111D22B9A}"/>
                </a:ext>
              </a:extLst>
            </p:cNvPr>
            <p:cNvSpPr txBox="1">
              <a:spLocks noChangeArrowheads="1"/>
            </p:cNvSpPr>
            <p:nvPr/>
          </p:nvSpPr>
          <p:spPr bwMode="auto">
            <a:xfrm>
              <a:off x="4536264" y="3979888"/>
              <a:ext cx="4844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pPr>
                <a:spcBef>
                  <a:spcPts val="0"/>
                </a:spcBef>
              </a:pPr>
              <a:r>
                <a:rPr lang="es-ES" sz="4000" dirty="0"/>
                <a:t>=</a:t>
              </a:r>
            </a:p>
          </p:txBody>
        </p:sp>
      </p:grpSp>
      <p:grpSp>
        <p:nvGrpSpPr>
          <p:cNvPr id="5" name="Grupo 4">
            <a:extLst>
              <a:ext uri="{FF2B5EF4-FFF2-40B4-BE49-F238E27FC236}">
                <a16:creationId xmlns:a16="http://schemas.microsoft.com/office/drawing/2014/main" id="{28484D14-9155-D7CA-278D-074C7BCC272A}"/>
              </a:ext>
            </a:extLst>
          </p:cNvPr>
          <p:cNvGrpSpPr/>
          <p:nvPr/>
        </p:nvGrpSpPr>
        <p:grpSpPr>
          <a:xfrm>
            <a:off x="8622434" y="2904684"/>
            <a:ext cx="1755775" cy="3952031"/>
            <a:chOff x="957273" y="2923276"/>
            <a:chExt cx="1755775" cy="3952031"/>
          </a:xfrm>
        </p:grpSpPr>
        <p:sp>
          <p:nvSpPr>
            <p:cNvPr id="6" name="AutoShape 28">
              <a:extLst>
                <a:ext uri="{FF2B5EF4-FFF2-40B4-BE49-F238E27FC236}">
                  <a16:creationId xmlns:a16="http://schemas.microsoft.com/office/drawing/2014/main" id="{97E0F390-F761-749C-8A89-616561F15F9F}"/>
                </a:ext>
              </a:extLst>
            </p:cNvPr>
            <p:cNvSpPr>
              <a:spLocks noChangeArrowheads="1"/>
            </p:cNvSpPr>
            <p:nvPr/>
          </p:nvSpPr>
          <p:spPr bwMode="auto">
            <a:xfrm>
              <a:off x="957273" y="2923276"/>
              <a:ext cx="1755775" cy="3952031"/>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type="none" w="lg" len="lg"/>
                </a14:hiddenLine>
              </a:ext>
            </a:extLst>
          </p:spPr>
          <p:txBody>
            <a:bodyPr rot="10800000"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7" name="Group 29">
              <a:extLst>
                <a:ext uri="{FF2B5EF4-FFF2-40B4-BE49-F238E27FC236}">
                  <a16:creationId xmlns:a16="http://schemas.microsoft.com/office/drawing/2014/main" id="{7B95B070-77FA-F4E6-E9B3-E07DC11AC4FC}"/>
                </a:ext>
              </a:extLst>
            </p:cNvPr>
            <p:cNvGrpSpPr>
              <a:grpSpLocks/>
            </p:cNvGrpSpPr>
            <p:nvPr/>
          </p:nvGrpSpPr>
          <p:grpSpPr bwMode="auto">
            <a:xfrm>
              <a:off x="1776423" y="4105805"/>
              <a:ext cx="58738" cy="482600"/>
              <a:chOff x="5153" y="6274"/>
              <a:chExt cx="63" cy="360"/>
            </a:xfrm>
          </p:grpSpPr>
          <p:sp>
            <p:nvSpPr>
              <p:cNvPr id="39" name="Line 30">
                <a:extLst>
                  <a:ext uri="{FF2B5EF4-FFF2-40B4-BE49-F238E27FC236}">
                    <a16:creationId xmlns:a16="http://schemas.microsoft.com/office/drawing/2014/main" id="{B732FC02-9490-A677-A852-ED0C270DCF5A}"/>
                  </a:ext>
                </a:extLst>
              </p:cNvPr>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0" name="Line 31">
                <a:extLst>
                  <a:ext uri="{FF2B5EF4-FFF2-40B4-BE49-F238E27FC236}">
                    <a16:creationId xmlns:a16="http://schemas.microsoft.com/office/drawing/2014/main" id="{28C49CFF-88A0-9760-2AFD-85046908D940}"/>
                  </a:ext>
                </a:extLst>
              </p:cNvPr>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8" name="Text Box 32">
              <a:extLst>
                <a:ext uri="{FF2B5EF4-FFF2-40B4-BE49-F238E27FC236}">
                  <a16:creationId xmlns:a16="http://schemas.microsoft.com/office/drawing/2014/main" id="{5083CA12-2470-7AC3-F9CB-1E15A88BA07E}"/>
                </a:ext>
              </a:extLst>
            </p:cNvPr>
            <p:cNvSpPr txBox="1">
              <a:spLocks noChangeArrowheads="1"/>
            </p:cNvSpPr>
            <p:nvPr/>
          </p:nvSpPr>
          <p:spPr bwMode="auto">
            <a:xfrm>
              <a:off x="1849448" y="3864505"/>
              <a:ext cx="334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9" name="Line 38">
              <a:extLst>
                <a:ext uri="{FF2B5EF4-FFF2-40B4-BE49-F238E27FC236}">
                  <a16:creationId xmlns:a16="http://schemas.microsoft.com/office/drawing/2014/main" id="{402463D2-FE38-B8EF-67DA-90764E2E6EBE}"/>
                </a:ext>
              </a:extLst>
            </p:cNvPr>
            <p:cNvSpPr>
              <a:spLocks noChangeShapeType="1"/>
            </p:cNvSpPr>
            <p:nvPr/>
          </p:nvSpPr>
          <p:spPr bwMode="auto">
            <a:xfrm flipH="1">
              <a:off x="1193811" y="4343930"/>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0" name="Line 39">
              <a:extLst>
                <a:ext uri="{FF2B5EF4-FFF2-40B4-BE49-F238E27FC236}">
                  <a16:creationId xmlns:a16="http://schemas.microsoft.com/office/drawing/2014/main" id="{5928569D-FC9A-289A-9BED-9AC26E160F37}"/>
                </a:ext>
              </a:extLst>
            </p:cNvPr>
            <p:cNvSpPr>
              <a:spLocks noChangeShapeType="1"/>
            </p:cNvSpPr>
            <p:nvPr/>
          </p:nvSpPr>
          <p:spPr bwMode="auto">
            <a:xfrm flipH="1">
              <a:off x="1865323" y="4337580"/>
              <a:ext cx="55403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 name="Line 40">
              <a:extLst>
                <a:ext uri="{FF2B5EF4-FFF2-40B4-BE49-F238E27FC236}">
                  <a16:creationId xmlns:a16="http://schemas.microsoft.com/office/drawing/2014/main" id="{639B420C-ED66-8619-4C1E-164F2B84A9BA}"/>
                </a:ext>
              </a:extLst>
            </p:cNvPr>
            <p:cNvSpPr>
              <a:spLocks noChangeShapeType="1"/>
            </p:cNvSpPr>
            <p:nvPr/>
          </p:nvSpPr>
          <p:spPr bwMode="auto">
            <a:xfrm flipH="1">
              <a:off x="1292234" y="5610777"/>
              <a:ext cx="2889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2" name="Line 41">
              <a:extLst>
                <a:ext uri="{FF2B5EF4-FFF2-40B4-BE49-F238E27FC236}">
                  <a16:creationId xmlns:a16="http://schemas.microsoft.com/office/drawing/2014/main" id="{2F544F3F-A5FC-A72F-249E-A7894774DA2E}"/>
                </a:ext>
              </a:extLst>
            </p:cNvPr>
            <p:cNvSpPr>
              <a:spLocks noChangeShapeType="1"/>
            </p:cNvSpPr>
            <p:nvPr/>
          </p:nvSpPr>
          <p:spPr bwMode="auto">
            <a:xfrm flipH="1">
              <a:off x="2227272" y="5593315"/>
              <a:ext cx="276225"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3" name="Line 42">
              <a:extLst>
                <a:ext uri="{FF2B5EF4-FFF2-40B4-BE49-F238E27FC236}">
                  <a16:creationId xmlns:a16="http://schemas.microsoft.com/office/drawing/2014/main" id="{1C1A387A-90AA-26AA-97D6-B71C30D1AEE6}"/>
                </a:ext>
              </a:extLst>
            </p:cNvPr>
            <p:cNvSpPr>
              <a:spLocks noChangeShapeType="1"/>
            </p:cNvSpPr>
            <p:nvPr/>
          </p:nvSpPr>
          <p:spPr bwMode="auto">
            <a:xfrm flipV="1">
              <a:off x="1524011" y="3789893"/>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4" name="Line 43">
              <a:extLst>
                <a:ext uri="{FF2B5EF4-FFF2-40B4-BE49-F238E27FC236}">
                  <a16:creationId xmlns:a16="http://schemas.microsoft.com/office/drawing/2014/main" id="{B3CE5A38-8521-12E6-B626-AD8BC00FDB53}"/>
                </a:ext>
              </a:extLst>
            </p:cNvPr>
            <p:cNvSpPr>
              <a:spLocks noChangeShapeType="1"/>
            </p:cNvSpPr>
            <p:nvPr/>
          </p:nvSpPr>
          <p:spPr bwMode="auto">
            <a:xfrm flipV="1">
              <a:off x="1579572" y="5040865"/>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5" name="Line 44">
              <a:extLst>
                <a:ext uri="{FF2B5EF4-FFF2-40B4-BE49-F238E27FC236}">
                  <a16:creationId xmlns:a16="http://schemas.microsoft.com/office/drawing/2014/main" id="{FACC1CFF-4F05-618E-E524-EBF815DC9587}"/>
                </a:ext>
              </a:extLst>
            </p:cNvPr>
            <p:cNvSpPr>
              <a:spLocks noChangeShapeType="1"/>
            </p:cNvSpPr>
            <p:nvPr/>
          </p:nvSpPr>
          <p:spPr bwMode="auto">
            <a:xfrm flipH="1" flipV="1">
              <a:off x="1531948" y="4681250"/>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6" name="Line 45">
              <a:extLst>
                <a:ext uri="{FF2B5EF4-FFF2-40B4-BE49-F238E27FC236}">
                  <a16:creationId xmlns:a16="http://schemas.microsoft.com/office/drawing/2014/main" id="{2F54D756-FAAF-6794-9D38-E2D3A95F7C28}"/>
                </a:ext>
              </a:extLst>
            </p:cNvPr>
            <p:cNvSpPr>
              <a:spLocks noChangeShapeType="1"/>
            </p:cNvSpPr>
            <p:nvPr/>
          </p:nvSpPr>
          <p:spPr bwMode="auto">
            <a:xfrm flipH="1" flipV="1">
              <a:off x="1587510" y="5980347"/>
              <a:ext cx="555625"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 name="Text Box 46">
              <a:extLst>
                <a:ext uri="{FF2B5EF4-FFF2-40B4-BE49-F238E27FC236}">
                  <a16:creationId xmlns:a16="http://schemas.microsoft.com/office/drawing/2014/main" id="{88106CF6-E508-4AC1-23BC-E5D2AFCA1438}"/>
                </a:ext>
              </a:extLst>
            </p:cNvPr>
            <p:cNvSpPr txBox="1">
              <a:spLocks noChangeArrowheads="1"/>
            </p:cNvSpPr>
            <p:nvPr/>
          </p:nvSpPr>
          <p:spPr bwMode="auto">
            <a:xfrm>
              <a:off x="974736" y="3475568"/>
              <a:ext cx="53181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18" name="Text Box 47">
              <a:extLst>
                <a:ext uri="{FF2B5EF4-FFF2-40B4-BE49-F238E27FC236}">
                  <a16:creationId xmlns:a16="http://schemas.microsoft.com/office/drawing/2014/main" id="{75C0DDD8-0541-C4E7-65F7-007A8F8E5545}"/>
                </a:ext>
              </a:extLst>
            </p:cNvPr>
            <p:cNvSpPr txBox="1">
              <a:spLocks noChangeArrowheads="1"/>
            </p:cNvSpPr>
            <p:nvPr/>
          </p:nvSpPr>
          <p:spPr bwMode="auto">
            <a:xfrm>
              <a:off x="2081223" y="4374863"/>
              <a:ext cx="5238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19" name="Text Box 48">
              <a:extLst>
                <a:ext uri="{FF2B5EF4-FFF2-40B4-BE49-F238E27FC236}">
                  <a16:creationId xmlns:a16="http://schemas.microsoft.com/office/drawing/2014/main" id="{6678D44F-C6D6-BD22-D118-E13EC8D2D9AC}"/>
                </a:ext>
              </a:extLst>
            </p:cNvPr>
            <p:cNvSpPr txBox="1">
              <a:spLocks noChangeArrowheads="1"/>
            </p:cNvSpPr>
            <p:nvPr/>
          </p:nvSpPr>
          <p:spPr bwMode="auto">
            <a:xfrm>
              <a:off x="977909" y="4797977"/>
              <a:ext cx="56832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V</a:t>
              </a:r>
            </a:p>
          </p:txBody>
        </p:sp>
        <p:sp>
          <p:nvSpPr>
            <p:cNvPr id="20" name="Text Box 49">
              <a:extLst>
                <a:ext uri="{FF2B5EF4-FFF2-40B4-BE49-F238E27FC236}">
                  <a16:creationId xmlns:a16="http://schemas.microsoft.com/office/drawing/2014/main" id="{1A3B9FFA-7204-1BB0-F98C-1B1D1E5FDC36}"/>
                </a:ext>
              </a:extLst>
            </p:cNvPr>
            <p:cNvSpPr txBox="1">
              <a:spLocks noChangeArrowheads="1"/>
            </p:cNvSpPr>
            <p:nvPr/>
          </p:nvSpPr>
          <p:spPr bwMode="auto">
            <a:xfrm>
              <a:off x="2152660" y="5734285"/>
              <a:ext cx="56038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V</a:t>
              </a:r>
            </a:p>
          </p:txBody>
        </p:sp>
        <p:sp>
          <p:nvSpPr>
            <p:cNvPr id="21" name="Line 50">
              <a:extLst>
                <a:ext uri="{FF2B5EF4-FFF2-40B4-BE49-F238E27FC236}">
                  <a16:creationId xmlns:a16="http://schemas.microsoft.com/office/drawing/2014/main" id="{2F34AFF9-FF06-8DBA-DA58-F28CF7131D6C}"/>
                </a:ext>
              </a:extLst>
            </p:cNvPr>
            <p:cNvSpPr>
              <a:spLocks noChangeShapeType="1"/>
            </p:cNvSpPr>
            <p:nvPr/>
          </p:nvSpPr>
          <p:spPr bwMode="auto">
            <a:xfrm flipH="1">
              <a:off x="1221592" y="6670458"/>
              <a:ext cx="1052513"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2" name="Text Box 51">
              <a:extLst>
                <a:ext uri="{FF2B5EF4-FFF2-40B4-BE49-F238E27FC236}">
                  <a16:creationId xmlns:a16="http://schemas.microsoft.com/office/drawing/2014/main" id="{367D8AE6-BC34-F7EE-6F79-EE29E3DA5E1C}"/>
                </a:ext>
              </a:extLst>
            </p:cNvPr>
            <p:cNvSpPr txBox="1">
              <a:spLocks noChangeArrowheads="1"/>
            </p:cNvSpPr>
            <p:nvPr/>
          </p:nvSpPr>
          <p:spPr bwMode="auto">
            <a:xfrm>
              <a:off x="1370817" y="6212115"/>
              <a:ext cx="77946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V = 0</a:t>
              </a:r>
            </a:p>
          </p:txBody>
        </p:sp>
        <p:grpSp>
          <p:nvGrpSpPr>
            <p:cNvPr id="23" name="Group 163">
              <a:extLst>
                <a:ext uri="{FF2B5EF4-FFF2-40B4-BE49-F238E27FC236}">
                  <a16:creationId xmlns:a16="http://schemas.microsoft.com/office/drawing/2014/main" id="{8027DFE1-899C-0A9E-D5AB-263006253EC3}"/>
                </a:ext>
              </a:extLst>
            </p:cNvPr>
            <p:cNvGrpSpPr>
              <a:grpSpLocks/>
            </p:cNvGrpSpPr>
            <p:nvPr/>
          </p:nvGrpSpPr>
          <p:grpSpPr bwMode="auto">
            <a:xfrm>
              <a:off x="1582747" y="5379002"/>
              <a:ext cx="627063" cy="427038"/>
              <a:chOff x="2214" y="9158"/>
              <a:chExt cx="1080" cy="360"/>
            </a:xfrm>
          </p:grpSpPr>
          <p:grpSp>
            <p:nvGrpSpPr>
              <p:cNvPr id="27" name="Group 164">
                <a:extLst>
                  <a:ext uri="{FF2B5EF4-FFF2-40B4-BE49-F238E27FC236}">
                    <a16:creationId xmlns:a16="http://schemas.microsoft.com/office/drawing/2014/main" id="{CB6D1C3D-0374-C544-C2FC-4B04780CE82D}"/>
                  </a:ext>
                </a:extLst>
              </p:cNvPr>
              <p:cNvGrpSpPr>
                <a:grpSpLocks/>
              </p:cNvGrpSpPr>
              <p:nvPr/>
            </p:nvGrpSpPr>
            <p:grpSpPr bwMode="auto">
              <a:xfrm>
                <a:off x="2574" y="9158"/>
                <a:ext cx="360" cy="360"/>
                <a:chOff x="2214" y="9158"/>
                <a:chExt cx="360" cy="360"/>
              </a:xfrm>
            </p:grpSpPr>
            <p:sp>
              <p:nvSpPr>
                <p:cNvPr id="36" name="Line 165">
                  <a:extLst>
                    <a:ext uri="{FF2B5EF4-FFF2-40B4-BE49-F238E27FC236}">
                      <a16:creationId xmlns:a16="http://schemas.microsoft.com/office/drawing/2014/main" id="{457BD4C8-0C5E-9E68-3997-9DE1AC98FA84}"/>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7" name="Line 166">
                  <a:extLst>
                    <a:ext uri="{FF2B5EF4-FFF2-40B4-BE49-F238E27FC236}">
                      <a16:creationId xmlns:a16="http://schemas.microsoft.com/office/drawing/2014/main" id="{C43AD360-47DE-F407-598D-CEBD551E80FB}"/>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8" name="Line 167">
                  <a:extLst>
                    <a:ext uri="{FF2B5EF4-FFF2-40B4-BE49-F238E27FC236}">
                      <a16:creationId xmlns:a16="http://schemas.microsoft.com/office/drawing/2014/main" id="{A1D8B347-73CE-6FBC-C31F-A6EBB28A76EF}"/>
                    </a:ext>
                  </a:extLst>
                </p:cNvPr>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28" name="Group 168">
                <a:extLst>
                  <a:ext uri="{FF2B5EF4-FFF2-40B4-BE49-F238E27FC236}">
                    <a16:creationId xmlns:a16="http://schemas.microsoft.com/office/drawing/2014/main" id="{A7F40733-6F8D-F5F7-6C8F-097C9226C444}"/>
                  </a:ext>
                </a:extLst>
              </p:cNvPr>
              <p:cNvGrpSpPr>
                <a:grpSpLocks/>
              </p:cNvGrpSpPr>
              <p:nvPr/>
            </p:nvGrpSpPr>
            <p:grpSpPr bwMode="auto">
              <a:xfrm>
                <a:off x="2934" y="9158"/>
                <a:ext cx="360" cy="360"/>
                <a:chOff x="2214" y="9158"/>
                <a:chExt cx="360" cy="360"/>
              </a:xfrm>
            </p:grpSpPr>
            <p:sp>
              <p:nvSpPr>
                <p:cNvPr id="33" name="Line 169">
                  <a:extLst>
                    <a:ext uri="{FF2B5EF4-FFF2-40B4-BE49-F238E27FC236}">
                      <a16:creationId xmlns:a16="http://schemas.microsoft.com/office/drawing/2014/main" id="{98A0D67E-ED3F-2F82-3FDA-77067B8EC326}"/>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4" name="Line 170">
                  <a:extLst>
                    <a:ext uri="{FF2B5EF4-FFF2-40B4-BE49-F238E27FC236}">
                      <a16:creationId xmlns:a16="http://schemas.microsoft.com/office/drawing/2014/main" id="{77ACFFB6-660F-4343-2459-050FB78C700D}"/>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5" name="Line 171">
                  <a:extLst>
                    <a:ext uri="{FF2B5EF4-FFF2-40B4-BE49-F238E27FC236}">
                      <a16:creationId xmlns:a16="http://schemas.microsoft.com/office/drawing/2014/main" id="{8274E492-8011-6796-30AD-BA074318EBE2}"/>
                    </a:ext>
                  </a:extLst>
                </p:cNvPr>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29" name="Group 172">
                <a:extLst>
                  <a:ext uri="{FF2B5EF4-FFF2-40B4-BE49-F238E27FC236}">
                    <a16:creationId xmlns:a16="http://schemas.microsoft.com/office/drawing/2014/main" id="{42B5D368-3F66-232C-5DE3-197985C66B8E}"/>
                  </a:ext>
                </a:extLst>
              </p:cNvPr>
              <p:cNvGrpSpPr>
                <a:grpSpLocks/>
              </p:cNvGrpSpPr>
              <p:nvPr/>
            </p:nvGrpSpPr>
            <p:grpSpPr bwMode="auto">
              <a:xfrm>
                <a:off x="2214" y="9158"/>
                <a:ext cx="360" cy="360"/>
                <a:chOff x="2214" y="9158"/>
                <a:chExt cx="360" cy="360"/>
              </a:xfrm>
            </p:grpSpPr>
            <p:sp>
              <p:nvSpPr>
                <p:cNvPr id="30" name="Line 173">
                  <a:extLst>
                    <a:ext uri="{FF2B5EF4-FFF2-40B4-BE49-F238E27FC236}">
                      <a16:creationId xmlns:a16="http://schemas.microsoft.com/office/drawing/2014/main" id="{B8C423D5-A919-960E-40C5-8E07348E6CE7}"/>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 name="Line 174">
                  <a:extLst>
                    <a:ext uri="{FF2B5EF4-FFF2-40B4-BE49-F238E27FC236}">
                      <a16:creationId xmlns:a16="http://schemas.microsoft.com/office/drawing/2014/main" id="{68536D0B-1098-92CB-DA18-5619E57CA362}"/>
                    </a:ext>
                  </a:extLst>
                </p:cNvPr>
                <p:cNvSpPr>
                  <a:spLocks noChangeShapeType="1"/>
                </p:cNvSpPr>
                <p:nvPr/>
              </p:nvSpPr>
              <p:spPr bwMode="auto">
                <a:xfrm>
                  <a:off x="2394" y="915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2" name="Line 175">
                  <a:extLst>
                    <a:ext uri="{FF2B5EF4-FFF2-40B4-BE49-F238E27FC236}">
                      <a16:creationId xmlns:a16="http://schemas.microsoft.com/office/drawing/2014/main" id="{09CF0859-C88C-C0DD-B2DF-FBCCDF54E4DD}"/>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sp>
          <p:nvSpPr>
            <p:cNvPr id="24" name="Text Box 176">
              <a:extLst>
                <a:ext uri="{FF2B5EF4-FFF2-40B4-BE49-F238E27FC236}">
                  <a16:creationId xmlns:a16="http://schemas.microsoft.com/office/drawing/2014/main" id="{6C864C7C-EE63-6E2E-72BE-B81FDBD180F6}"/>
                </a:ext>
              </a:extLst>
            </p:cNvPr>
            <p:cNvSpPr txBox="1">
              <a:spLocks noChangeArrowheads="1"/>
            </p:cNvSpPr>
            <p:nvPr/>
          </p:nvSpPr>
          <p:spPr bwMode="auto">
            <a:xfrm>
              <a:off x="1093797" y="5104365"/>
              <a:ext cx="300038"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25" name="Line 177">
              <a:extLst>
                <a:ext uri="{FF2B5EF4-FFF2-40B4-BE49-F238E27FC236}">
                  <a16:creationId xmlns:a16="http://schemas.microsoft.com/office/drawing/2014/main" id="{80FD63BA-5AA3-EE14-1D0B-A80EA18D7B67}"/>
                </a:ext>
              </a:extLst>
            </p:cNvPr>
            <p:cNvSpPr>
              <a:spLocks noChangeShapeType="1"/>
            </p:cNvSpPr>
            <p:nvPr/>
          </p:nvSpPr>
          <p:spPr bwMode="auto">
            <a:xfrm flipV="1">
              <a:off x="1296997" y="5609190"/>
              <a:ext cx="215900"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6" name="Text Box 192">
              <a:extLst>
                <a:ext uri="{FF2B5EF4-FFF2-40B4-BE49-F238E27FC236}">
                  <a16:creationId xmlns:a16="http://schemas.microsoft.com/office/drawing/2014/main" id="{B6EF30A6-7BE5-CB4C-B3B4-A080E985C1C6}"/>
                </a:ext>
              </a:extLst>
            </p:cNvPr>
            <p:cNvSpPr txBox="1">
              <a:spLocks noChangeArrowheads="1"/>
            </p:cNvSpPr>
            <p:nvPr/>
          </p:nvSpPr>
          <p:spPr bwMode="auto">
            <a:xfrm>
              <a:off x="1267470" y="3029884"/>
              <a:ext cx="1125538" cy="427182"/>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000" dirty="0">
                  <a:solidFill>
                    <a:srgbClr val="000000"/>
                  </a:solidFill>
                  <a:latin typeface="Arial" panose="020B0604020202020204" pitchFamily="34" charset="0"/>
                </a:rPr>
                <a:t>CAÍDAS</a:t>
              </a:r>
            </a:p>
          </p:txBody>
        </p:sp>
      </p:grpSp>
      <p:grpSp>
        <p:nvGrpSpPr>
          <p:cNvPr id="42" name="Grupo 41">
            <a:extLst>
              <a:ext uri="{FF2B5EF4-FFF2-40B4-BE49-F238E27FC236}">
                <a16:creationId xmlns:a16="http://schemas.microsoft.com/office/drawing/2014/main" id="{23F90321-C5D7-558B-DF10-1D8E56678AB9}"/>
              </a:ext>
            </a:extLst>
          </p:cNvPr>
          <p:cNvGrpSpPr/>
          <p:nvPr/>
        </p:nvGrpSpPr>
        <p:grpSpPr>
          <a:xfrm>
            <a:off x="1633924" y="4468106"/>
            <a:ext cx="2312987" cy="1805916"/>
            <a:chOff x="1405327" y="4468106"/>
            <a:chExt cx="2312987" cy="1805916"/>
          </a:xfrm>
        </p:grpSpPr>
        <p:grpSp>
          <p:nvGrpSpPr>
            <p:cNvPr id="43" name="Group 11">
              <a:extLst>
                <a:ext uri="{FF2B5EF4-FFF2-40B4-BE49-F238E27FC236}">
                  <a16:creationId xmlns:a16="http://schemas.microsoft.com/office/drawing/2014/main" id="{EFC0E7BE-5BCD-DA96-C258-C11972B31894}"/>
                </a:ext>
              </a:extLst>
            </p:cNvPr>
            <p:cNvGrpSpPr>
              <a:grpSpLocks/>
            </p:cNvGrpSpPr>
            <p:nvPr/>
          </p:nvGrpSpPr>
          <p:grpSpPr bwMode="auto">
            <a:xfrm>
              <a:off x="2502289" y="5749455"/>
              <a:ext cx="58738" cy="482689"/>
              <a:chOff x="5153" y="6274"/>
              <a:chExt cx="63" cy="360"/>
            </a:xfrm>
          </p:grpSpPr>
          <p:sp>
            <p:nvSpPr>
              <p:cNvPr id="114" name="Line 12">
                <a:extLst>
                  <a:ext uri="{FF2B5EF4-FFF2-40B4-BE49-F238E27FC236}">
                    <a16:creationId xmlns:a16="http://schemas.microsoft.com/office/drawing/2014/main" id="{A17CBF71-97A5-0E40-7260-F08A8AD2BE5E}"/>
                  </a:ext>
                </a:extLst>
              </p:cNvPr>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6" name="Line 13">
                <a:extLst>
                  <a:ext uri="{FF2B5EF4-FFF2-40B4-BE49-F238E27FC236}">
                    <a16:creationId xmlns:a16="http://schemas.microsoft.com/office/drawing/2014/main" id="{56020CC6-0B36-BF5F-3921-CDD746064609}"/>
                  </a:ext>
                </a:extLst>
              </p:cNvPr>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4" name="Line 14">
              <a:extLst>
                <a:ext uri="{FF2B5EF4-FFF2-40B4-BE49-F238E27FC236}">
                  <a16:creationId xmlns:a16="http://schemas.microsoft.com/office/drawing/2014/main" id="{6F13C6A5-F4C8-8493-F064-9EE8F48B100A}"/>
                </a:ext>
              </a:extLst>
            </p:cNvPr>
            <p:cNvSpPr>
              <a:spLocks noChangeShapeType="1"/>
            </p:cNvSpPr>
            <p:nvPr/>
          </p:nvSpPr>
          <p:spPr bwMode="auto">
            <a:xfrm flipH="1">
              <a:off x="2619764" y="5955868"/>
              <a:ext cx="7048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5" name="Text Box 15">
              <a:extLst>
                <a:ext uri="{FF2B5EF4-FFF2-40B4-BE49-F238E27FC236}">
                  <a16:creationId xmlns:a16="http://schemas.microsoft.com/office/drawing/2014/main" id="{BF00FD0C-39FA-FA0D-A3BB-DF37631B6D95}"/>
                </a:ext>
              </a:extLst>
            </p:cNvPr>
            <p:cNvSpPr txBox="1">
              <a:spLocks noChangeArrowheads="1"/>
            </p:cNvSpPr>
            <p:nvPr/>
          </p:nvSpPr>
          <p:spPr bwMode="auto">
            <a:xfrm>
              <a:off x="2143586" y="5907241"/>
              <a:ext cx="334963" cy="36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46" name="Line 22">
              <a:extLst>
                <a:ext uri="{FF2B5EF4-FFF2-40B4-BE49-F238E27FC236}">
                  <a16:creationId xmlns:a16="http://schemas.microsoft.com/office/drawing/2014/main" id="{DE0FFBAB-2E6A-7819-6942-4A09F4E1A185}"/>
                </a:ext>
              </a:extLst>
            </p:cNvPr>
            <p:cNvSpPr>
              <a:spLocks noChangeShapeType="1"/>
            </p:cNvSpPr>
            <p:nvPr/>
          </p:nvSpPr>
          <p:spPr bwMode="auto">
            <a:xfrm flipH="1" flipV="1">
              <a:off x="1765689" y="5970159"/>
              <a:ext cx="73977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7" name="Line 62">
              <a:extLst>
                <a:ext uri="{FF2B5EF4-FFF2-40B4-BE49-F238E27FC236}">
                  <a16:creationId xmlns:a16="http://schemas.microsoft.com/office/drawing/2014/main" id="{FD51D94C-45C2-DC9C-BEC3-0FE84A4BC00E}"/>
                </a:ext>
              </a:extLst>
            </p:cNvPr>
            <p:cNvSpPr>
              <a:spLocks noChangeAspect="1" noChangeShapeType="1"/>
            </p:cNvSpPr>
            <p:nvPr/>
          </p:nvSpPr>
          <p:spPr bwMode="auto">
            <a:xfrm rot="16200000" flipH="1">
              <a:off x="1256796" y="5423164"/>
              <a:ext cx="1079700" cy="158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8" name="Line 63">
              <a:extLst>
                <a:ext uri="{FF2B5EF4-FFF2-40B4-BE49-F238E27FC236}">
                  <a16:creationId xmlns:a16="http://schemas.microsoft.com/office/drawing/2014/main" id="{C1ED9DB4-BDA6-675E-4AEB-78993DF00444}"/>
                </a:ext>
              </a:extLst>
            </p:cNvPr>
            <p:cNvSpPr>
              <a:spLocks noChangeAspect="1" noChangeShapeType="1"/>
            </p:cNvSpPr>
            <p:nvPr/>
          </p:nvSpPr>
          <p:spPr bwMode="auto">
            <a:xfrm rot="16200000" flipH="1">
              <a:off x="2787146" y="5412049"/>
              <a:ext cx="1079700" cy="158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9" name="Line 19">
              <a:extLst>
                <a:ext uri="{FF2B5EF4-FFF2-40B4-BE49-F238E27FC236}">
                  <a16:creationId xmlns:a16="http://schemas.microsoft.com/office/drawing/2014/main" id="{9E8C6D1D-3D30-8D3B-257A-3A1C6314A342}"/>
                </a:ext>
              </a:extLst>
            </p:cNvPr>
            <p:cNvSpPr>
              <a:spLocks noChangeShapeType="1"/>
            </p:cNvSpPr>
            <p:nvPr/>
          </p:nvSpPr>
          <p:spPr bwMode="auto">
            <a:xfrm flipH="1">
              <a:off x="1800614" y="4887283"/>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50" name="Text Box 20">
              <a:extLst>
                <a:ext uri="{FF2B5EF4-FFF2-40B4-BE49-F238E27FC236}">
                  <a16:creationId xmlns:a16="http://schemas.microsoft.com/office/drawing/2014/main" id="{9A23B4C5-C279-C489-8102-3406CCD07D73}"/>
                </a:ext>
              </a:extLst>
            </p:cNvPr>
            <p:cNvSpPr txBox="1">
              <a:spLocks noChangeArrowheads="1"/>
            </p:cNvSpPr>
            <p:nvPr/>
          </p:nvSpPr>
          <p:spPr bwMode="auto">
            <a:xfrm>
              <a:off x="1981589" y="4468106"/>
              <a:ext cx="503238" cy="517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p>
          </p:txBody>
        </p:sp>
        <p:sp>
          <p:nvSpPr>
            <p:cNvPr id="51" name="Line 21">
              <a:extLst>
                <a:ext uri="{FF2B5EF4-FFF2-40B4-BE49-F238E27FC236}">
                  <a16:creationId xmlns:a16="http://schemas.microsoft.com/office/drawing/2014/main" id="{F2A775B3-00C7-1FBE-29C3-0EFCA78D296C}"/>
                </a:ext>
              </a:extLst>
            </p:cNvPr>
            <p:cNvSpPr>
              <a:spLocks noChangeShapeType="1"/>
            </p:cNvSpPr>
            <p:nvPr/>
          </p:nvSpPr>
          <p:spPr bwMode="auto">
            <a:xfrm flipH="1">
              <a:off x="2783277" y="4884108"/>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52" name="Group 95">
              <a:extLst>
                <a:ext uri="{FF2B5EF4-FFF2-40B4-BE49-F238E27FC236}">
                  <a16:creationId xmlns:a16="http://schemas.microsoft.com/office/drawing/2014/main" id="{AC34EE06-7F20-BB04-D0AA-33C76EAD23F9}"/>
                </a:ext>
              </a:extLst>
            </p:cNvPr>
            <p:cNvGrpSpPr>
              <a:grpSpLocks/>
            </p:cNvGrpSpPr>
            <p:nvPr/>
          </p:nvGrpSpPr>
          <p:grpSpPr bwMode="auto">
            <a:xfrm>
              <a:off x="2488002" y="4660228"/>
              <a:ext cx="139700" cy="427117"/>
              <a:chOff x="2214" y="9158"/>
              <a:chExt cx="360" cy="360"/>
            </a:xfrm>
          </p:grpSpPr>
          <p:sp>
            <p:nvSpPr>
              <p:cNvPr id="108" name="Line 96">
                <a:extLst>
                  <a:ext uri="{FF2B5EF4-FFF2-40B4-BE49-F238E27FC236}">
                    <a16:creationId xmlns:a16="http://schemas.microsoft.com/office/drawing/2014/main" id="{F33A8908-FFB5-63D7-05D2-7ACD0A1724A4}"/>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9" name="Line 97">
                <a:extLst>
                  <a:ext uri="{FF2B5EF4-FFF2-40B4-BE49-F238E27FC236}">
                    <a16:creationId xmlns:a16="http://schemas.microsoft.com/office/drawing/2014/main" id="{731174E4-BBF7-D6D0-870A-F46473523372}"/>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12" name="Line 98">
                <a:extLst>
                  <a:ext uri="{FF2B5EF4-FFF2-40B4-BE49-F238E27FC236}">
                    <a16:creationId xmlns:a16="http://schemas.microsoft.com/office/drawing/2014/main" id="{DA75E716-6F30-19B0-EF78-9482A1963E3E}"/>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53" name="Group 99">
              <a:extLst>
                <a:ext uri="{FF2B5EF4-FFF2-40B4-BE49-F238E27FC236}">
                  <a16:creationId xmlns:a16="http://schemas.microsoft.com/office/drawing/2014/main" id="{9F8FF24E-5376-2A09-863E-EDCC1D5BA154}"/>
                </a:ext>
              </a:extLst>
            </p:cNvPr>
            <p:cNvGrpSpPr>
              <a:grpSpLocks/>
            </p:cNvGrpSpPr>
            <p:nvPr/>
          </p:nvGrpSpPr>
          <p:grpSpPr bwMode="auto">
            <a:xfrm>
              <a:off x="2627702" y="4660228"/>
              <a:ext cx="139700" cy="427117"/>
              <a:chOff x="2214" y="9158"/>
              <a:chExt cx="360" cy="360"/>
            </a:xfrm>
          </p:grpSpPr>
          <p:sp>
            <p:nvSpPr>
              <p:cNvPr id="105" name="Line 100">
                <a:extLst>
                  <a:ext uri="{FF2B5EF4-FFF2-40B4-BE49-F238E27FC236}">
                    <a16:creationId xmlns:a16="http://schemas.microsoft.com/office/drawing/2014/main" id="{981D1C0C-CE6F-AD17-60F4-EB3FA56F72B9}"/>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6" name="Line 101">
                <a:extLst>
                  <a:ext uri="{FF2B5EF4-FFF2-40B4-BE49-F238E27FC236}">
                    <a16:creationId xmlns:a16="http://schemas.microsoft.com/office/drawing/2014/main" id="{34EEC9D9-90E3-370E-EFC9-BC4FC3E563B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7" name="Line 102">
                <a:extLst>
                  <a:ext uri="{FF2B5EF4-FFF2-40B4-BE49-F238E27FC236}">
                    <a16:creationId xmlns:a16="http://schemas.microsoft.com/office/drawing/2014/main" id="{5B184682-0C22-CC95-621B-9DDAC6B8E8D9}"/>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54" name="Group 103">
              <a:extLst>
                <a:ext uri="{FF2B5EF4-FFF2-40B4-BE49-F238E27FC236}">
                  <a16:creationId xmlns:a16="http://schemas.microsoft.com/office/drawing/2014/main" id="{2C92199D-DA7B-9E34-46DE-3A26289AEF09}"/>
                </a:ext>
              </a:extLst>
            </p:cNvPr>
            <p:cNvGrpSpPr>
              <a:grpSpLocks/>
            </p:cNvGrpSpPr>
            <p:nvPr/>
          </p:nvGrpSpPr>
          <p:grpSpPr bwMode="auto">
            <a:xfrm>
              <a:off x="2348302" y="4660228"/>
              <a:ext cx="139700" cy="427117"/>
              <a:chOff x="2214" y="9158"/>
              <a:chExt cx="360" cy="360"/>
            </a:xfrm>
          </p:grpSpPr>
          <p:sp>
            <p:nvSpPr>
              <p:cNvPr id="62" name="Line 104">
                <a:extLst>
                  <a:ext uri="{FF2B5EF4-FFF2-40B4-BE49-F238E27FC236}">
                    <a16:creationId xmlns:a16="http://schemas.microsoft.com/office/drawing/2014/main" id="{CD537777-11C6-D7D8-6C11-92F4D6031D1D}"/>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9" name="Line 105">
                <a:extLst>
                  <a:ext uri="{FF2B5EF4-FFF2-40B4-BE49-F238E27FC236}">
                    <a16:creationId xmlns:a16="http://schemas.microsoft.com/office/drawing/2014/main" id="{D28E3A16-03DF-F7AE-F7A6-7B0ED5E3B59E}"/>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0" name="Line 106">
                <a:extLst>
                  <a:ext uri="{FF2B5EF4-FFF2-40B4-BE49-F238E27FC236}">
                    <a16:creationId xmlns:a16="http://schemas.microsoft.com/office/drawing/2014/main" id="{0195AE76-1246-F61A-24CC-5C69E9CA2BE1}"/>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55" name="Line 89">
              <a:extLst>
                <a:ext uri="{FF2B5EF4-FFF2-40B4-BE49-F238E27FC236}">
                  <a16:creationId xmlns:a16="http://schemas.microsoft.com/office/drawing/2014/main" id="{F8C161F7-4B1F-AE97-7480-D605BB651F84}"/>
                </a:ext>
              </a:extLst>
            </p:cNvPr>
            <p:cNvSpPr>
              <a:spLocks noChangeShapeType="1"/>
            </p:cNvSpPr>
            <p:nvPr/>
          </p:nvSpPr>
          <p:spPr bwMode="auto">
            <a:xfrm flipV="1">
              <a:off x="3335727" y="5288995"/>
              <a:ext cx="0" cy="333437"/>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56" name="Line 91">
              <a:extLst>
                <a:ext uri="{FF2B5EF4-FFF2-40B4-BE49-F238E27FC236}">
                  <a16:creationId xmlns:a16="http://schemas.microsoft.com/office/drawing/2014/main" id="{B68950AE-FCFD-5752-384D-1C78FEF5E351}"/>
                </a:ext>
              </a:extLst>
            </p:cNvPr>
            <p:cNvSpPr>
              <a:spLocks noChangeShapeType="1"/>
            </p:cNvSpPr>
            <p:nvPr/>
          </p:nvSpPr>
          <p:spPr bwMode="auto">
            <a:xfrm>
              <a:off x="1795852" y="5281056"/>
              <a:ext cx="0" cy="333437"/>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57" name="Text Box 136">
              <a:extLst>
                <a:ext uri="{FF2B5EF4-FFF2-40B4-BE49-F238E27FC236}">
                  <a16:creationId xmlns:a16="http://schemas.microsoft.com/office/drawing/2014/main" id="{8F264CCB-54D7-95C3-9092-5ED26C903858}"/>
                </a:ext>
              </a:extLst>
            </p:cNvPr>
            <p:cNvSpPr txBox="1">
              <a:spLocks noChangeArrowheads="1"/>
            </p:cNvSpPr>
            <p:nvPr/>
          </p:nvSpPr>
          <p:spPr bwMode="auto">
            <a:xfrm>
              <a:off x="1405327" y="5231834"/>
              <a:ext cx="300037" cy="53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58" name="Text Box 140">
              <a:extLst>
                <a:ext uri="{FF2B5EF4-FFF2-40B4-BE49-F238E27FC236}">
                  <a16:creationId xmlns:a16="http://schemas.microsoft.com/office/drawing/2014/main" id="{0EFC1844-864D-ECB8-8783-965322F4D118}"/>
                </a:ext>
              </a:extLst>
            </p:cNvPr>
            <p:cNvSpPr txBox="1">
              <a:spLocks noChangeArrowheads="1"/>
            </p:cNvSpPr>
            <p:nvPr/>
          </p:nvSpPr>
          <p:spPr bwMode="auto">
            <a:xfrm>
              <a:off x="3418277" y="5123864"/>
              <a:ext cx="300037" cy="530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60" name="Elipse 59">
              <a:extLst>
                <a:ext uri="{FF2B5EF4-FFF2-40B4-BE49-F238E27FC236}">
                  <a16:creationId xmlns:a16="http://schemas.microsoft.com/office/drawing/2014/main" id="{CB2FEF9D-272C-5693-D49B-4704AE23399B}"/>
                </a:ext>
              </a:extLst>
            </p:cNvPr>
            <p:cNvSpPr/>
            <p:nvPr/>
          </p:nvSpPr>
          <p:spPr bwMode="auto">
            <a:xfrm>
              <a:off x="1677724" y="5884160"/>
              <a:ext cx="199937" cy="198033"/>
            </a:xfrm>
            <a:prstGeom prst="ellipse">
              <a:avLst/>
            </a:prstGeom>
            <a:solidFill>
              <a:srgbClr val="FF0000"/>
            </a:solidFill>
            <a:ln w="12700" cap="flat" cmpd="sng" algn="ctr">
              <a:no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61" name="Elipse 60">
              <a:extLst>
                <a:ext uri="{FF2B5EF4-FFF2-40B4-BE49-F238E27FC236}">
                  <a16:creationId xmlns:a16="http://schemas.microsoft.com/office/drawing/2014/main" id="{179E0A4D-FD8C-30A1-74A6-B6E32BEAE6F6}"/>
                </a:ext>
              </a:extLst>
            </p:cNvPr>
            <p:cNvSpPr/>
            <p:nvPr/>
          </p:nvSpPr>
          <p:spPr bwMode="auto">
            <a:xfrm>
              <a:off x="3211057" y="5849945"/>
              <a:ext cx="199937" cy="198033"/>
            </a:xfrm>
            <a:prstGeom prst="ellipse">
              <a:avLst/>
            </a:prstGeom>
            <a:solidFill>
              <a:srgbClr val="FF0000"/>
            </a:solidFill>
            <a:ln w="12700" cap="flat" cmpd="sng" algn="ctr">
              <a:noFill/>
              <a:prstDash val="solid"/>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grpSp>
      <p:sp>
        <p:nvSpPr>
          <p:cNvPr id="117" name="Text Box 9">
            <a:extLst>
              <a:ext uri="{FF2B5EF4-FFF2-40B4-BE49-F238E27FC236}">
                <a16:creationId xmlns:a16="http://schemas.microsoft.com/office/drawing/2014/main" id="{FA8418CC-C062-3649-1D13-C3F0D7F5214E}"/>
              </a:ext>
            </a:extLst>
          </p:cNvPr>
          <p:cNvSpPr txBox="1">
            <a:spLocks noChangeArrowheads="1"/>
          </p:cNvSpPr>
          <p:nvPr/>
        </p:nvSpPr>
        <p:spPr bwMode="auto">
          <a:xfrm>
            <a:off x="1346131" y="420017"/>
            <a:ext cx="7053251" cy="905881"/>
          </a:xfrm>
          <a:prstGeom prst="rect">
            <a:avLst/>
          </a:prstGeom>
          <a:solidFill>
            <a:schemeClr val="tx2">
              <a:lumMod val="25000"/>
              <a:lumOff val="75000"/>
            </a:schemeClr>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None/>
            </a:pPr>
            <a:r>
              <a:rPr lang="es-ES" sz="2400" dirty="0">
                <a:solidFill>
                  <a:srgbClr val="000000"/>
                </a:solidFill>
                <a:latin typeface="Arial" panose="020B0604020202020204" pitchFamily="34" charset="0"/>
                <a:sym typeface="Symbol" panose="05050102010706020507" pitchFamily="18" charset="2"/>
              </a:rPr>
              <a:t>Al aplicarla en una malla se verifica, jugando con</a:t>
            </a:r>
          </a:p>
          <a:p>
            <a:pPr algn="ctr" eaLnBrk="1" hangingPunct="1">
              <a:spcBef>
                <a:spcPts val="0"/>
              </a:spcBef>
              <a:buNone/>
            </a:pPr>
            <a:r>
              <a:rPr lang="es-ES" sz="2400" dirty="0">
                <a:solidFill>
                  <a:srgbClr val="000000"/>
                </a:solidFill>
                <a:latin typeface="Arial" panose="020B0604020202020204" pitchFamily="34" charset="0"/>
                <a:sym typeface="Symbol" panose="05050102010706020507" pitchFamily="18" charset="2"/>
              </a:rPr>
              <a:t>la ecuación, y es </a:t>
            </a:r>
            <a:r>
              <a:rPr lang="es-ES" sz="2400" dirty="0">
                <a:solidFill>
                  <a:srgbClr val="3333FF"/>
                </a:solidFill>
                <a:latin typeface="Arial" panose="020B0604020202020204" pitchFamily="34" charset="0"/>
                <a:sym typeface="Symbol" panose="05050102010706020507" pitchFamily="18" charset="2"/>
              </a:rPr>
              <a:t>otra forma de aplicarla</a:t>
            </a:r>
            <a:r>
              <a:rPr lang="es-ES" sz="2400" dirty="0">
                <a:solidFill>
                  <a:srgbClr val="000000"/>
                </a:solidFill>
                <a:latin typeface="Arial" panose="020B0604020202020204" pitchFamily="34" charset="0"/>
                <a:sym typeface="Symbol" panose="05050102010706020507" pitchFamily="18" charset="2"/>
              </a:rPr>
              <a:t>, que:</a:t>
            </a:r>
          </a:p>
        </p:txBody>
      </p:sp>
    </p:spTree>
    <p:extLst>
      <p:ext uri="{BB962C8B-B14F-4D97-AF65-F5344CB8AC3E}">
        <p14:creationId xmlns:p14="http://schemas.microsoft.com/office/powerpoint/2010/main" val="311307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500"/>
                                        <p:tgtEl>
                                          <p:spTgt spid="117"/>
                                        </p:tgtEl>
                                        <p:attrNameLst>
                                          <p:attrName>ppt_y</p:attrName>
                                        </p:attrNameLst>
                                      </p:cBhvr>
                                      <p:tavLst>
                                        <p:tav tm="0">
                                          <p:val>
                                            <p:strVal val="#ppt_y+#ppt_h*1.125000"/>
                                          </p:val>
                                        </p:tav>
                                        <p:tav tm="100000">
                                          <p:val>
                                            <p:strVal val="#ppt_y"/>
                                          </p:val>
                                        </p:tav>
                                      </p:tavLst>
                                    </p:anim>
                                    <p:animEffect transition="in" filter="wipe(up)">
                                      <p:cBhvr>
                                        <p:cTn id="8" dur="500"/>
                                        <p:tgtEl>
                                          <p:spTgt spid="117"/>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up)">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1" fill="hold" grpId="0" nodeType="clickEffect">
                                  <p:stCondLst>
                                    <p:cond delay="0"/>
                                  </p:stCondLst>
                                  <p:childTnLst>
                                    <p:set>
                                      <p:cBhvr>
                                        <p:cTn id="17" dur="1" fill="hold">
                                          <p:stCondLst>
                                            <p:cond delay="0"/>
                                          </p:stCondLst>
                                        </p:cTn>
                                        <p:tgtEl>
                                          <p:spTgt spid="110"/>
                                        </p:tgtEl>
                                        <p:attrNameLst>
                                          <p:attrName>style.visibility</p:attrName>
                                        </p:attrNameLst>
                                      </p:cBhvr>
                                      <p:to>
                                        <p:strVal val="visible"/>
                                      </p:to>
                                    </p:set>
                                    <p:anim calcmode="lin" valueType="num">
                                      <p:cBhvr additive="base">
                                        <p:cTn id="18" dur="500"/>
                                        <p:tgtEl>
                                          <p:spTgt spid="110"/>
                                        </p:tgtEl>
                                        <p:attrNameLst>
                                          <p:attrName>ppt_y</p:attrName>
                                        </p:attrNameLst>
                                      </p:cBhvr>
                                      <p:tavLst>
                                        <p:tav tm="0">
                                          <p:val>
                                            <p:strVal val="#ppt_y-#ppt_h*1.125000"/>
                                          </p:val>
                                        </p:tav>
                                        <p:tav tm="100000">
                                          <p:val>
                                            <p:strVal val="#ppt_y"/>
                                          </p:val>
                                        </p:tav>
                                      </p:tavLst>
                                    </p:anim>
                                    <p:animEffect transition="in" filter="wipe(down)">
                                      <p:cBhvr>
                                        <p:cTn id="19" dur="500"/>
                                        <p:tgtEl>
                                          <p:spTgt spid="1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1"/>
                                        </p:tgtEl>
                                        <p:attrNameLst>
                                          <p:attrName>style.visibility</p:attrName>
                                        </p:attrNameLst>
                                      </p:cBhvr>
                                      <p:to>
                                        <p:strVal val="visible"/>
                                      </p:to>
                                    </p:set>
                                    <p:animEffect transition="in" filter="wipe(left)">
                                      <p:cBhvr>
                                        <p:cTn id="24" dur="500"/>
                                        <p:tgtEl>
                                          <p:spTgt spid="1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22"/>
                                        </p:tgtEl>
                                        <p:attrNameLst>
                                          <p:attrName>style.visibility</p:attrName>
                                        </p:attrNameLst>
                                      </p:cBhvr>
                                      <p:to>
                                        <p:strVal val="visible"/>
                                      </p:to>
                                    </p:set>
                                    <p:animEffect transition="in" filter="wipe(left)">
                                      <p:cBhvr>
                                        <p:cTn id="29" dur="500"/>
                                        <p:tgtEl>
                                          <p:spTgt spid="122"/>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18"/>
                                        </p:tgtEl>
                                        <p:attrNameLst>
                                          <p:attrName>style.visibility</p:attrName>
                                        </p:attrNameLst>
                                      </p:cBhvr>
                                      <p:to>
                                        <p:strVal val="visible"/>
                                      </p:to>
                                    </p:set>
                                    <p:animEffect transition="in" filter="wipe(up)">
                                      <p:cBhvr>
                                        <p:cTn id="34" dur="500"/>
                                        <p:tgtEl>
                                          <p:spTgt spid="11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19"/>
                                        </p:tgtEl>
                                        <p:attrNameLst>
                                          <p:attrName>style.visibility</p:attrName>
                                        </p:attrNameLst>
                                      </p:cBhvr>
                                      <p:to>
                                        <p:strVal val="visible"/>
                                      </p:to>
                                    </p:set>
                                    <p:animEffect transition="in" filter="wipe(up)">
                                      <p:cBhvr>
                                        <p:cTn id="39"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P spid="118" grpId="0" animBg="1"/>
      <p:bldP spid="119" grpId="0" animBg="1"/>
      <p:bldP spid="121" grpId="0" animBg="1"/>
      <p:bldP spid="1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814" name="Group 118"/>
          <p:cNvGrpSpPr>
            <a:grpSpLocks/>
          </p:cNvGrpSpPr>
          <p:nvPr/>
        </p:nvGrpSpPr>
        <p:grpSpPr bwMode="auto">
          <a:xfrm>
            <a:off x="1780223" y="1658835"/>
            <a:ext cx="3441700" cy="1358900"/>
            <a:chOff x="1179" y="1210"/>
            <a:chExt cx="2168" cy="856"/>
          </a:xfrm>
        </p:grpSpPr>
        <p:grpSp>
          <p:nvGrpSpPr>
            <p:cNvPr id="31855" name="Group 11"/>
            <p:cNvGrpSpPr>
              <a:grpSpLocks/>
            </p:cNvGrpSpPr>
            <p:nvPr/>
          </p:nvGrpSpPr>
          <p:grpSpPr bwMode="auto">
            <a:xfrm>
              <a:off x="2234" y="1762"/>
              <a:ext cx="37" cy="304"/>
              <a:chOff x="5153" y="6274"/>
              <a:chExt cx="63" cy="360"/>
            </a:xfrm>
          </p:grpSpPr>
          <p:sp>
            <p:nvSpPr>
              <p:cNvPr id="31861" name="Line 12"/>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1862" name="Line 13"/>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31856" name="Line 14"/>
            <p:cNvSpPr>
              <a:spLocks noChangeShapeType="1"/>
            </p:cNvSpPr>
            <p:nvPr/>
          </p:nvSpPr>
          <p:spPr bwMode="auto">
            <a:xfrm flipH="1">
              <a:off x="2287" y="1892"/>
              <a:ext cx="106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57" name="Text Box 15"/>
            <p:cNvSpPr txBox="1">
              <a:spLocks noChangeArrowheads="1"/>
            </p:cNvSpPr>
            <p:nvPr/>
          </p:nvSpPr>
          <p:spPr bwMode="auto">
            <a:xfrm>
              <a:off x="2005" y="1542"/>
              <a:ext cx="2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31858" name="Line 22"/>
            <p:cNvSpPr>
              <a:spLocks noChangeShapeType="1"/>
            </p:cNvSpPr>
            <p:nvPr/>
          </p:nvSpPr>
          <p:spPr bwMode="auto">
            <a:xfrm flipH="1" flipV="1">
              <a:off x="1184" y="1901"/>
              <a:ext cx="1032"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59" name="Line 62"/>
            <p:cNvSpPr>
              <a:spLocks noChangeAspect="1" noChangeShapeType="1"/>
            </p:cNvSpPr>
            <p:nvPr/>
          </p:nvSpPr>
          <p:spPr bwMode="auto">
            <a:xfrm rot="16200000" flipH="1">
              <a:off x="840" y="1556"/>
              <a:ext cx="680" cy="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60" name="Line 63"/>
            <p:cNvSpPr>
              <a:spLocks noChangeAspect="1" noChangeShapeType="1"/>
            </p:cNvSpPr>
            <p:nvPr/>
          </p:nvSpPr>
          <p:spPr bwMode="auto">
            <a:xfrm rot="16200000" flipH="1">
              <a:off x="3006" y="1549"/>
              <a:ext cx="680" cy="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4" name="Group 178"/>
          <p:cNvGrpSpPr>
            <a:grpSpLocks/>
          </p:cNvGrpSpPr>
          <p:nvPr/>
        </p:nvGrpSpPr>
        <p:grpSpPr bwMode="auto">
          <a:xfrm>
            <a:off x="8075931" y="5582957"/>
            <a:ext cx="1851025" cy="1128713"/>
            <a:chOff x="5084" y="2668"/>
            <a:chExt cx="1166" cy="711"/>
          </a:xfrm>
        </p:grpSpPr>
        <p:sp>
          <p:nvSpPr>
            <p:cNvPr id="31851" name="Text Box 28"/>
            <p:cNvSpPr txBox="1">
              <a:spLocks noChangeArrowheads="1"/>
            </p:cNvSpPr>
            <p:nvPr/>
          </p:nvSpPr>
          <p:spPr bwMode="auto">
            <a:xfrm>
              <a:off x="5084" y="2668"/>
              <a:ext cx="116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a:t>
              </a:r>
              <a:r>
                <a:rPr lang="es-ES" sz="2400" baseline="-25000" dirty="0">
                  <a:solidFill>
                    <a:srgbClr val="000000"/>
                  </a:solidFill>
                  <a:latin typeface="Arial" panose="020B0604020202020204" pitchFamily="34" charset="0"/>
                </a:rPr>
                <a:t>1</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 R</a:t>
              </a:r>
              <a:r>
                <a:rPr lang="es-ES" sz="2400" baseline="-25000" dirty="0">
                  <a:solidFill>
                    <a:srgbClr val="000000"/>
                  </a:solidFill>
                  <a:latin typeface="Arial" panose="020B0604020202020204" pitchFamily="34" charset="0"/>
                </a:rPr>
                <a:t>2</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 R</a:t>
              </a:r>
              <a:r>
                <a:rPr lang="es-ES" sz="2400" baseline="-25000" dirty="0">
                  <a:solidFill>
                    <a:srgbClr val="000000"/>
                  </a:solidFill>
                  <a:latin typeface="Arial" panose="020B0604020202020204" pitchFamily="34" charset="0"/>
                </a:rPr>
                <a:t>3</a:t>
              </a:r>
              <a:endParaRPr lang="es-ES" sz="2800" dirty="0">
                <a:solidFill>
                  <a:srgbClr val="000000"/>
                </a:solidFill>
                <a:latin typeface="Arial" panose="020B0604020202020204" pitchFamily="34" charset="0"/>
                <a:sym typeface="Symbol" panose="05050102010706020507" pitchFamily="18" charset="2"/>
              </a:endParaRPr>
            </a:p>
          </p:txBody>
        </p:sp>
        <p:sp>
          <p:nvSpPr>
            <p:cNvPr id="31852" name="Text Box 30"/>
            <p:cNvSpPr txBox="1">
              <a:spLocks noChangeArrowheads="1"/>
            </p:cNvSpPr>
            <p:nvPr/>
          </p:nvSpPr>
          <p:spPr bwMode="auto">
            <a:xfrm>
              <a:off x="5267" y="3007"/>
              <a:ext cx="764" cy="372"/>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p>
          </p:txBody>
        </p:sp>
      </p:grpSp>
      <p:grpSp>
        <p:nvGrpSpPr>
          <p:cNvPr id="5" name="Group 184"/>
          <p:cNvGrpSpPr>
            <a:grpSpLocks/>
          </p:cNvGrpSpPr>
          <p:nvPr/>
        </p:nvGrpSpPr>
        <p:grpSpPr bwMode="auto">
          <a:xfrm>
            <a:off x="3306768" y="4002022"/>
            <a:ext cx="3994161" cy="2792413"/>
            <a:chOff x="2083" y="2112"/>
            <a:chExt cx="2516" cy="1759"/>
          </a:xfrm>
        </p:grpSpPr>
        <p:sp>
          <p:nvSpPr>
            <p:cNvPr id="31848" name="Text Box 26"/>
            <p:cNvSpPr txBox="1">
              <a:spLocks noChangeArrowheads="1"/>
            </p:cNvSpPr>
            <p:nvPr/>
          </p:nvSpPr>
          <p:spPr bwMode="auto">
            <a:xfrm>
              <a:off x="2083" y="3417"/>
              <a:ext cx="113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V</a:t>
              </a:r>
              <a:r>
                <a:rPr lang="es-ES" sz="2400" baseline="-25000" dirty="0">
                  <a:solidFill>
                    <a:srgbClr val="000000"/>
                  </a:solidFill>
                  <a:latin typeface="Arial" panose="020B0604020202020204" pitchFamily="34" charset="0"/>
                </a:rPr>
                <a:t>1</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 V</a:t>
              </a:r>
              <a:r>
                <a:rPr lang="es-ES" sz="2400" baseline="-25000" dirty="0">
                  <a:solidFill>
                    <a:srgbClr val="000000"/>
                  </a:solidFill>
                  <a:latin typeface="Arial" panose="020B0604020202020204" pitchFamily="34" charset="0"/>
                </a:rPr>
                <a:t>2</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 V</a:t>
              </a:r>
              <a:r>
                <a:rPr lang="es-ES" sz="2400" baseline="-25000" dirty="0">
                  <a:solidFill>
                    <a:srgbClr val="000000"/>
                  </a:solidFill>
                  <a:latin typeface="Arial" panose="020B0604020202020204" pitchFamily="34" charset="0"/>
                </a:rPr>
                <a:t>3</a:t>
              </a:r>
              <a:endParaRPr lang="es-ES" sz="2800" dirty="0">
                <a:solidFill>
                  <a:srgbClr val="000000"/>
                </a:solidFill>
                <a:latin typeface="Arial" panose="020B0604020202020204" pitchFamily="34" charset="0"/>
                <a:sym typeface="Symbol" panose="05050102010706020507" pitchFamily="18" charset="2"/>
              </a:endParaRPr>
            </a:p>
          </p:txBody>
        </p:sp>
        <p:sp>
          <p:nvSpPr>
            <p:cNvPr id="31849" name="AutoShape 29"/>
            <p:cNvSpPr>
              <a:spLocks noChangeArrowheads="1"/>
            </p:cNvSpPr>
            <p:nvPr/>
          </p:nvSpPr>
          <p:spPr bwMode="auto">
            <a:xfrm flipH="1">
              <a:off x="3402" y="3476"/>
              <a:ext cx="923" cy="277"/>
            </a:xfrm>
            <a:prstGeom prst="rightArrow">
              <a:avLst>
                <a:gd name="adj1" fmla="val 39352"/>
                <a:gd name="adj2" fmla="val 4945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1850" name="AutoShape 31"/>
            <p:cNvSpPr>
              <a:spLocks/>
            </p:cNvSpPr>
            <p:nvPr/>
          </p:nvSpPr>
          <p:spPr bwMode="auto">
            <a:xfrm flipH="1">
              <a:off x="4446" y="2112"/>
              <a:ext cx="153" cy="1759"/>
            </a:xfrm>
            <a:prstGeom prst="rightBrace">
              <a:avLst>
                <a:gd name="adj1" fmla="val 37604"/>
                <a:gd name="adj2" fmla="val 85416"/>
              </a:avLst>
            </a:prstGeom>
            <a:noFill/>
            <a:ln w="38100">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wrap="squar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31846" name="Text Box 24"/>
          <p:cNvSpPr txBox="1">
            <a:spLocks noChangeArrowheads="1"/>
          </p:cNvSpPr>
          <p:nvPr/>
        </p:nvSpPr>
        <p:spPr bwMode="auto">
          <a:xfrm>
            <a:off x="7813199" y="4046078"/>
            <a:ext cx="2273301" cy="651352"/>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a:solidFill>
                  <a:srgbClr val="FFFFFF"/>
                </a:solidFill>
                <a:latin typeface="Comic Sans MS" panose="030F0702030302020204" pitchFamily="66" charset="0"/>
              </a:rPr>
              <a:t>I</a:t>
            </a:r>
            <a:r>
              <a:rPr lang="es-ES" sz="2400">
                <a:solidFill>
                  <a:srgbClr val="FFFFFF"/>
                </a:solidFill>
                <a:latin typeface="Comic Sans MS" panose="030F0702030302020204" pitchFamily="66" charset="0"/>
              </a:rPr>
              <a:t> = </a:t>
            </a:r>
            <a:r>
              <a:rPr lang="es-ES" sz="2800">
                <a:solidFill>
                  <a:srgbClr val="FFFFFF"/>
                </a:solidFill>
                <a:latin typeface="Comic Sans MS" panose="030F0702030302020204" pitchFamily="66" charset="0"/>
              </a:rPr>
              <a:t>I</a:t>
            </a:r>
            <a:r>
              <a:rPr lang="es-ES" sz="2400" baseline="-25000">
                <a:solidFill>
                  <a:srgbClr val="FFFFFF"/>
                </a:solidFill>
                <a:latin typeface="Comic Sans MS" panose="030F0702030302020204" pitchFamily="66" charset="0"/>
              </a:rPr>
              <a:t>1</a:t>
            </a:r>
            <a:r>
              <a:rPr lang="es-ES" sz="2400">
                <a:solidFill>
                  <a:srgbClr val="FFFFFF"/>
                </a:solidFill>
                <a:latin typeface="Comic Sans MS" panose="030F0702030302020204" pitchFamily="66" charset="0"/>
              </a:rPr>
              <a:t> = </a:t>
            </a:r>
            <a:r>
              <a:rPr lang="es-ES" sz="2800">
                <a:solidFill>
                  <a:srgbClr val="FFFFFF"/>
                </a:solidFill>
                <a:latin typeface="Comic Sans MS" panose="030F0702030302020204" pitchFamily="66" charset="0"/>
              </a:rPr>
              <a:t>I</a:t>
            </a:r>
            <a:r>
              <a:rPr lang="es-ES" sz="2400" baseline="-25000">
                <a:solidFill>
                  <a:srgbClr val="FFFFFF"/>
                </a:solidFill>
                <a:latin typeface="Comic Sans MS" panose="030F0702030302020204" pitchFamily="66" charset="0"/>
              </a:rPr>
              <a:t>2</a:t>
            </a:r>
            <a:r>
              <a:rPr lang="es-ES" sz="2400">
                <a:solidFill>
                  <a:srgbClr val="FFFFFF"/>
                </a:solidFill>
                <a:latin typeface="Comic Sans MS" panose="030F0702030302020204" pitchFamily="66" charset="0"/>
              </a:rPr>
              <a:t> = </a:t>
            </a:r>
            <a:r>
              <a:rPr lang="es-ES" sz="2800">
                <a:solidFill>
                  <a:srgbClr val="FFFFFF"/>
                </a:solidFill>
                <a:latin typeface="Comic Sans MS" panose="030F0702030302020204" pitchFamily="66" charset="0"/>
              </a:rPr>
              <a:t>I</a:t>
            </a:r>
            <a:r>
              <a:rPr lang="es-ES" sz="2400" baseline="-25000">
                <a:solidFill>
                  <a:srgbClr val="FFFFFF"/>
                </a:solidFill>
                <a:latin typeface="Comic Sans MS" panose="030F0702030302020204" pitchFamily="66" charset="0"/>
              </a:rPr>
              <a:t>3</a:t>
            </a:r>
            <a:endParaRPr lang="es-ES" sz="2400">
              <a:solidFill>
                <a:srgbClr val="FFFFFF"/>
              </a:solidFill>
              <a:latin typeface="Comic Sans MS" panose="030F0702030302020204" pitchFamily="66" charset="0"/>
              <a:sym typeface="Symbol" panose="05050102010706020507" pitchFamily="18" charset="2"/>
            </a:endParaRPr>
          </a:p>
        </p:txBody>
      </p:sp>
      <p:sp>
        <p:nvSpPr>
          <p:cNvPr id="31847" name="AutoShape 25"/>
          <p:cNvSpPr>
            <a:spLocks noChangeArrowheads="1"/>
          </p:cNvSpPr>
          <p:nvPr/>
        </p:nvSpPr>
        <p:spPr bwMode="auto">
          <a:xfrm rot="5400000">
            <a:off x="8837137" y="3618659"/>
            <a:ext cx="225425" cy="483712"/>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9801" name="Text Box 32"/>
          <p:cNvSpPr txBox="1">
            <a:spLocks noChangeArrowheads="1"/>
          </p:cNvSpPr>
          <p:nvPr/>
        </p:nvSpPr>
        <p:spPr bwMode="auto">
          <a:xfrm>
            <a:off x="7757969" y="1731084"/>
            <a:ext cx="2382172"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FF0000"/>
                </a:solidFill>
                <a:latin typeface="Arial" panose="020B0604020202020204" pitchFamily="34" charset="0"/>
              </a:rPr>
              <a:t>No se depende del tiempo</a:t>
            </a:r>
          </a:p>
        </p:txBody>
      </p:sp>
      <p:sp>
        <p:nvSpPr>
          <p:cNvPr id="31761" name="Rectangle 93"/>
          <p:cNvSpPr>
            <a:spLocks noChangeArrowheads="1"/>
          </p:cNvSpPr>
          <p:nvPr/>
        </p:nvSpPr>
        <p:spPr bwMode="auto">
          <a:xfrm>
            <a:off x="1290638" y="315967"/>
            <a:ext cx="8520112" cy="53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800" b="1" dirty="0">
                <a:solidFill>
                  <a:srgbClr val="CC0000"/>
                </a:solidFill>
                <a:latin typeface="Arial" panose="020B0604020202020204" pitchFamily="34" charset="0"/>
              </a:rPr>
              <a:t>4.4.2 ASOCIACIÓN EN SERIE</a:t>
            </a:r>
          </a:p>
        </p:txBody>
      </p:sp>
      <p:grpSp>
        <p:nvGrpSpPr>
          <p:cNvPr id="19" name="Group 177"/>
          <p:cNvGrpSpPr>
            <a:grpSpLocks/>
          </p:cNvGrpSpPr>
          <p:nvPr/>
        </p:nvGrpSpPr>
        <p:grpSpPr bwMode="auto">
          <a:xfrm>
            <a:off x="1389698" y="1090510"/>
            <a:ext cx="4173537" cy="1457325"/>
            <a:chOff x="933" y="1134"/>
            <a:chExt cx="2629" cy="918"/>
          </a:xfrm>
        </p:grpSpPr>
        <p:sp>
          <p:nvSpPr>
            <p:cNvPr id="31799" name="Line 134"/>
            <p:cNvSpPr>
              <a:spLocks noChangeShapeType="1"/>
            </p:cNvSpPr>
            <p:nvPr/>
          </p:nvSpPr>
          <p:spPr bwMode="auto">
            <a:xfrm rot="5400000">
              <a:off x="1954" y="1398"/>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nvGrpSpPr>
            <p:cNvPr id="31800" name="Group 169"/>
            <p:cNvGrpSpPr>
              <a:grpSpLocks/>
            </p:cNvGrpSpPr>
            <p:nvPr/>
          </p:nvGrpSpPr>
          <p:grpSpPr bwMode="auto">
            <a:xfrm>
              <a:off x="933" y="1134"/>
              <a:ext cx="2629" cy="918"/>
              <a:chOff x="933" y="1134"/>
              <a:chExt cx="2629" cy="918"/>
            </a:xfrm>
          </p:grpSpPr>
          <p:sp>
            <p:nvSpPr>
              <p:cNvPr id="31801" name="Line 89"/>
              <p:cNvSpPr>
                <a:spLocks noChangeShapeType="1"/>
              </p:cNvSpPr>
              <p:nvPr/>
            </p:nvSpPr>
            <p:spPr bwMode="auto">
              <a:xfrm flipV="1">
                <a:off x="3351" y="1764"/>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2" name="Line 91"/>
              <p:cNvSpPr>
                <a:spLocks noChangeShapeType="1"/>
              </p:cNvSpPr>
              <p:nvPr/>
            </p:nvSpPr>
            <p:spPr bwMode="auto">
              <a:xfrm>
                <a:off x="1179" y="1749"/>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3" name="Text Box 136"/>
              <p:cNvSpPr txBox="1">
                <a:spLocks noChangeArrowheads="1"/>
              </p:cNvSpPr>
              <p:nvPr/>
            </p:nvSpPr>
            <p:spPr bwMode="auto">
              <a:xfrm>
                <a:off x="933" y="1718"/>
                <a:ext cx="18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1804" name="Line 133"/>
              <p:cNvSpPr>
                <a:spLocks noChangeShapeType="1"/>
              </p:cNvSpPr>
              <p:nvPr/>
            </p:nvSpPr>
            <p:spPr bwMode="auto">
              <a:xfrm rot="5400000">
                <a:off x="1363" y="1397"/>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5" name="Line 135"/>
              <p:cNvSpPr>
                <a:spLocks noChangeShapeType="1"/>
              </p:cNvSpPr>
              <p:nvPr/>
            </p:nvSpPr>
            <p:spPr bwMode="auto">
              <a:xfrm rot="5400000">
                <a:off x="2561" y="1399"/>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6" name="Text Box 137"/>
              <p:cNvSpPr txBox="1">
                <a:spLocks noChangeArrowheads="1"/>
              </p:cNvSpPr>
              <p:nvPr/>
            </p:nvSpPr>
            <p:spPr bwMode="auto">
              <a:xfrm>
                <a:off x="2469" y="1134"/>
                <a:ext cx="24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3</a:t>
                </a:r>
                <a:endParaRPr lang="es-ES" sz="2000" b="1">
                  <a:solidFill>
                    <a:srgbClr val="3333FF"/>
                  </a:solidFill>
                  <a:latin typeface="Comic Sans MS" panose="030F0702030302020204" pitchFamily="66" charset="0"/>
                </a:endParaRPr>
              </a:p>
            </p:txBody>
          </p:sp>
          <p:sp>
            <p:nvSpPr>
              <p:cNvPr id="31807" name="Text Box 138"/>
              <p:cNvSpPr txBox="1">
                <a:spLocks noChangeArrowheads="1"/>
              </p:cNvSpPr>
              <p:nvPr/>
            </p:nvSpPr>
            <p:spPr bwMode="auto">
              <a:xfrm>
                <a:off x="1261" y="1134"/>
                <a:ext cx="24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endParaRPr lang="es-ES" sz="2000" b="1">
                  <a:solidFill>
                    <a:srgbClr val="3333FF"/>
                  </a:solidFill>
                  <a:latin typeface="Comic Sans MS" panose="030F0702030302020204" pitchFamily="66" charset="0"/>
                </a:endParaRPr>
              </a:p>
            </p:txBody>
          </p:sp>
          <p:sp>
            <p:nvSpPr>
              <p:cNvPr id="31808" name="Text Box 139"/>
              <p:cNvSpPr txBox="1">
                <a:spLocks noChangeArrowheads="1"/>
              </p:cNvSpPr>
              <p:nvPr/>
            </p:nvSpPr>
            <p:spPr bwMode="auto">
              <a:xfrm>
                <a:off x="1861" y="1134"/>
                <a:ext cx="24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endParaRPr lang="es-ES" sz="2000" b="1">
                  <a:solidFill>
                    <a:srgbClr val="3333FF"/>
                  </a:solidFill>
                  <a:latin typeface="Comic Sans MS" panose="030F0702030302020204" pitchFamily="66" charset="0"/>
                </a:endParaRPr>
              </a:p>
            </p:txBody>
          </p:sp>
          <p:sp>
            <p:nvSpPr>
              <p:cNvPr id="31809" name="Text Box 140"/>
              <p:cNvSpPr txBox="1">
                <a:spLocks noChangeArrowheads="1"/>
              </p:cNvSpPr>
              <p:nvPr/>
            </p:nvSpPr>
            <p:spPr bwMode="auto">
              <a:xfrm>
                <a:off x="3373" y="1670"/>
                <a:ext cx="18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grpSp>
      </p:grpSp>
      <p:sp>
        <p:nvSpPr>
          <p:cNvPr id="488589" name="Text Box 141"/>
          <p:cNvSpPr txBox="1">
            <a:spLocks noChangeArrowheads="1"/>
          </p:cNvSpPr>
          <p:nvPr/>
        </p:nvSpPr>
        <p:spPr bwMode="auto">
          <a:xfrm>
            <a:off x="5770150" y="1690225"/>
            <a:ext cx="1553480" cy="956773"/>
          </a:xfrm>
          <a:prstGeom prst="rect">
            <a:avLst/>
          </a:prstGeom>
          <a:solidFill>
            <a:schemeClr val="bg2">
              <a:lumMod val="60000"/>
              <a:lumOff val="40000"/>
            </a:schemeClr>
          </a:solidFill>
          <a:ln>
            <a:noFill/>
          </a:ln>
        </p:spPr>
        <p:txBody>
          <a:bodyPr wrap="square" lIns="72000" tIns="108000" rIns="72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000000"/>
                </a:solidFill>
                <a:latin typeface="Arial" panose="020B0604020202020204" pitchFamily="34" charset="0"/>
              </a:rPr>
              <a:t>Corriente continua</a:t>
            </a:r>
          </a:p>
        </p:txBody>
      </p:sp>
      <p:sp>
        <p:nvSpPr>
          <p:cNvPr id="31785" name="Text Box 165"/>
          <p:cNvSpPr txBox="1">
            <a:spLocks noChangeArrowheads="1"/>
          </p:cNvSpPr>
          <p:nvPr/>
        </p:nvSpPr>
        <p:spPr bwMode="auto">
          <a:xfrm>
            <a:off x="1816799" y="3332075"/>
            <a:ext cx="2343151" cy="536575"/>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rPr>
              <a:t>2ª Ley Kirchhoff</a:t>
            </a:r>
          </a:p>
        </p:txBody>
      </p:sp>
      <p:sp>
        <p:nvSpPr>
          <p:cNvPr id="31782" name="Text Box 84"/>
          <p:cNvSpPr txBox="1">
            <a:spLocks noChangeArrowheads="1"/>
          </p:cNvSpPr>
          <p:nvPr/>
        </p:nvSpPr>
        <p:spPr bwMode="auto">
          <a:xfrm>
            <a:off x="2675753" y="4001664"/>
            <a:ext cx="2452687" cy="649288"/>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44000" tIns="72000" rIns="144000" bIns="144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a:solidFill>
                  <a:srgbClr val="FFFFFF"/>
                </a:solidFill>
                <a:latin typeface="Arial" panose="020B0604020202020204" pitchFamily="34" charset="0"/>
                <a:sym typeface="Symbol" panose="05050102010706020507" pitchFamily="18" charset="2"/>
              </a:rPr>
              <a:t></a:t>
            </a:r>
            <a:r>
              <a:rPr lang="es-ES" sz="2400">
                <a:solidFill>
                  <a:srgbClr val="FFFFFF"/>
                </a:solidFill>
                <a:latin typeface="Arial" panose="020B0604020202020204" pitchFamily="34" charset="0"/>
              </a:rPr>
              <a:t> = V</a:t>
            </a:r>
            <a:r>
              <a:rPr lang="es-ES" sz="2400" baseline="-25000">
                <a:solidFill>
                  <a:srgbClr val="FFFFFF"/>
                </a:solidFill>
                <a:latin typeface="Arial" panose="020B0604020202020204" pitchFamily="34" charset="0"/>
              </a:rPr>
              <a:t>1</a:t>
            </a:r>
            <a:r>
              <a:rPr lang="es-ES" sz="2400">
                <a:solidFill>
                  <a:srgbClr val="FFFFFF"/>
                </a:solidFill>
                <a:latin typeface="Arial" panose="020B0604020202020204" pitchFamily="34" charset="0"/>
              </a:rPr>
              <a:t> </a:t>
            </a:r>
            <a:r>
              <a:rPr lang="es-ES" sz="2400">
                <a:solidFill>
                  <a:srgbClr val="FFFFFF"/>
                </a:solidFill>
                <a:latin typeface="Arial" panose="020B0604020202020204" pitchFamily="34" charset="0"/>
                <a:sym typeface="Symbol" panose="05050102010706020507" pitchFamily="18" charset="2"/>
              </a:rPr>
              <a:t>+</a:t>
            </a:r>
            <a:r>
              <a:rPr lang="es-ES" sz="2400">
                <a:solidFill>
                  <a:srgbClr val="FFFFFF"/>
                </a:solidFill>
                <a:latin typeface="Arial" panose="020B0604020202020204" pitchFamily="34" charset="0"/>
              </a:rPr>
              <a:t> V</a:t>
            </a:r>
            <a:r>
              <a:rPr lang="es-ES" sz="2400" baseline="-25000">
                <a:solidFill>
                  <a:srgbClr val="FFFFFF"/>
                </a:solidFill>
                <a:latin typeface="Arial" panose="020B0604020202020204" pitchFamily="34" charset="0"/>
              </a:rPr>
              <a:t>2</a:t>
            </a:r>
            <a:r>
              <a:rPr lang="es-ES" sz="2400">
                <a:solidFill>
                  <a:srgbClr val="FFFFFF"/>
                </a:solidFill>
                <a:latin typeface="Arial" panose="020B0604020202020204" pitchFamily="34" charset="0"/>
              </a:rPr>
              <a:t> </a:t>
            </a:r>
            <a:r>
              <a:rPr lang="es-ES" sz="2400">
                <a:solidFill>
                  <a:srgbClr val="FFFFFF"/>
                </a:solidFill>
                <a:latin typeface="Arial" panose="020B0604020202020204" pitchFamily="34" charset="0"/>
                <a:sym typeface="Symbol" panose="05050102010706020507" pitchFamily="18" charset="2"/>
              </a:rPr>
              <a:t>+</a:t>
            </a:r>
            <a:r>
              <a:rPr lang="es-ES" sz="2400">
                <a:solidFill>
                  <a:srgbClr val="FFFFFF"/>
                </a:solidFill>
                <a:latin typeface="Arial" panose="020B0604020202020204" pitchFamily="34" charset="0"/>
              </a:rPr>
              <a:t> V</a:t>
            </a:r>
            <a:r>
              <a:rPr lang="es-ES" sz="2400" baseline="-25000">
                <a:solidFill>
                  <a:srgbClr val="FFFFFF"/>
                </a:solidFill>
                <a:latin typeface="Arial" panose="020B0604020202020204" pitchFamily="34" charset="0"/>
              </a:rPr>
              <a:t>3</a:t>
            </a:r>
            <a:endParaRPr lang="es-ES" sz="2400">
              <a:solidFill>
                <a:srgbClr val="FFFFFF"/>
              </a:solidFill>
              <a:latin typeface="Arial" panose="020B0604020202020204" pitchFamily="34" charset="0"/>
              <a:sym typeface="Symbol" panose="05050102010706020507" pitchFamily="18" charset="2"/>
            </a:endParaRPr>
          </a:p>
        </p:txBody>
      </p:sp>
      <p:grpSp>
        <p:nvGrpSpPr>
          <p:cNvPr id="29815" name="Group 119"/>
          <p:cNvGrpSpPr>
            <a:grpSpLocks/>
          </p:cNvGrpSpPr>
          <p:nvPr/>
        </p:nvGrpSpPr>
        <p:grpSpPr bwMode="auto">
          <a:xfrm>
            <a:off x="7839395" y="2621094"/>
            <a:ext cx="2233613" cy="1077915"/>
            <a:chOff x="4967" y="1254"/>
            <a:chExt cx="1407" cy="679"/>
          </a:xfrm>
        </p:grpSpPr>
        <p:sp>
          <p:nvSpPr>
            <p:cNvPr id="31780" name="AutoShape 25"/>
            <p:cNvSpPr>
              <a:spLocks noChangeArrowheads="1"/>
            </p:cNvSpPr>
            <p:nvPr/>
          </p:nvSpPr>
          <p:spPr bwMode="auto">
            <a:xfrm rot="5400000">
              <a:off x="5591" y="1193"/>
              <a:ext cx="156" cy="277"/>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a:solidFill>
                  <a:srgbClr val="000000"/>
                </a:solidFill>
                <a:latin typeface="Arial" panose="020B0604020202020204" pitchFamily="34" charset="0"/>
              </a:endParaRPr>
            </a:p>
          </p:txBody>
        </p:sp>
        <p:sp>
          <p:nvSpPr>
            <p:cNvPr id="31781" name="Text Box 32"/>
            <p:cNvSpPr txBox="1">
              <a:spLocks noChangeArrowheads="1"/>
            </p:cNvSpPr>
            <p:nvPr/>
          </p:nvSpPr>
          <p:spPr bwMode="auto">
            <a:xfrm>
              <a:off x="4967" y="1362"/>
              <a:ext cx="1407"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No se </a:t>
              </a:r>
              <a:r>
                <a:rPr lang="es-ES" sz="2400">
                  <a:solidFill>
                    <a:srgbClr val="FF0000"/>
                  </a:solidFill>
                  <a:latin typeface="Arial" panose="020B0604020202020204" pitchFamily="34" charset="0"/>
                </a:rPr>
                <a:t>acumula carga</a:t>
              </a:r>
              <a:endParaRPr lang="es-ES" sz="2400" dirty="0">
                <a:solidFill>
                  <a:srgbClr val="FF0000"/>
                </a:solidFill>
                <a:latin typeface="Arial" panose="020B0604020202020204" pitchFamily="34" charset="0"/>
              </a:endParaRPr>
            </a:p>
          </p:txBody>
        </p:sp>
      </p:grpSp>
      <p:sp>
        <p:nvSpPr>
          <p:cNvPr id="119" name="AutoShape 25"/>
          <p:cNvSpPr>
            <a:spLocks noChangeArrowheads="1"/>
          </p:cNvSpPr>
          <p:nvPr/>
        </p:nvSpPr>
        <p:spPr bwMode="auto">
          <a:xfrm>
            <a:off x="7443780" y="1957223"/>
            <a:ext cx="290730" cy="439738"/>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a:solidFill>
                <a:srgbClr val="000000"/>
              </a:solidFill>
              <a:latin typeface="Arial" panose="020B0604020202020204" pitchFamily="34" charset="0"/>
            </a:endParaRPr>
          </a:p>
        </p:txBody>
      </p:sp>
      <p:sp>
        <p:nvSpPr>
          <p:cNvPr id="121" name="Text Box 174"/>
          <p:cNvSpPr txBox="1">
            <a:spLocks noChangeArrowheads="1"/>
          </p:cNvSpPr>
          <p:nvPr/>
        </p:nvSpPr>
        <p:spPr bwMode="auto">
          <a:xfrm>
            <a:off x="1816799" y="4842445"/>
            <a:ext cx="3941826" cy="905881"/>
          </a:xfrm>
          <a:prstGeom prst="rect">
            <a:avLst/>
          </a:prstGeom>
          <a:solidFill>
            <a:srgbClr val="CCFFCC"/>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rPr>
              <a:t> Caída </a:t>
            </a: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  Suma de caídas</a:t>
            </a:r>
          </a:p>
          <a:p>
            <a:pPr eaLnBrk="1" hangingPunct="1">
              <a:spcBef>
                <a:spcPts val="0"/>
              </a:spcBef>
              <a:buFontTx/>
              <a:buNone/>
            </a:pPr>
            <a:r>
              <a:rPr lang="es-ES" sz="2400" dirty="0">
                <a:latin typeface="Arial" panose="020B0604020202020204" pitchFamily="34" charset="0"/>
              </a:rPr>
              <a:t> en pila      en resistencias</a:t>
            </a:r>
          </a:p>
        </p:txBody>
      </p:sp>
      <p:grpSp>
        <p:nvGrpSpPr>
          <p:cNvPr id="7" name="Grupo 6"/>
          <p:cNvGrpSpPr/>
          <p:nvPr/>
        </p:nvGrpSpPr>
        <p:grpSpPr>
          <a:xfrm>
            <a:off x="1723073" y="904773"/>
            <a:ext cx="3573462" cy="968375"/>
            <a:chOff x="1723073" y="873951"/>
            <a:chExt cx="3573462" cy="968375"/>
          </a:xfrm>
        </p:grpSpPr>
        <p:sp>
          <p:nvSpPr>
            <p:cNvPr id="31748" name="Line 19"/>
            <p:cNvSpPr>
              <a:spLocks noChangeShapeType="1"/>
            </p:cNvSpPr>
            <p:nvPr/>
          </p:nvSpPr>
          <p:spPr bwMode="auto">
            <a:xfrm flipH="1">
              <a:off x="1784985" y="1642301"/>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49" name="Text Box 20"/>
            <p:cNvSpPr txBox="1">
              <a:spLocks noChangeArrowheads="1"/>
            </p:cNvSpPr>
            <p:nvPr/>
          </p:nvSpPr>
          <p:spPr bwMode="auto">
            <a:xfrm>
              <a:off x="2296160" y="873951"/>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1</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1750" name="Line 21"/>
            <p:cNvSpPr>
              <a:spLocks noChangeShapeType="1"/>
            </p:cNvSpPr>
            <p:nvPr/>
          </p:nvSpPr>
          <p:spPr bwMode="auto">
            <a:xfrm flipH="1">
              <a:off x="2767648" y="1639126"/>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55" name="Text Box 47"/>
            <p:cNvSpPr txBox="1">
              <a:spLocks noChangeArrowheads="1"/>
            </p:cNvSpPr>
            <p:nvPr/>
          </p:nvSpPr>
          <p:spPr bwMode="auto">
            <a:xfrm>
              <a:off x="3235960" y="873951"/>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2</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1756" name="Line 48"/>
            <p:cNvSpPr>
              <a:spLocks noChangeShapeType="1"/>
            </p:cNvSpPr>
            <p:nvPr/>
          </p:nvSpPr>
          <p:spPr bwMode="auto">
            <a:xfrm flipH="1">
              <a:off x="3729673" y="1643888"/>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57" name="Line 60"/>
            <p:cNvSpPr>
              <a:spLocks noChangeShapeType="1"/>
            </p:cNvSpPr>
            <p:nvPr/>
          </p:nvSpPr>
          <p:spPr bwMode="auto">
            <a:xfrm flipH="1">
              <a:off x="4693285" y="1635951"/>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58" name="Text Box 61"/>
            <p:cNvSpPr txBox="1">
              <a:spLocks noChangeArrowheads="1"/>
            </p:cNvSpPr>
            <p:nvPr/>
          </p:nvSpPr>
          <p:spPr bwMode="auto">
            <a:xfrm>
              <a:off x="4218623" y="873951"/>
              <a:ext cx="503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3</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1759" name="Oval 86"/>
            <p:cNvSpPr>
              <a:spLocks noChangeArrowheads="1"/>
            </p:cNvSpPr>
            <p:nvPr/>
          </p:nvSpPr>
          <p:spPr bwMode="auto">
            <a:xfrm>
              <a:off x="5152073" y="1562926"/>
              <a:ext cx="144462" cy="144462"/>
            </a:xfrm>
            <a:prstGeom prst="ellipse">
              <a:avLst/>
            </a:prstGeom>
            <a:solidFill>
              <a:srgbClr val="FF0000"/>
            </a:solidFill>
            <a:ln w="25400">
              <a:solidFill>
                <a:srgbClr val="FF0000"/>
              </a:solidFill>
              <a:round/>
              <a:headEnd/>
              <a:tailEnd/>
            </a:ln>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1760" name="Oval 87"/>
            <p:cNvSpPr>
              <a:spLocks noChangeArrowheads="1"/>
            </p:cNvSpPr>
            <p:nvPr/>
          </p:nvSpPr>
          <p:spPr bwMode="auto">
            <a:xfrm>
              <a:off x="1723073" y="1569276"/>
              <a:ext cx="144462" cy="144462"/>
            </a:xfrm>
            <a:prstGeom prst="ellipse">
              <a:avLst/>
            </a:prstGeom>
            <a:solidFill>
              <a:srgbClr val="FF0000"/>
            </a:solidFill>
            <a:ln w="25400">
              <a:solidFill>
                <a:srgbClr val="FF0000"/>
              </a:solidFill>
              <a:round/>
              <a:headEnd/>
              <a:tailEnd/>
            </a:ln>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31762" name="Group 94"/>
            <p:cNvGrpSpPr>
              <a:grpSpLocks/>
            </p:cNvGrpSpPr>
            <p:nvPr/>
          </p:nvGrpSpPr>
          <p:grpSpPr bwMode="auto">
            <a:xfrm>
              <a:off x="2332673" y="1415288"/>
              <a:ext cx="419100" cy="427038"/>
              <a:chOff x="2214" y="9158"/>
              <a:chExt cx="1080" cy="360"/>
            </a:xfrm>
          </p:grpSpPr>
          <p:grpSp>
            <p:nvGrpSpPr>
              <p:cNvPr id="31834" name="Group 95"/>
              <p:cNvGrpSpPr>
                <a:grpSpLocks/>
              </p:cNvGrpSpPr>
              <p:nvPr/>
            </p:nvGrpSpPr>
            <p:grpSpPr bwMode="auto">
              <a:xfrm>
                <a:off x="2574" y="9158"/>
                <a:ext cx="360" cy="360"/>
                <a:chOff x="2214" y="9158"/>
                <a:chExt cx="360" cy="360"/>
              </a:xfrm>
            </p:grpSpPr>
            <p:sp>
              <p:nvSpPr>
                <p:cNvPr id="31843" name="Line 9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4" name="Line 9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5" name="Line 9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35" name="Group 99"/>
              <p:cNvGrpSpPr>
                <a:grpSpLocks/>
              </p:cNvGrpSpPr>
              <p:nvPr/>
            </p:nvGrpSpPr>
            <p:grpSpPr bwMode="auto">
              <a:xfrm>
                <a:off x="2934" y="9158"/>
                <a:ext cx="360" cy="360"/>
                <a:chOff x="2214" y="9158"/>
                <a:chExt cx="360" cy="360"/>
              </a:xfrm>
            </p:grpSpPr>
            <p:sp>
              <p:nvSpPr>
                <p:cNvPr id="31840" name="Line 10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1" name="Line 10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2" name="Line 10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36" name="Group 103"/>
              <p:cNvGrpSpPr>
                <a:grpSpLocks/>
              </p:cNvGrpSpPr>
              <p:nvPr/>
            </p:nvGrpSpPr>
            <p:grpSpPr bwMode="auto">
              <a:xfrm>
                <a:off x="2214" y="9158"/>
                <a:ext cx="360" cy="360"/>
                <a:chOff x="2214" y="9158"/>
                <a:chExt cx="360" cy="360"/>
              </a:xfrm>
            </p:grpSpPr>
            <p:sp>
              <p:nvSpPr>
                <p:cNvPr id="31837" name="Line 10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8" name="Line 10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9" name="Line 10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grpSp>
          <p:nvGrpSpPr>
            <p:cNvPr id="31763" name="Group 107"/>
            <p:cNvGrpSpPr>
              <a:grpSpLocks/>
            </p:cNvGrpSpPr>
            <p:nvPr/>
          </p:nvGrpSpPr>
          <p:grpSpPr bwMode="auto">
            <a:xfrm>
              <a:off x="3297873" y="1415288"/>
              <a:ext cx="419100" cy="427038"/>
              <a:chOff x="2214" y="9158"/>
              <a:chExt cx="1080" cy="360"/>
            </a:xfrm>
          </p:grpSpPr>
          <p:grpSp>
            <p:nvGrpSpPr>
              <p:cNvPr id="31822" name="Group 108"/>
              <p:cNvGrpSpPr>
                <a:grpSpLocks/>
              </p:cNvGrpSpPr>
              <p:nvPr/>
            </p:nvGrpSpPr>
            <p:grpSpPr bwMode="auto">
              <a:xfrm>
                <a:off x="2574" y="9158"/>
                <a:ext cx="360" cy="360"/>
                <a:chOff x="2214" y="9158"/>
                <a:chExt cx="360" cy="360"/>
              </a:xfrm>
            </p:grpSpPr>
            <p:sp>
              <p:nvSpPr>
                <p:cNvPr id="31831" name="Line 10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2" name="Line 11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3" name="Line 11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23" name="Group 112"/>
              <p:cNvGrpSpPr>
                <a:grpSpLocks/>
              </p:cNvGrpSpPr>
              <p:nvPr/>
            </p:nvGrpSpPr>
            <p:grpSpPr bwMode="auto">
              <a:xfrm>
                <a:off x="2934" y="9158"/>
                <a:ext cx="360" cy="360"/>
                <a:chOff x="2214" y="9158"/>
                <a:chExt cx="360" cy="360"/>
              </a:xfrm>
            </p:grpSpPr>
            <p:sp>
              <p:nvSpPr>
                <p:cNvPr id="31828" name="Line 11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9" name="Line 11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0" name="Line 11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24" name="Group 116"/>
              <p:cNvGrpSpPr>
                <a:grpSpLocks/>
              </p:cNvGrpSpPr>
              <p:nvPr/>
            </p:nvGrpSpPr>
            <p:grpSpPr bwMode="auto">
              <a:xfrm>
                <a:off x="2214" y="9158"/>
                <a:ext cx="360" cy="360"/>
                <a:chOff x="2214" y="9158"/>
                <a:chExt cx="360" cy="360"/>
              </a:xfrm>
            </p:grpSpPr>
            <p:sp>
              <p:nvSpPr>
                <p:cNvPr id="31825" name="Line 11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6" name="Line 11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7" name="Line 11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grpSp>
          <p:nvGrpSpPr>
            <p:cNvPr id="31764" name="Group 120"/>
            <p:cNvGrpSpPr>
              <a:grpSpLocks/>
            </p:cNvGrpSpPr>
            <p:nvPr/>
          </p:nvGrpSpPr>
          <p:grpSpPr bwMode="auto">
            <a:xfrm>
              <a:off x="4263073" y="1415288"/>
              <a:ext cx="419100" cy="427038"/>
              <a:chOff x="2214" y="9158"/>
              <a:chExt cx="1080" cy="360"/>
            </a:xfrm>
          </p:grpSpPr>
          <p:grpSp>
            <p:nvGrpSpPr>
              <p:cNvPr id="31810" name="Group 121"/>
              <p:cNvGrpSpPr>
                <a:grpSpLocks/>
              </p:cNvGrpSpPr>
              <p:nvPr/>
            </p:nvGrpSpPr>
            <p:grpSpPr bwMode="auto">
              <a:xfrm>
                <a:off x="2574" y="9158"/>
                <a:ext cx="360" cy="360"/>
                <a:chOff x="2214" y="9158"/>
                <a:chExt cx="360" cy="360"/>
              </a:xfrm>
            </p:grpSpPr>
            <p:sp>
              <p:nvSpPr>
                <p:cNvPr id="31819" name="Line 12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0" name="Line 12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1" name="Line 12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11" name="Group 125"/>
              <p:cNvGrpSpPr>
                <a:grpSpLocks/>
              </p:cNvGrpSpPr>
              <p:nvPr/>
            </p:nvGrpSpPr>
            <p:grpSpPr bwMode="auto">
              <a:xfrm>
                <a:off x="2934" y="9158"/>
                <a:ext cx="360" cy="360"/>
                <a:chOff x="2214" y="9158"/>
                <a:chExt cx="360" cy="360"/>
              </a:xfrm>
            </p:grpSpPr>
            <p:sp>
              <p:nvSpPr>
                <p:cNvPr id="31816" name="Line 12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7" name="Line 12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8" name="Line 12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12" name="Group 129"/>
              <p:cNvGrpSpPr>
                <a:grpSpLocks/>
              </p:cNvGrpSpPr>
              <p:nvPr/>
            </p:nvGrpSpPr>
            <p:grpSpPr bwMode="auto">
              <a:xfrm>
                <a:off x="2214" y="9158"/>
                <a:ext cx="360" cy="360"/>
                <a:chOff x="2214" y="9158"/>
                <a:chExt cx="360" cy="360"/>
              </a:xfrm>
            </p:grpSpPr>
            <p:sp>
              <p:nvSpPr>
                <p:cNvPr id="31813" name="Line 1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4" name="Line 1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5" name="Line 1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grpSp>
      <p:sp>
        <p:nvSpPr>
          <p:cNvPr id="3" name="Forma libre 2"/>
          <p:cNvSpPr/>
          <p:nvPr/>
        </p:nvSpPr>
        <p:spPr bwMode="auto">
          <a:xfrm>
            <a:off x="1996751" y="1963189"/>
            <a:ext cx="3060441" cy="0"/>
          </a:xfrm>
          <a:custGeom>
            <a:avLst/>
            <a:gdLst>
              <a:gd name="connsiteX0" fmla="*/ 0 w 3060441"/>
              <a:gd name="connsiteY0" fmla="*/ 27992 h 27992"/>
              <a:gd name="connsiteX1" fmla="*/ 3060441 w 3060441"/>
              <a:gd name="connsiteY1" fmla="*/ 0 h 27992"/>
            </a:gdLst>
            <a:ahLst/>
            <a:cxnLst>
              <a:cxn ang="0">
                <a:pos x="connsiteX0" y="connsiteY0"/>
              </a:cxn>
              <a:cxn ang="0">
                <a:pos x="connsiteX1" y="connsiteY1"/>
              </a:cxn>
            </a:cxnLst>
            <a:rect l="l" t="t" r="r" b="b"/>
            <a:pathLst>
              <a:path w="3060441" h="27992">
                <a:moveTo>
                  <a:pt x="0" y="27992"/>
                </a:moveTo>
                <a:lnTo>
                  <a:pt x="3060441" y="0"/>
                </a:lnTo>
              </a:path>
            </a:pathLst>
          </a:custGeom>
          <a:noFill/>
          <a:ln w="25400" cap="flat" cmpd="sng" algn="ctr">
            <a:solidFill>
              <a:schemeClr val="tx1"/>
            </a:solidFill>
            <a:prstDash val="dash"/>
            <a:round/>
            <a:headEnd type="none" w="med" len="med"/>
            <a:tailEnd type="triangl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6" name="Forma libre 5"/>
          <p:cNvSpPr/>
          <p:nvPr/>
        </p:nvSpPr>
        <p:spPr bwMode="auto">
          <a:xfrm>
            <a:off x="1978090" y="2010405"/>
            <a:ext cx="3069771" cy="643812"/>
          </a:xfrm>
          <a:custGeom>
            <a:avLst/>
            <a:gdLst>
              <a:gd name="connsiteX0" fmla="*/ 0 w 3069771"/>
              <a:gd name="connsiteY0" fmla="*/ 0 h 643812"/>
              <a:gd name="connsiteX1" fmla="*/ 0 w 3069771"/>
              <a:gd name="connsiteY1" fmla="*/ 643812 h 643812"/>
              <a:gd name="connsiteX2" fmla="*/ 3069771 w 3069771"/>
              <a:gd name="connsiteY2" fmla="*/ 634481 h 643812"/>
              <a:gd name="connsiteX3" fmla="*/ 3069771 w 3069771"/>
              <a:gd name="connsiteY3" fmla="*/ 9330 h 643812"/>
            </a:gdLst>
            <a:ahLst/>
            <a:cxnLst>
              <a:cxn ang="0">
                <a:pos x="connsiteX0" y="connsiteY0"/>
              </a:cxn>
              <a:cxn ang="0">
                <a:pos x="connsiteX1" y="connsiteY1"/>
              </a:cxn>
              <a:cxn ang="0">
                <a:pos x="connsiteX2" y="connsiteY2"/>
              </a:cxn>
              <a:cxn ang="0">
                <a:pos x="connsiteX3" y="connsiteY3"/>
              </a:cxn>
            </a:cxnLst>
            <a:rect l="l" t="t" r="r" b="b"/>
            <a:pathLst>
              <a:path w="3069771" h="643812">
                <a:moveTo>
                  <a:pt x="0" y="0"/>
                </a:moveTo>
                <a:lnTo>
                  <a:pt x="0" y="643812"/>
                </a:lnTo>
                <a:lnTo>
                  <a:pt x="3069771" y="634481"/>
                </a:lnTo>
                <a:lnTo>
                  <a:pt x="3069771" y="9330"/>
                </a:lnTo>
              </a:path>
            </a:pathLst>
          </a:custGeom>
          <a:noFill/>
          <a:ln w="25400" cap="flat" cmpd="sng" algn="ctr">
            <a:solidFill>
              <a:schemeClr val="tx1"/>
            </a:solidFill>
            <a:prstDash val="dash"/>
            <a:round/>
            <a:headEnd type="none" w="med" len="med"/>
            <a:tailEnd type="triangl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103" name="Text Box 32"/>
          <p:cNvSpPr txBox="1">
            <a:spLocks noChangeArrowheads="1"/>
          </p:cNvSpPr>
          <p:nvPr/>
        </p:nvSpPr>
        <p:spPr bwMode="auto">
          <a:xfrm>
            <a:off x="7332917" y="4675866"/>
            <a:ext cx="3206750"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(ocurre así en general no solo en </a:t>
            </a:r>
            <a:r>
              <a:rPr lang="es-ES" sz="2400" dirty="0" err="1">
                <a:solidFill>
                  <a:srgbClr val="FF0000"/>
                </a:solidFill>
                <a:latin typeface="Arial" panose="020B0604020202020204" pitchFamily="34" charset="0"/>
              </a:rPr>
              <a:t>cc</a:t>
            </a:r>
            <a:r>
              <a:rPr lang="es-ES" sz="2400" dirty="0">
                <a:solidFill>
                  <a:srgbClr val="FF0000"/>
                </a:solidFill>
                <a:latin typeface="Arial" panose="020B0604020202020204" pitchFamily="34" charset="0"/>
              </a:rPr>
              <a:t>)</a:t>
            </a:r>
          </a:p>
        </p:txBody>
      </p:sp>
      <p:sp>
        <p:nvSpPr>
          <p:cNvPr id="106" name="Oval 87"/>
          <p:cNvSpPr>
            <a:spLocks noChangeArrowheads="1"/>
          </p:cNvSpPr>
          <p:nvPr/>
        </p:nvSpPr>
        <p:spPr bwMode="auto">
          <a:xfrm>
            <a:off x="1912615" y="1889868"/>
            <a:ext cx="144462" cy="144462"/>
          </a:xfrm>
          <a:prstGeom prst="ellipse">
            <a:avLst/>
          </a:prstGeom>
          <a:solidFill>
            <a:schemeClr val="tx1"/>
          </a:solidFill>
          <a:ln w="25400">
            <a:solidFill>
              <a:schemeClr val="tx1"/>
            </a:solidFill>
            <a:round/>
            <a:headEnd/>
            <a:tailEnd/>
          </a:ln>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Tree>
    <p:extLst>
      <p:ext uri="{BB962C8B-B14F-4D97-AF65-F5344CB8AC3E}">
        <p14:creationId xmlns:p14="http://schemas.microsoft.com/office/powerpoint/2010/main" val="60615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4" fill="hold" nodeType="clickEffect">
                                  <p:stCondLst>
                                    <p:cond delay="0"/>
                                  </p:stCondLst>
                                  <p:childTnLst>
                                    <p:set>
                                      <p:cBhvr>
                                        <p:cTn id="11" dur="1" fill="hold">
                                          <p:stCondLst>
                                            <p:cond delay="0"/>
                                          </p:stCondLst>
                                        </p:cTn>
                                        <p:tgtEl>
                                          <p:spTgt spid="29814"/>
                                        </p:tgtEl>
                                        <p:attrNameLst>
                                          <p:attrName>style.visibility</p:attrName>
                                        </p:attrNameLst>
                                      </p:cBhvr>
                                      <p:to>
                                        <p:strVal val="visible"/>
                                      </p:to>
                                    </p:set>
                                    <p:anim calcmode="lin" valueType="num">
                                      <p:cBhvr>
                                        <p:cTn id="12" dur="500" fill="hold"/>
                                        <p:tgtEl>
                                          <p:spTgt spid="29814"/>
                                        </p:tgtEl>
                                        <p:attrNameLst>
                                          <p:attrName>ppt_x</p:attrName>
                                        </p:attrNameLst>
                                      </p:cBhvr>
                                      <p:tavLst>
                                        <p:tav tm="0">
                                          <p:val>
                                            <p:strVal val="#ppt_x"/>
                                          </p:val>
                                        </p:tav>
                                        <p:tav tm="100000">
                                          <p:val>
                                            <p:strVal val="#ppt_x"/>
                                          </p:val>
                                        </p:tav>
                                      </p:tavLst>
                                    </p:anim>
                                    <p:anim calcmode="lin" valueType="num">
                                      <p:cBhvr>
                                        <p:cTn id="13" dur="500" fill="hold"/>
                                        <p:tgtEl>
                                          <p:spTgt spid="29814"/>
                                        </p:tgtEl>
                                        <p:attrNameLst>
                                          <p:attrName>ppt_y</p:attrName>
                                        </p:attrNameLst>
                                      </p:cBhvr>
                                      <p:tavLst>
                                        <p:tav tm="0">
                                          <p:val>
                                            <p:strVal val="#ppt_y+#ppt_h/2"/>
                                          </p:val>
                                        </p:tav>
                                        <p:tav tm="100000">
                                          <p:val>
                                            <p:strVal val="#ppt_y"/>
                                          </p:val>
                                        </p:tav>
                                      </p:tavLst>
                                    </p:anim>
                                    <p:anim calcmode="lin" valueType="num">
                                      <p:cBhvr>
                                        <p:cTn id="14" dur="500" fill="hold"/>
                                        <p:tgtEl>
                                          <p:spTgt spid="29814"/>
                                        </p:tgtEl>
                                        <p:attrNameLst>
                                          <p:attrName>ppt_w</p:attrName>
                                        </p:attrNameLst>
                                      </p:cBhvr>
                                      <p:tavLst>
                                        <p:tav tm="0">
                                          <p:val>
                                            <p:strVal val="#ppt_w"/>
                                          </p:val>
                                        </p:tav>
                                        <p:tav tm="100000">
                                          <p:val>
                                            <p:strVal val="#ppt_w"/>
                                          </p:val>
                                        </p:tav>
                                      </p:tavLst>
                                    </p:anim>
                                    <p:anim calcmode="lin" valueType="num">
                                      <p:cBhvr>
                                        <p:cTn id="15" dur="500" fill="hold"/>
                                        <p:tgtEl>
                                          <p:spTgt spid="29814"/>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dissolve">
                                      <p:cBhvr>
                                        <p:cTn id="20" dur="500"/>
                                        <p:tgtEl>
                                          <p:spTgt spid="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1785"/>
                                        </p:tgtEl>
                                        <p:attrNameLst>
                                          <p:attrName>style.visibility</p:attrName>
                                        </p:attrNameLst>
                                      </p:cBhvr>
                                      <p:to>
                                        <p:strVal val="visible"/>
                                      </p:to>
                                    </p:set>
                                    <p:animEffect transition="in" filter="wipe(up)">
                                      <p:cBhvr>
                                        <p:cTn id="25" dur="500"/>
                                        <p:tgtEl>
                                          <p:spTgt spid="31785"/>
                                        </p:tgtEl>
                                      </p:cBhvr>
                                    </p:animEffect>
                                  </p:childTnLst>
                                </p:cTn>
                              </p:par>
                            </p:childTnLst>
                          </p:cTn>
                        </p:par>
                      </p:childTnLst>
                    </p:cTn>
                  </p:par>
                  <p:par>
                    <p:cTn id="26" fill="hold">
                      <p:stCondLst>
                        <p:cond delay="indefinite"/>
                      </p:stCondLst>
                      <p:childTnLst>
                        <p:par>
                          <p:cTn id="27" fill="hold" nodeType="afterGroup">
                            <p:stCondLst>
                              <p:cond delay="0"/>
                            </p:stCondLst>
                            <p:childTnLst>
                              <p:par>
                                <p:cTn id="28" presetID="23" presetClass="entr" presetSubtype="272" fill="hold" grpId="0" nodeType="clickEffect">
                                  <p:stCondLst>
                                    <p:cond delay="0"/>
                                  </p:stCondLst>
                                  <p:childTnLst>
                                    <p:set>
                                      <p:cBhvr>
                                        <p:cTn id="29" dur="1" fill="hold">
                                          <p:stCondLst>
                                            <p:cond delay="0"/>
                                          </p:stCondLst>
                                        </p:cTn>
                                        <p:tgtEl>
                                          <p:spTgt spid="106"/>
                                        </p:tgtEl>
                                        <p:attrNameLst>
                                          <p:attrName>style.visibility</p:attrName>
                                        </p:attrNameLst>
                                      </p:cBhvr>
                                      <p:to>
                                        <p:strVal val="visible"/>
                                      </p:to>
                                    </p:set>
                                    <p:anim calcmode="lin" valueType="num">
                                      <p:cBhvr>
                                        <p:cTn id="30" dur="500" fill="hold"/>
                                        <p:tgtEl>
                                          <p:spTgt spid="106"/>
                                        </p:tgtEl>
                                        <p:attrNameLst>
                                          <p:attrName>ppt_w</p:attrName>
                                        </p:attrNameLst>
                                      </p:cBhvr>
                                      <p:tavLst>
                                        <p:tav tm="0">
                                          <p:val>
                                            <p:strVal val="2/3*#ppt_w"/>
                                          </p:val>
                                        </p:tav>
                                        <p:tav tm="100000">
                                          <p:val>
                                            <p:strVal val="#ppt_w"/>
                                          </p:val>
                                        </p:tav>
                                      </p:tavLst>
                                    </p:anim>
                                    <p:anim calcmode="lin" valueType="num">
                                      <p:cBhvr>
                                        <p:cTn id="31" dur="500" fill="hold"/>
                                        <p:tgtEl>
                                          <p:spTgt spid="106"/>
                                        </p:tgtEl>
                                        <p:attrNameLst>
                                          <p:attrName>ppt_h</p:attrName>
                                        </p:attrNameLst>
                                      </p:cBhvr>
                                      <p:tavLst>
                                        <p:tav tm="0">
                                          <p:val>
                                            <p:strVal val="2/3*#ppt_h"/>
                                          </p:val>
                                        </p:tav>
                                        <p:tav tm="100000">
                                          <p:val>
                                            <p:strVal val="#ppt_h"/>
                                          </p:val>
                                        </p:tav>
                                      </p:tavLst>
                                    </p:anim>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wipe(up)">
                                      <p:cBhvr>
                                        <p:cTn id="44" dur="500"/>
                                        <p:tgtEl>
                                          <p:spTgt spid="121"/>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5" fill="hold" grpId="0" nodeType="clickEffect">
                                  <p:stCondLst>
                                    <p:cond delay="0"/>
                                  </p:stCondLst>
                                  <p:childTnLst>
                                    <p:set>
                                      <p:cBhvr>
                                        <p:cTn id="48" dur="1" fill="hold">
                                          <p:stCondLst>
                                            <p:cond delay="0"/>
                                          </p:stCondLst>
                                        </p:cTn>
                                        <p:tgtEl>
                                          <p:spTgt spid="31782"/>
                                        </p:tgtEl>
                                        <p:attrNameLst>
                                          <p:attrName>style.visibility</p:attrName>
                                        </p:attrNameLst>
                                      </p:cBhvr>
                                      <p:to>
                                        <p:strVal val="visible"/>
                                      </p:to>
                                    </p:set>
                                    <p:animEffect transition="in" filter="blinds(vertical)">
                                      <p:cBhvr>
                                        <p:cTn id="49" dur="500"/>
                                        <p:tgtEl>
                                          <p:spTgt spid="3178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488589"/>
                                        </p:tgtEl>
                                        <p:attrNameLst>
                                          <p:attrName>style.visibility</p:attrName>
                                        </p:attrNameLst>
                                      </p:cBhvr>
                                      <p:to>
                                        <p:strVal val="visible"/>
                                      </p:to>
                                    </p:set>
                                    <p:animEffect transition="in" filter="wipe(up)">
                                      <p:cBhvr>
                                        <p:cTn id="54" dur="500"/>
                                        <p:tgtEl>
                                          <p:spTgt spid="488589"/>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19"/>
                                        </p:tgtEl>
                                        <p:attrNameLst>
                                          <p:attrName>style.visibility</p:attrName>
                                        </p:attrNameLst>
                                      </p:cBhvr>
                                      <p:to>
                                        <p:strVal val="visible"/>
                                      </p:to>
                                    </p:set>
                                    <p:animEffect transition="in" filter="wipe(left)">
                                      <p:cBhvr>
                                        <p:cTn id="59" dur="500"/>
                                        <p:tgtEl>
                                          <p:spTgt spid="119"/>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29801"/>
                                        </p:tgtEl>
                                        <p:attrNameLst>
                                          <p:attrName>style.visibility</p:attrName>
                                        </p:attrNameLst>
                                      </p:cBhvr>
                                      <p:to>
                                        <p:strVal val="visible"/>
                                      </p:to>
                                    </p:set>
                                    <p:animEffect transition="in" filter="wipe(up)">
                                      <p:cBhvr>
                                        <p:cTn id="63" dur="500"/>
                                        <p:tgtEl>
                                          <p:spTgt spid="2980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29815"/>
                                        </p:tgtEl>
                                        <p:attrNameLst>
                                          <p:attrName>style.visibility</p:attrName>
                                        </p:attrNameLst>
                                      </p:cBhvr>
                                      <p:to>
                                        <p:strVal val="visible"/>
                                      </p:to>
                                    </p:set>
                                    <p:animEffect transition="in" filter="wipe(up)">
                                      <p:cBhvr>
                                        <p:cTn id="68" dur="500"/>
                                        <p:tgtEl>
                                          <p:spTgt spid="2981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31847"/>
                                        </p:tgtEl>
                                        <p:attrNameLst>
                                          <p:attrName>style.visibility</p:attrName>
                                        </p:attrNameLst>
                                      </p:cBhvr>
                                      <p:to>
                                        <p:strVal val="visible"/>
                                      </p:to>
                                    </p:set>
                                    <p:animEffect transition="in" filter="wipe(up)">
                                      <p:cBhvr>
                                        <p:cTn id="73" dur="500"/>
                                        <p:tgtEl>
                                          <p:spTgt spid="31847"/>
                                        </p:tgtEl>
                                      </p:cBhvr>
                                    </p:animEffect>
                                  </p:childTnLst>
                                </p:cTn>
                              </p:par>
                            </p:childTnLst>
                          </p:cTn>
                        </p:par>
                        <p:par>
                          <p:cTn id="74" fill="hold">
                            <p:stCondLst>
                              <p:cond delay="500"/>
                            </p:stCondLst>
                            <p:childTnLst>
                              <p:par>
                                <p:cTn id="75" presetID="3" presetClass="entr" presetSubtype="5" fill="hold" grpId="0" nodeType="afterEffect">
                                  <p:stCondLst>
                                    <p:cond delay="0"/>
                                  </p:stCondLst>
                                  <p:childTnLst>
                                    <p:set>
                                      <p:cBhvr>
                                        <p:cTn id="76" dur="1" fill="hold">
                                          <p:stCondLst>
                                            <p:cond delay="0"/>
                                          </p:stCondLst>
                                        </p:cTn>
                                        <p:tgtEl>
                                          <p:spTgt spid="31846"/>
                                        </p:tgtEl>
                                        <p:attrNameLst>
                                          <p:attrName>style.visibility</p:attrName>
                                        </p:attrNameLst>
                                      </p:cBhvr>
                                      <p:to>
                                        <p:strVal val="visible"/>
                                      </p:to>
                                    </p:set>
                                    <p:animEffect transition="in" filter="blinds(vertical)">
                                      <p:cBhvr>
                                        <p:cTn id="77" dur="500"/>
                                        <p:tgtEl>
                                          <p:spTgt spid="31846"/>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1" fill="hold" grpId="0" nodeType="clickEffect">
                                  <p:stCondLst>
                                    <p:cond delay="0"/>
                                  </p:stCondLst>
                                  <p:childTnLst>
                                    <p:set>
                                      <p:cBhvr>
                                        <p:cTn id="81" dur="1" fill="hold">
                                          <p:stCondLst>
                                            <p:cond delay="0"/>
                                          </p:stCondLst>
                                        </p:cTn>
                                        <p:tgtEl>
                                          <p:spTgt spid="103"/>
                                        </p:tgtEl>
                                        <p:attrNameLst>
                                          <p:attrName>style.visibility</p:attrName>
                                        </p:attrNameLst>
                                      </p:cBhvr>
                                      <p:to>
                                        <p:strVal val="visible"/>
                                      </p:to>
                                    </p:set>
                                    <p:anim calcmode="lin" valueType="num">
                                      <p:cBhvr additive="base">
                                        <p:cTn id="82" dur="500"/>
                                        <p:tgtEl>
                                          <p:spTgt spid="103"/>
                                        </p:tgtEl>
                                        <p:attrNameLst>
                                          <p:attrName>ppt_y</p:attrName>
                                        </p:attrNameLst>
                                      </p:cBhvr>
                                      <p:tavLst>
                                        <p:tav tm="0">
                                          <p:val>
                                            <p:strVal val="#ppt_y-#ppt_h*1.125000"/>
                                          </p:val>
                                        </p:tav>
                                        <p:tav tm="100000">
                                          <p:val>
                                            <p:strVal val="#ppt_y"/>
                                          </p:val>
                                        </p:tav>
                                      </p:tavLst>
                                    </p:anim>
                                    <p:animEffect transition="in" filter="wipe(down)">
                                      <p:cBhvr>
                                        <p:cTn id="83" dur="500"/>
                                        <p:tgtEl>
                                          <p:spTgt spid="10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4"/>
                                        </p:tgtEl>
                                        <p:attrNameLst>
                                          <p:attrName>style.visibility</p:attrName>
                                        </p:attrNameLst>
                                      </p:cBhvr>
                                      <p:to>
                                        <p:strVal val="visible"/>
                                      </p:to>
                                    </p:set>
                                    <p:animEffect transition="in" filter="wipe(up)">
                                      <p:cBhvr>
                                        <p:cTn id="88" dur="500"/>
                                        <p:tgtEl>
                                          <p:spTgt spid="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2" fill="hold" nodeType="clickEffect">
                                  <p:stCondLst>
                                    <p:cond delay="0"/>
                                  </p:stCondLst>
                                  <p:childTnLst>
                                    <p:set>
                                      <p:cBhvr>
                                        <p:cTn id="92" dur="1" fill="hold">
                                          <p:stCondLst>
                                            <p:cond delay="0"/>
                                          </p:stCondLst>
                                        </p:cTn>
                                        <p:tgtEl>
                                          <p:spTgt spid="5"/>
                                        </p:tgtEl>
                                        <p:attrNameLst>
                                          <p:attrName>style.visibility</p:attrName>
                                        </p:attrNameLst>
                                      </p:cBhvr>
                                      <p:to>
                                        <p:strVal val="visible"/>
                                      </p:to>
                                    </p:set>
                                    <p:animEffect transition="in" filter="wipe(right)">
                                      <p:cBhvr>
                                        <p:cTn id="9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6" grpId="0" animBg="1"/>
      <p:bldP spid="31847" grpId="0" animBg="1"/>
      <p:bldP spid="29801" grpId="0"/>
      <p:bldP spid="488589" grpId="0" animBg="1"/>
      <p:bldP spid="31785" grpId="0" animBg="1"/>
      <p:bldP spid="31782" grpId="0" animBg="1"/>
      <p:bldP spid="119" grpId="0" animBg="1"/>
      <p:bldP spid="121" grpId="0" animBg="1"/>
      <p:bldP spid="3" grpId="0" animBg="1"/>
      <p:bldP spid="6" grpId="0" animBg="1"/>
      <p:bldP spid="103" grpId="0"/>
      <p:bldP spid="10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814" name="Group 118"/>
          <p:cNvGrpSpPr>
            <a:grpSpLocks/>
          </p:cNvGrpSpPr>
          <p:nvPr/>
        </p:nvGrpSpPr>
        <p:grpSpPr bwMode="auto">
          <a:xfrm>
            <a:off x="1780223" y="1658835"/>
            <a:ext cx="3441700" cy="1358900"/>
            <a:chOff x="1179" y="1210"/>
            <a:chExt cx="2168" cy="856"/>
          </a:xfrm>
        </p:grpSpPr>
        <p:grpSp>
          <p:nvGrpSpPr>
            <p:cNvPr id="31855" name="Group 11"/>
            <p:cNvGrpSpPr>
              <a:grpSpLocks/>
            </p:cNvGrpSpPr>
            <p:nvPr/>
          </p:nvGrpSpPr>
          <p:grpSpPr bwMode="auto">
            <a:xfrm>
              <a:off x="2234" y="1762"/>
              <a:ext cx="37" cy="304"/>
              <a:chOff x="5153" y="6274"/>
              <a:chExt cx="63" cy="360"/>
            </a:xfrm>
          </p:grpSpPr>
          <p:sp>
            <p:nvSpPr>
              <p:cNvPr id="31861" name="Line 12"/>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1862" name="Line 13"/>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31856" name="Line 14"/>
            <p:cNvSpPr>
              <a:spLocks noChangeShapeType="1"/>
            </p:cNvSpPr>
            <p:nvPr/>
          </p:nvSpPr>
          <p:spPr bwMode="auto">
            <a:xfrm flipH="1">
              <a:off x="2287" y="1892"/>
              <a:ext cx="106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57" name="Text Box 15"/>
            <p:cNvSpPr txBox="1">
              <a:spLocks noChangeArrowheads="1"/>
            </p:cNvSpPr>
            <p:nvPr/>
          </p:nvSpPr>
          <p:spPr bwMode="auto">
            <a:xfrm>
              <a:off x="2005" y="1542"/>
              <a:ext cx="2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31858" name="Line 22"/>
            <p:cNvSpPr>
              <a:spLocks noChangeShapeType="1"/>
            </p:cNvSpPr>
            <p:nvPr/>
          </p:nvSpPr>
          <p:spPr bwMode="auto">
            <a:xfrm flipH="1" flipV="1">
              <a:off x="1184" y="1901"/>
              <a:ext cx="1032"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59" name="Line 62"/>
            <p:cNvSpPr>
              <a:spLocks noChangeAspect="1" noChangeShapeType="1"/>
            </p:cNvSpPr>
            <p:nvPr/>
          </p:nvSpPr>
          <p:spPr bwMode="auto">
            <a:xfrm rot="16200000" flipH="1">
              <a:off x="840" y="1556"/>
              <a:ext cx="680" cy="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60" name="Line 63"/>
            <p:cNvSpPr>
              <a:spLocks noChangeAspect="1" noChangeShapeType="1"/>
            </p:cNvSpPr>
            <p:nvPr/>
          </p:nvSpPr>
          <p:spPr bwMode="auto">
            <a:xfrm rot="16200000" flipH="1">
              <a:off x="3006" y="1549"/>
              <a:ext cx="680" cy="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31748" name="Line 19"/>
          <p:cNvSpPr>
            <a:spLocks noChangeShapeType="1"/>
          </p:cNvSpPr>
          <p:nvPr/>
        </p:nvSpPr>
        <p:spPr bwMode="auto">
          <a:xfrm flipH="1">
            <a:off x="1784985" y="1673123"/>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49" name="Text Box 20"/>
          <p:cNvSpPr txBox="1">
            <a:spLocks noChangeArrowheads="1"/>
          </p:cNvSpPr>
          <p:nvPr/>
        </p:nvSpPr>
        <p:spPr bwMode="auto">
          <a:xfrm>
            <a:off x="2296160" y="904773"/>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1</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1750" name="Line 21"/>
          <p:cNvSpPr>
            <a:spLocks noChangeShapeType="1"/>
          </p:cNvSpPr>
          <p:nvPr/>
        </p:nvSpPr>
        <p:spPr bwMode="auto">
          <a:xfrm flipH="1">
            <a:off x="2767648" y="1669948"/>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52" name="Text Box 30"/>
          <p:cNvSpPr txBox="1">
            <a:spLocks noChangeArrowheads="1"/>
          </p:cNvSpPr>
          <p:nvPr/>
        </p:nvSpPr>
        <p:spPr bwMode="auto">
          <a:xfrm>
            <a:off x="6863397" y="1892363"/>
            <a:ext cx="1212850" cy="590550"/>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p>
        </p:txBody>
      </p:sp>
      <p:sp>
        <p:nvSpPr>
          <p:cNvPr id="31846" name="Text Box 24"/>
          <p:cNvSpPr txBox="1">
            <a:spLocks noChangeArrowheads="1"/>
          </p:cNvSpPr>
          <p:nvPr/>
        </p:nvSpPr>
        <p:spPr bwMode="auto">
          <a:xfrm>
            <a:off x="6868953" y="1095360"/>
            <a:ext cx="2273301" cy="592138"/>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a:solidFill>
                  <a:srgbClr val="FFFFFF"/>
                </a:solidFill>
                <a:latin typeface="Comic Sans MS" panose="030F0702030302020204" pitchFamily="66" charset="0"/>
              </a:rPr>
              <a:t>I</a:t>
            </a:r>
            <a:r>
              <a:rPr lang="es-ES" sz="2400">
                <a:solidFill>
                  <a:srgbClr val="FFFFFF"/>
                </a:solidFill>
                <a:latin typeface="Comic Sans MS" panose="030F0702030302020204" pitchFamily="66" charset="0"/>
              </a:rPr>
              <a:t> = </a:t>
            </a:r>
            <a:r>
              <a:rPr lang="es-ES" sz="2800">
                <a:solidFill>
                  <a:srgbClr val="FFFFFF"/>
                </a:solidFill>
                <a:latin typeface="Comic Sans MS" panose="030F0702030302020204" pitchFamily="66" charset="0"/>
              </a:rPr>
              <a:t>I</a:t>
            </a:r>
            <a:r>
              <a:rPr lang="es-ES" sz="2400" baseline="-25000">
                <a:solidFill>
                  <a:srgbClr val="FFFFFF"/>
                </a:solidFill>
                <a:latin typeface="Comic Sans MS" panose="030F0702030302020204" pitchFamily="66" charset="0"/>
              </a:rPr>
              <a:t>1</a:t>
            </a:r>
            <a:r>
              <a:rPr lang="es-ES" sz="2400">
                <a:solidFill>
                  <a:srgbClr val="FFFFFF"/>
                </a:solidFill>
                <a:latin typeface="Comic Sans MS" panose="030F0702030302020204" pitchFamily="66" charset="0"/>
              </a:rPr>
              <a:t> = </a:t>
            </a:r>
            <a:r>
              <a:rPr lang="es-ES" sz="2800">
                <a:solidFill>
                  <a:srgbClr val="FFFFFF"/>
                </a:solidFill>
                <a:latin typeface="Comic Sans MS" panose="030F0702030302020204" pitchFamily="66" charset="0"/>
              </a:rPr>
              <a:t>I</a:t>
            </a:r>
            <a:r>
              <a:rPr lang="es-ES" sz="2400" baseline="-25000">
                <a:solidFill>
                  <a:srgbClr val="FFFFFF"/>
                </a:solidFill>
                <a:latin typeface="Comic Sans MS" panose="030F0702030302020204" pitchFamily="66" charset="0"/>
              </a:rPr>
              <a:t>2</a:t>
            </a:r>
            <a:r>
              <a:rPr lang="es-ES" sz="2400">
                <a:solidFill>
                  <a:srgbClr val="FFFFFF"/>
                </a:solidFill>
                <a:latin typeface="Comic Sans MS" panose="030F0702030302020204" pitchFamily="66" charset="0"/>
              </a:rPr>
              <a:t> = </a:t>
            </a:r>
            <a:r>
              <a:rPr lang="es-ES" sz="2800">
                <a:solidFill>
                  <a:srgbClr val="FFFFFF"/>
                </a:solidFill>
                <a:latin typeface="Comic Sans MS" panose="030F0702030302020204" pitchFamily="66" charset="0"/>
              </a:rPr>
              <a:t>I</a:t>
            </a:r>
            <a:r>
              <a:rPr lang="es-ES" sz="2400" baseline="-25000">
                <a:solidFill>
                  <a:srgbClr val="FFFFFF"/>
                </a:solidFill>
                <a:latin typeface="Comic Sans MS" panose="030F0702030302020204" pitchFamily="66" charset="0"/>
              </a:rPr>
              <a:t>3</a:t>
            </a:r>
            <a:endParaRPr lang="es-ES" sz="2400">
              <a:solidFill>
                <a:srgbClr val="FFFFFF"/>
              </a:solidFill>
              <a:latin typeface="Comic Sans MS" panose="030F0702030302020204" pitchFamily="66" charset="0"/>
              <a:sym typeface="Symbol" panose="05050102010706020507" pitchFamily="18" charset="2"/>
            </a:endParaRPr>
          </a:p>
        </p:txBody>
      </p:sp>
      <p:sp>
        <p:nvSpPr>
          <p:cNvPr id="31755" name="Text Box 47"/>
          <p:cNvSpPr txBox="1">
            <a:spLocks noChangeArrowheads="1"/>
          </p:cNvSpPr>
          <p:nvPr/>
        </p:nvSpPr>
        <p:spPr bwMode="auto">
          <a:xfrm>
            <a:off x="3235960" y="904773"/>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2</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1756" name="Line 48"/>
          <p:cNvSpPr>
            <a:spLocks noChangeShapeType="1"/>
          </p:cNvSpPr>
          <p:nvPr/>
        </p:nvSpPr>
        <p:spPr bwMode="auto">
          <a:xfrm flipH="1">
            <a:off x="3729673" y="1674710"/>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57" name="Line 60"/>
          <p:cNvSpPr>
            <a:spLocks noChangeShapeType="1"/>
          </p:cNvSpPr>
          <p:nvPr/>
        </p:nvSpPr>
        <p:spPr bwMode="auto">
          <a:xfrm flipH="1">
            <a:off x="4693285" y="1666773"/>
            <a:ext cx="5397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758" name="Text Box 61"/>
          <p:cNvSpPr txBox="1">
            <a:spLocks noChangeArrowheads="1"/>
          </p:cNvSpPr>
          <p:nvPr/>
        </p:nvSpPr>
        <p:spPr bwMode="auto">
          <a:xfrm>
            <a:off x="4218623" y="904773"/>
            <a:ext cx="503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3</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1759" name="Oval 86"/>
          <p:cNvSpPr>
            <a:spLocks noChangeArrowheads="1"/>
          </p:cNvSpPr>
          <p:nvPr/>
        </p:nvSpPr>
        <p:spPr bwMode="auto">
          <a:xfrm>
            <a:off x="5152073" y="1593748"/>
            <a:ext cx="144462" cy="144462"/>
          </a:xfrm>
          <a:prstGeom prst="ellipse">
            <a:avLst/>
          </a:prstGeom>
          <a:solidFill>
            <a:srgbClr val="FF0000"/>
          </a:solidFill>
          <a:ln w="25400">
            <a:solidFill>
              <a:srgbClr val="FF0000"/>
            </a:solidFill>
            <a:round/>
            <a:headEnd/>
            <a:tailEnd/>
          </a:ln>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1760" name="Oval 87"/>
          <p:cNvSpPr>
            <a:spLocks noChangeArrowheads="1"/>
          </p:cNvSpPr>
          <p:nvPr/>
        </p:nvSpPr>
        <p:spPr bwMode="auto">
          <a:xfrm>
            <a:off x="1723073" y="1600098"/>
            <a:ext cx="144462" cy="144462"/>
          </a:xfrm>
          <a:prstGeom prst="ellipse">
            <a:avLst/>
          </a:prstGeom>
          <a:solidFill>
            <a:srgbClr val="FF0000"/>
          </a:solidFill>
          <a:ln w="25400">
            <a:solidFill>
              <a:srgbClr val="FF0000"/>
            </a:solidFill>
            <a:round/>
            <a:headEnd/>
            <a:tailEnd/>
          </a:ln>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31762" name="Group 94"/>
          <p:cNvGrpSpPr>
            <a:grpSpLocks/>
          </p:cNvGrpSpPr>
          <p:nvPr/>
        </p:nvGrpSpPr>
        <p:grpSpPr bwMode="auto">
          <a:xfrm>
            <a:off x="2332673" y="1446110"/>
            <a:ext cx="419100" cy="427038"/>
            <a:chOff x="2214" y="9158"/>
            <a:chExt cx="1080" cy="360"/>
          </a:xfrm>
        </p:grpSpPr>
        <p:grpSp>
          <p:nvGrpSpPr>
            <p:cNvPr id="31834" name="Group 95"/>
            <p:cNvGrpSpPr>
              <a:grpSpLocks/>
            </p:cNvGrpSpPr>
            <p:nvPr/>
          </p:nvGrpSpPr>
          <p:grpSpPr bwMode="auto">
            <a:xfrm>
              <a:off x="2574" y="9158"/>
              <a:ext cx="360" cy="360"/>
              <a:chOff x="2214" y="9158"/>
              <a:chExt cx="360" cy="360"/>
            </a:xfrm>
          </p:grpSpPr>
          <p:sp>
            <p:nvSpPr>
              <p:cNvPr id="31843" name="Line 9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4" name="Line 9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5" name="Line 9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35" name="Group 99"/>
            <p:cNvGrpSpPr>
              <a:grpSpLocks/>
            </p:cNvGrpSpPr>
            <p:nvPr/>
          </p:nvGrpSpPr>
          <p:grpSpPr bwMode="auto">
            <a:xfrm>
              <a:off x="2934" y="9158"/>
              <a:ext cx="360" cy="360"/>
              <a:chOff x="2214" y="9158"/>
              <a:chExt cx="360" cy="360"/>
            </a:xfrm>
          </p:grpSpPr>
          <p:sp>
            <p:nvSpPr>
              <p:cNvPr id="31840" name="Line 10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1" name="Line 10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42" name="Line 10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36" name="Group 103"/>
            <p:cNvGrpSpPr>
              <a:grpSpLocks/>
            </p:cNvGrpSpPr>
            <p:nvPr/>
          </p:nvGrpSpPr>
          <p:grpSpPr bwMode="auto">
            <a:xfrm>
              <a:off x="2214" y="9158"/>
              <a:ext cx="360" cy="360"/>
              <a:chOff x="2214" y="9158"/>
              <a:chExt cx="360" cy="360"/>
            </a:xfrm>
          </p:grpSpPr>
          <p:sp>
            <p:nvSpPr>
              <p:cNvPr id="31837" name="Line 10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8" name="Line 10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9" name="Line 10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grpSp>
        <p:nvGrpSpPr>
          <p:cNvPr id="31763" name="Group 107"/>
          <p:cNvGrpSpPr>
            <a:grpSpLocks/>
          </p:cNvGrpSpPr>
          <p:nvPr/>
        </p:nvGrpSpPr>
        <p:grpSpPr bwMode="auto">
          <a:xfrm>
            <a:off x="3297873" y="1446110"/>
            <a:ext cx="419100" cy="427038"/>
            <a:chOff x="2214" y="9158"/>
            <a:chExt cx="1080" cy="360"/>
          </a:xfrm>
        </p:grpSpPr>
        <p:grpSp>
          <p:nvGrpSpPr>
            <p:cNvPr id="31822" name="Group 108"/>
            <p:cNvGrpSpPr>
              <a:grpSpLocks/>
            </p:cNvGrpSpPr>
            <p:nvPr/>
          </p:nvGrpSpPr>
          <p:grpSpPr bwMode="auto">
            <a:xfrm>
              <a:off x="2574" y="9158"/>
              <a:ext cx="360" cy="360"/>
              <a:chOff x="2214" y="9158"/>
              <a:chExt cx="360" cy="360"/>
            </a:xfrm>
          </p:grpSpPr>
          <p:sp>
            <p:nvSpPr>
              <p:cNvPr id="31831" name="Line 10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2" name="Line 11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3" name="Line 11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23" name="Group 112"/>
            <p:cNvGrpSpPr>
              <a:grpSpLocks/>
            </p:cNvGrpSpPr>
            <p:nvPr/>
          </p:nvGrpSpPr>
          <p:grpSpPr bwMode="auto">
            <a:xfrm>
              <a:off x="2934" y="9158"/>
              <a:ext cx="360" cy="360"/>
              <a:chOff x="2214" y="9158"/>
              <a:chExt cx="360" cy="360"/>
            </a:xfrm>
          </p:grpSpPr>
          <p:sp>
            <p:nvSpPr>
              <p:cNvPr id="31828" name="Line 11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9" name="Line 11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30" name="Line 11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24" name="Group 116"/>
            <p:cNvGrpSpPr>
              <a:grpSpLocks/>
            </p:cNvGrpSpPr>
            <p:nvPr/>
          </p:nvGrpSpPr>
          <p:grpSpPr bwMode="auto">
            <a:xfrm>
              <a:off x="2214" y="9158"/>
              <a:ext cx="360" cy="360"/>
              <a:chOff x="2214" y="9158"/>
              <a:chExt cx="360" cy="360"/>
            </a:xfrm>
          </p:grpSpPr>
          <p:sp>
            <p:nvSpPr>
              <p:cNvPr id="31825" name="Line 11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6" name="Line 11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7" name="Line 11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grpSp>
        <p:nvGrpSpPr>
          <p:cNvPr id="31764" name="Group 120"/>
          <p:cNvGrpSpPr>
            <a:grpSpLocks/>
          </p:cNvGrpSpPr>
          <p:nvPr/>
        </p:nvGrpSpPr>
        <p:grpSpPr bwMode="auto">
          <a:xfrm>
            <a:off x="4263073" y="1446110"/>
            <a:ext cx="419100" cy="427038"/>
            <a:chOff x="2214" y="9158"/>
            <a:chExt cx="1080" cy="360"/>
          </a:xfrm>
        </p:grpSpPr>
        <p:grpSp>
          <p:nvGrpSpPr>
            <p:cNvPr id="31810" name="Group 121"/>
            <p:cNvGrpSpPr>
              <a:grpSpLocks/>
            </p:cNvGrpSpPr>
            <p:nvPr/>
          </p:nvGrpSpPr>
          <p:grpSpPr bwMode="auto">
            <a:xfrm>
              <a:off x="2574" y="9158"/>
              <a:ext cx="360" cy="360"/>
              <a:chOff x="2214" y="9158"/>
              <a:chExt cx="360" cy="360"/>
            </a:xfrm>
          </p:grpSpPr>
          <p:sp>
            <p:nvSpPr>
              <p:cNvPr id="31819" name="Line 12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0" name="Line 12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21" name="Line 12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11" name="Group 125"/>
            <p:cNvGrpSpPr>
              <a:grpSpLocks/>
            </p:cNvGrpSpPr>
            <p:nvPr/>
          </p:nvGrpSpPr>
          <p:grpSpPr bwMode="auto">
            <a:xfrm>
              <a:off x="2934" y="9158"/>
              <a:ext cx="360" cy="360"/>
              <a:chOff x="2214" y="9158"/>
              <a:chExt cx="360" cy="360"/>
            </a:xfrm>
          </p:grpSpPr>
          <p:sp>
            <p:nvSpPr>
              <p:cNvPr id="31816" name="Line 12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7" name="Line 12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8" name="Line 12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31812" name="Group 129"/>
            <p:cNvGrpSpPr>
              <a:grpSpLocks/>
            </p:cNvGrpSpPr>
            <p:nvPr/>
          </p:nvGrpSpPr>
          <p:grpSpPr bwMode="auto">
            <a:xfrm>
              <a:off x="2214" y="9158"/>
              <a:ext cx="360" cy="360"/>
              <a:chOff x="2214" y="9158"/>
              <a:chExt cx="360" cy="360"/>
            </a:xfrm>
          </p:grpSpPr>
          <p:sp>
            <p:nvSpPr>
              <p:cNvPr id="31813" name="Line 1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4" name="Line 1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31815" name="Line 1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grpSp>
        <p:nvGrpSpPr>
          <p:cNvPr id="19" name="Group 177"/>
          <p:cNvGrpSpPr>
            <a:grpSpLocks/>
          </p:cNvGrpSpPr>
          <p:nvPr/>
        </p:nvGrpSpPr>
        <p:grpSpPr bwMode="auto">
          <a:xfrm>
            <a:off x="1389698" y="1090510"/>
            <a:ext cx="4173537" cy="1457325"/>
            <a:chOff x="933" y="1134"/>
            <a:chExt cx="2629" cy="918"/>
          </a:xfrm>
        </p:grpSpPr>
        <p:sp>
          <p:nvSpPr>
            <p:cNvPr id="31799" name="Line 134"/>
            <p:cNvSpPr>
              <a:spLocks noChangeShapeType="1"/>
            </p:cNvSpPr>
            <p:nvPr/>
          </p:nvSpPr>
          <p:spPr bwMode="auto">
            <a:xfrm rot="5400000">
              <a:off x="1954" y="1398"/>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nvGrpSpPr>
            <p:cNvPr id="31800" name="Group 169"/>
            <p:cNvGrpSpPr>
              <a:grpSpLocks/>
            </p:cNvGrpSpPr>
            <p:nvPr/>
          </p:nvGrpSpPr>
          <p:grpSpPr bwMode="auto">
            <a:xfrm>
              <a:off x="933" y="1134"/>
              <a:ext cx="2629" cy="918"/>
              <a:chOff x="933" y="1134"/>
              <a:chExt cx="2629" cy="918"/>
            </a:xfrm>
          </p:grpSpPr>
          <p:sp>
            <p:nvSpPr>
              <p:cNvPr id="31801" name="Line 89"/>
              <p:cNvSpPr>
                <a:spLocks noChangeShapeType="1"/>
              </p:cNvSpPr>
              <p:nvPr/>
            </p:nvSpPr>
            <p:spPr bwMode="auto">
              <a:xfrm flipV="1">
                <a:off x="3351" y="1764"/>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2" name="Line 91"/>
              <p:cNvSpPr>
                <a:spLocks noChangeShapeType="1"/>
              </p:cNvSpPr>
              <p:nvPr/>
            </p:nvSpPr>
            <p:spPr bwMode="auto">
              <a:xfrm>
                <a:off x="1179" y="1749"/>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3" name="Text Box 136"/>
              <p:cNvSpPr txBox="1">
                <a:spLocks noChangeArrowheads="1"/>
              </p:cNvSpPr>
              <p:nvPr/>
            </p:nvSpPr>
            <p:spPr bwMode="auto">
              <a:xfrm>
                <a:off x="933" y="1718"/>
                <a:ext cx="18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1804" name="Line 133"/>
              <p:cNvSpPr>
                <a:spLocks noChangeShapeType="1"/>
              </p:cNvSpPr>
              <p:nvPr/>
            </p:nvSpPr>
            <p:spPr bwMode="auto">
              <a:xfrm rot="5400000">
                <a:off x="1363" y="1397"/>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5" name="Line 135"/>
              <p:cNvSpPr>
                <a:spLocks noChangeShapeType="1"/>
              </p:cNvSpPr>
              <p:nvPr/>
            </p:nvSpPr>
            <p:spPr bwMode="auto">
              <a:xfrm rot="5400000">
                <a:off x="2561" y="1399"/>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806" name="Text Box 137"/>
              <p:cNvSpPr txBox="1">
                <a:spLocks noChangeArrowheads="1"/>
              </p:cNvSpPr>
              <p:nvPr/>
            </p:nvSpPr>
            <p:spPr bwMode="auto">
              <a:xfrm>
                <a:off x="2469" y="1134"/>
                <a:ext cx="24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3</a:t>
                </a:r>
                <a:endParaRPr lang="es-ES" sz="2000" b="1">
                  <a:solidFill>
                    <a:srgbClr val="3333FF"/>
                  </a:solidFill>
                  <a:latin typeface="Comic Sans MS" panose="030F0702030302020204" pitchFamily="66" charset="0"/>
                </a:endParaRPr>
              </a:p>
            </p:txBody>
          </p:sp>
          <p:sp>
            <p:nvSpPr>
              <p:cNvPr id="31807" name="Text Box 138"/>
              <p:cNvSpPr txBox="1">
                <a:spLocks noChangeArrowheads="1"/>
              </p:cNvSpPr>
              <p:nvPr/>
            </p:nvSpPr>
            <p:spPr bwMode="auto">
              <a:xfrm>
                <a:off x="1261" y="1134"/>
                <a:ext cx="24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endParaRPr lang="es-ES" sz="2000" b="1">
                  <a:solidFill>
                    <a:srgbClr val="3333FF"/>
                  </a:solidFill>
                  <a:latin typeface="Comic Sans MS" panose="030F0702030302020204" pitchFamily="66" charset="0"/>
                </a:endParaRPr>
              </a:p>
            </p:txBody>
          </p:sp>
          <p:sp>
            <p:nvSpPr>
              <p:cNvPr id="31808" name="Text Box 139"/>
              <p:cNvSpPr txBox="1">
                <a:spLocks noChangeArrowheads="1"/>
              </p:cNvSpPr>
              <p:nvPr/>
            </p:nvSpPr>
            <p:spPr bwMode="auto">
              <a:xfrm>
                <a:off x="1861" y="1134"/>
                <a:ext cx="24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endParaRPr lang="es-ES" sz="2000" b="1">
                  <a:solidFill>
                    <a:srgbClr val="3333FF"/>
                  </a:solidFill>
                  <a:latin typeface="Comic Sans MS" panose="030F0702030302020204" pitchFamily="66" charset="0"/>
                </a:endParaRPr>
              </a:p>
            </p:txBody>
          </p:sp>
          <p:sp>
            <p:nvSpPr>
              <p:cNvPr id="31809" name="Text Box 140"/>
              <p:cNvSpPr txBox="1">
                <a:spLocks noChangeArrowheads="1"/>
              </p:cNvSpPr>
              <p:nvPr/>
            </p:nvSpPr>
            <p:spPr bwMode="auto">
              <a:xfrm>
                <a:off x="3373" y="1670"/>
                <a:ext cx="18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grpSp>
      </p:grpSp>
      <p:sp>
        <p:nvSpPr>
          <p:cNvPr id="31782" name="Text Box 84"/>
          <p:cNvSpPr txBox="1">
            <a:spLocks noChangeArrowheads="1"/>
          </p:cNvSpPr>
          <p:nvPr/>
        </p:nvSpPr>
        <p:spPr bwMode="auto">
          <a:xfrm>
            <a:off x="6855016" y="2699169"/>
            <a:ext cx="2452687" cy="649288"/>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44000" tIns="72000" rIns="144000" bIns="144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a:solidFill>
                  <a:srgbClr val="FFFFFF"/>
                </a:solidFill>
                <a:latin typeface="Arial" panose="020B0604020202020204" pitchFamily="34" charset="0"/>
                <a:sym typeface="Symbol" panose="05050102010706020507" pitchFamily="18" charset="2"/>
              </a:rPr>
              <a:t></a:t>
            </a:r>
            <a:r>
              <a:rPr lang="es-ES" sz="2400">
                <a:solidFill>
                  <a:srgbClr val="FFFFFF"/>
                </a:solidFill>
                <a:latin typeface="Arial" panose="020B0604020202020204" pitchFamily="34" charset="0"/>
              </a:rPr>
              <a:t> = V</a:t>
            </a:r>
            <a:r>
              <a:rPr lang="es-ES" sz="2400" baseline="-25000">
                <a:solidFill>
                  <a:srgbClr val="FFFFFF"/>
                </a:solidFill>
                <a:latin typeface="Arial" panose="020B0604020202020204" pitchFamily="34" charset="0"/>
              </a:rPr>
              <a:t>1</a:t>
            </a:r>
            <a:r>
              <a:rPr lang="es-ES" sz="2400">
                <a:solidFill>
                  <a:srgbClr val="FFFFFF"/>
                </a:solidFill>
                <a:latin typeface="Arial" panose="020B0604020202020204" pitchFamily="34" charset="0"/>
              </a:rPr>
              <a:t> </a:t>
            </a:r>
            <a:r>
              <a:rPr lang="es-ES" sz="2400">
                <a:solidFill>
                  <a:srgbClr val="FFFFFF"/>
                </a:solidFill>
                <a:latin typeface="Arial" panose="020B0604020202020204" pitchFamily="34" charset="0"/>
                <a:sym typeface="Symbol" panose="05050102010706020507" pitchFamily="18" charset="2"/>
              </a:rPr>
              <a:t>+</a:t>
            </a:r>
            <a:r>
              <a:rPr lang="es-ES" sz="2400">
                <a:solidFill>
                  <a:srgbClr val="FFFFFF"/>
                </a:solidFill>
                <a:latin typeface="Arial" panose="020B0604020202020204" pitchFamily="34" charset="0"/>
              </a:rPr>
              <a:t> V</a:t>
            </a:r>
            <a:r>
              <a:rPr lang="es-ES" sz="2400" baseline="-25000">
                <a:solidFill>
                  <a:srgbClr val="FFFFFF"/>
                </a:solidFill>
                <a:latin typeface="Arial" panose="020B0604020202020204" pitchFamily="34" charset="0"/>
              </a:rPr>
              <a:t>2</a:t>
            </a:r>
            <a:r>
              <a:rPr lang="es-ES" sz="2400">
                <a:solidFill>
                  <a:srgbClr val="FFFFFF"/>
                </a:solidFill>
                <a:latin typeface="Arial" panose="020B0604020202020204" pitchFamily="34" charset="0"/>
              </a:rPr>
              <a:t> </a:t>
            </a:r>
            <a:r>
              <a:rPr lang="es-ES" sz="2400">
                <a:solidFill>
                  <a:srgbClr val="FFFFFF"/>
                </a:solidFill>
                <a:latin typeface="Arial" panose="020B0604020202020204" pitchFamily="34" charset="0"/>
                <a:sym typeface="Symbol" panose="05050102010706020507" pitchFamily="18" charset="2"/>
              </a:rPr>
              <a:t>+</a:t>
            </a:r>
            <a:r>
              <a:rPr lang="es-ES" sz="2400">
                <a:solidFill>
                  <a:srgbClr val="FFFFFF"/>
                </a:solidFill>
                <a:latin typeface="Arial" panose="020B0604020202020204" pitchFamily="34" charset="0"/>
              </a:rPr>
              <a:t> V</a:t>
            </a:r>
            <a:r>
              <a:rPr lang="es-ES" sz="2400" baseline="-25000">
                <a:solidFill>
                  <a:srgbClr val="FFFFFF"/>
                </a:solidFill>
                <a:latin typeface="Arial" panose="020B0604020202020204" pitchFamily="34" charset="0"/>
              </a:rPr>
              <a:t>3</a:t>
            </a:r>
            <a:endParaRPr lang="es-ES" sz="2400">
              <a:solidFill>
                <a:srgbClr val="FFFFFF"/>
              </a:solidFill>
              <a:latin typeface="Arial" panose="020B0604020202020204" pitchFamily="34" charset="0"/>
              <a:sym typeface="Symbol" panose="05050102010706020507" pitchFamily="18" charset="2"/>
            </a:endParaRPr>
          </a:p>
        </p:txBody>
      </p:sp>
      <p:grpSp>
        <p:nvGrpSpPr>
          <p:cNvPr id="104" name="Group 176"/>
          <p:cNvGrpSpPr>
            <a:grpSpLocks/>
          </p:cNvGrpSpPr>
          <p:nvPr/>
        </p:nvGrpSpPr>
        <p:grpSpPr bwMode="auto">
          <a:xfrm>
            <a:off x="1257936" y="3851820"/>
            <a:ext cx="9096376" cy="857251"/>
            <a:chOff x="789" y="4222"/>
            <a:chExt cx="5730" cy="540"/>
          </a:xfrm>
        </p:grpSpPr>
        <p:sp>
          <p:nvSpPr>
            <p:cNvPr id="105" name="Rectangle 143"/>
            <p:cNvSpPr>
              <a:spLocks noChangeArrowheads="1"/>
            </p:cNvSpPr>
            <p:nvPr/>
          </p:nvSpPr>
          <p:spPr bwMode="auto">
            <a:xfrm>
              <a:off x="5278" y="4222"/>
              <a:ext cx="1241" cy="540"/>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no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107" name="Rectangle 146"/>
            <p:cNvSpPr>
              <a:spLocks noChangeArrowheads="1"/>
            </p:cNvSpPr>
            <p:nvPr/>
          </p:nvSpPr>
          <p:spPr bwMode="auto">
            <a:xfrm>
              <a:off x="789" y="4224"/>
              <a:ext cx="1032" cy="538"/>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no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grpSp>
      <p:sp>
        <p:nvSpPr>
          <p:cNvPr id="108" name="Text Box 144"/>
          <p:cNvSpPr txBox="1">
            <a:spLocks noChangeArrowheads="1"/>
          </p:cNvSpPr>
          <p:nvPr/>
        </p:nvSpPr>
        <p:spPr bwMode="auto">
          <a:xfrm>
            <a:off x="8464119" y="3998440"/>
            <a:ext cx="1890559"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R</a:t>
            </a:r>
            <a:r>
              <a:rPr lang="es-ES" sz="2400" b="1" baseline="-25000">
                <a:solidFill>
                  <a:srgbClr val="000000"/>
                </a:solidFill>
                <a:latin typeface="Arial" panose="020B0604020202020204" pitchFamily="34" charset="0"/>
              </a:rPr>
              <a:t>1</a:t>
            </a:r>
            <a:r>
              <a:rPr lang="es-ES" sz="2400" b="1">
                <a:solidFill>
                  <a:srgbClr val="000000"/>
                </a:solidFill>
                <a:latin typeface="Arial" panose="020B0604020202020204" pitchFamily="34" charset="0"/>
              </a:rPr>
              <a:t> + R</a:t>
            </a:r>
            <a:r>
              <a:rPr lang="es-ES" sz="2400" b="1" baseline="-25000">
                <a:solidFill>
                  <a:srgbClr val="000000"/>
                </a:solidFill>
                <a:latin typeface="Arial" panose="020B0604020202020204" pitchFamily="34" charset="0"/>
              </a:rPr>
              <a:t>2</a:t>
            </a:r>
            <a:r>
              <a:rPr lang="es-ES" sz="2400" b="1">
                <a:solidFill>
                  <a:srgbClr val="000000"/>
                </a:solidFill>
                <a:latin typeface="Arial" panose="020B0604020202020204" pitchFamily="34" charset="0"/>
              </a:rPr>
              <a:t> + R</a:t>
            </a:r>
            <a:r>
              <a:rPr lang="es-ES" sz="2400" b="1" baseline="-25000">
                <a:solidFill>
                  <a:srgbClr val="000000"/>
                </a:solidFill>
                <a:latin typeface="Arial" panose="020B0604020202020204" pitchFamily="34" charset="0"/>
              </a:rPr>
              <a:t>3</a:t>
            </a:r>
            <a:endParaRPr lang="es-ES" sz="2400" b="1">
              <a:solidFill>
                <a:srgbClr val="000000"/>
              </a:solidFill>
              <a:latin typeface="Arial" panose="020B0604020202020204" pitchFamily="34" charset="0"/>
            </a:endParaRPr>
          </a:p>
        </p:txBody>
      </p:sp>
      <p:sp>
        <p:nvSpPr>
          <p:cNvPr id="109" name="Text Box 147"/>
          <p:cNvSpPr txBox="1">
            <a:spLocks noChangeArrowheads="1"/>
          </p:cNvSpPr>
          <p:nvPr/>
        </p:nvSpPr>
        <p:spPr bwMode="auto">
          <a:xfrm>
            <a:off x="1298693" y="4000921"/>
            <a:ext cx="179758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R</a:t>
            </a:r>
            <a:r>
              <a:rPr lang="es-ES" sz="2400" b="1" baseline="-25000">
                <a:solidFill>
                  <a:srgbClr val="000000"/>
                </a:solidFill>
                <a:latin typeface="Arial" panose="020B0604020202020204" pitchFamily="34" charset="0"/>
              </a:rPr>
              <a:t>equivalente</a:t>
            </a:r>
            <a:r>
              <a:rPr lang="es-ES" sz="2400">
                <a:solidFill>
                  <a:srgbClr val="000000"/>
                </a:solidFill>
                <a:latin typeface="Arial" panose="020B0604020202020204" pitchFamily="34" charset="0"/>
              </a:rPr>
              <a:t> </a:t>
            </a:r>
            <a:r>
              <a:rPr lang="es-ES" sz="2400" b="1">
                <a:solidFill>
                  <a:srgbClr val="000000"/>
                </a:solidFill>
                <a:latin typeface="Arial" panose="020B0604020202020204" pitchFamily="34" charset="0"/>
              </a:rPr>
              <a:t>=</a:t>
            </a:r>
          </a:p>
        </p:txBody>
      </p:sp>
      <p:grpSp>
        <p:nvGrpSpPr>
          <p:cNvPr id="110" name="Group 148"/>
          <p:cNvGrpSpPr>
            <a:grpSpLocks/>
          </p:cNvGrpSpPr>
          <p:nvPr/>
        </p:nvGrpSpPr>
        <p:grpSpPr bwMode="auto">
          <a:xfrm>
            <a:off x="3099453" y="3763510"/>
            <a:ext cx="785813" cy="981075"/>
            <a:chOff x="1946" y="3591"/>
            <a:chExt cx="495" cy="618"/>
          </a:xfrm>
        </p:grpSpPr>
        <p:sp>
          <p:nvSpPr>
            <p:cNvPr id="111" name="Line 149"/>
            <p:cNvSpPr>
              <a:spLocks noChangeShapeType="1"/>
            </p:cNvSpPr>
            <p:nvPr/>
          </p:nvSpPr>
          <p:spPr bwMode="auto">
            <a:xfrm>
              <a:off x="1946" y="3916"/>
              <a:ext cx="259"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112" name="Text Box 150"/>
            <p:cNvSpPr txBox="1">
              <a:spLocks noChangeArrowheads="1"/>
            </p:cNvSpPr>
            <p:nvPr/>
          </p:nvSpPr>
          <p:spPr bwMode="auto">
            <a:xfrm>
              <a:off x="1962" y="3591"/>
              <a:ext cx="213" cy="3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a:solidFill>
                    <a:srgbClr val="000000"/>
                  </a:solidFill>
                  <a:latin typeface="Arial" panose="020B0604020202020204" pitchFamily="34" charset="0"/>
                  <a:sym typeface="Symbol" panose="05050102010706020507" pitchFamily="18" charset="2"/>
                </a:rPr>
                <a:t></a:t>
              </a:r>
            </a:p>
          </p:txBody>
        </p:sp>
        <p:sp>
          <p:nvSpPr>
            <p:cNvPr id="113" name="Text Box 151"/>
            <p:cNvSpPr txBox="1">
              <a:spLocks noChangeArrowheads="1"/>
            </p:cNvSpPr>
            <p:nvPr/>
          </p:nvSpPr>
          <p:spPr bwMode="auto">
            <a:xfrm>
              <a:off x="1954" y="3871"/>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p>
          </p:txBody>
        </p:sp>
        <p:sp>
          <p:nvSpPr>
            <p:cNvPr id="114" name="Text Box 152"/>
            <p:cNvSpPr txBox="1">
              <a:spLocks noChangeArrowheads="1"/>
            </p:cNvSpPr>
            <p:nvPr/>
          </p:nvSpPr>
          <p:spPr bwMode="auto">
            <a:xfrm>
              <a:off x="2213" y="3758"/>
              <a:ext cx="22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a:t>
              </a:r>
            </a:p>
          </p:txBody>
        </p:sp>
      </p:grpSp>
      <p:grpSp>
        <p:nvGrpSpPr>
          <p:cNvPr id="115" name="Group 153"/>
          <p:cNvGrpSpPr>
            <a:grpSpLocks/>
          </p:cNvGrpSpPr>
          <p:nvPr/>
        </p:nvGrpSpPr>
        <p:grpSpPr bwMode="auto">
          <a:xfrm>
            <a:off x="3868755" y="3784115"/>
            <a:ext cx="2192338" cy="1019176"/>
            <a:chOff x="2596" y="3599"/>
            <a:chExt cx="1381" cy="642"/>
          </a:xfrm>
        </p:grpSpPr>
        <p:sp>
          <p:nvSpPr>
            <p:cNvPr id="116" name="Line 154"/>
            <p:cNvSpPr>
              <a:spLocks noChangeShapeType="1"/>
            </p:cNvSpPr>
            <p:nvPr/>
          </p:nvSpPr>
          <p:spPr bwMode="auto">
            <a:xfrm>
              <a:off x="2596" y="3924"/>
              <a:ext cx="1137"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117" name="Text Box 155"/>
            <p:cNvSpPr txBox="1">
              <a:spLocks noChangeArrowheads="1"/>
            </p:cNvSpPr>
            <p:nvPr/>
          </p:nvSpPr>
          <p:spPr bwMode="auto">
            <a:xfrm>
              <a:off x="2612" y="3599"/>
              <a:ext cx="115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a:t>
              </a:r>
              <a:r>
                <a:rPr lang="es-ES" sz="2400" baseline="-25000">
                  <a:solidFill>
                    <a:srgbClr val="000000"/>
                  </a:solidFill>
                  <a:latin typeface="Arial" panose="020B0604020202020204" pitchFamily="34" charset="0"/>
                </a:rPr>
                <a:t>1</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3</a:t>
              </a:r>
            </a:p>
          </p:txBody>
        </p:sp>
        <p:sp>
          <p:nvSpPr>
            <p:cNvPr id="118" name="Text Box 156"/>
            <p:cNvSpPr txBox="1">
              <a:spLocks noChangeArrowheads="1"/>
            </p:cNvSpPr>
            <p:nvPr/>
          </p:nvSpPr>
          <p:spPr bwMode="auto">
            <a:xfrm>
              <a:off x="3029" y="3903"/>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p>
          </p:txBody>
        </p:sp>
        <p:sp>
          <p:nvSpPr>
            <p:cNvPr id="123" name="Text Box 157"/>
            <p:cNvSpPr txBox="1">
              <a:spLocks noChangeArrowheads="1"/>
            </p:cNvSpPr>
            <p:nvPr/>
          </p:nvSpPr>
          <p:spPr bwMode="auto">
            <a:xfrm>
              <a:off x="3749" y="3766"/>
              <a:ext cx="22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a:t>
              </a:r>
            </a:p>
          </p:txBody>
        </p:sp>
      </p:grpSp>
      <p:grpSp>
        <p:nvGrpSpPr>
          <p:cNvPr id="124" name="Group 158"/>
          <p:cNvGrpSpPr>
            <a:grpSpLocks/>
          </p:cNvGrpSpPr>
          <p:nvPr/>
        </p:nvGrpSpPr>
        <p:grpSpPr bwMode="auto">
          <a:xfrm>
            <a:off x="5968973" y="3797605"/>
            <a:ext cx="2603500" cy="965201"/>
            <a:chOff x="3906" y="3604"/>
            <a:chExt cx="1640" cy="608"/>
          </a:xfrm>
        </p:grpSpPr>
        <p:sp>
          <p:nvSpPr>
            <p:cNvPr id="125" name="Line 159"/>
            <p:cNvSpPr>
              <a:spLocks noChangeShapeType="1"/>
            </p:cNvSpPr>
            <p:nvPr/>
          </p:nvSpPr>
          <p:spPr bwMode="auto">
            <a:xfrm>
              <a:off x="4015" y="3933"/>
              <a:ext cx="1251"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sz="2400"/>
            </a:p>
          </p:txBody>
        </p:sp>
        <p:sp>
          <p:nvSpPr>
            <p:cNvPr id="126" name="Text Box 160"/>
            <p:cNvSpPr txBox="1">
              <a:spLocks noChangeArrowheads="1"/>
            </p:cNvSpPr>
            <p:nvPr/>
          </p:nvSpPr>
          <p:spPr bwMode="auto">
            <a:xfrm>
              <a:off x="3906" y="3604"/>
              <a:ext cx="1320"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1</a:t>
              </a:r>
              <a:r>
                <a:rPr lang="es-ES" sz="2400">
                  <a:solidFill>
                    <a:srgbClr val="000000"/>
                  </a:solidFill>
                  <a:latin typeface="Arial" panose="020B0604020202020204" pitchFamily="34" charset="0"/>
                </a:rPr>
                <a:t> + 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R</a:t>
              </a:r>
              <a:r>
                <a:rPr lang="es-ES" sz="2400" baseline="-25000">
                  <a:solidFill>
                    <a:srgbClr val="000000"/>
                  </a:solidFill>
                  <a:latin typeface="Arial" panose="020B0604020202020204" pitchFamily="34" charset="0"/>
                </a:rPr>
                <a:t>3</a:t>
              </a:r>
              <a:r>
                <a:rPr lang="es-ES" sz="2400">
                  <a:solidFill>
                    <a:srgbClr val="000000"/>
                  </a:solidFill>
                  <a:latin typeface="Arial" panose="020B0604020202020204" pitchFamily="34" charset="0"/>
                </a:rPr>
                <a:t>)</a:t>
              </a:r>
            </a:p>
          </p:txBody>
        </p:sp>
        <p:sp>
          <p:nvSpPr>
            <p:cNvPr id="127" name="Text Box 161"/>
            <p:cNvSpPr txBox="1">
              <a:spLocks noChangeArrowheads="1"/>
            </p:cNvSpPr>
            <p:nvPr/>
          </p:nvSpPr>
          <p:spPr bwMode="auto">
            <a:xfrm>
              <a:off x="4409" y="3874"/>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p>
          </p:txBody>
        </p:sp>
        <p:sp>
          <p:nvSpPr>
            <p:cNvPr id="128" name="Text Box 162"/>
            <p:cNvSpPr txBox="1">
              <a:spLocks noChangeArrowheads="1"/>
            </p:cNvSpPr>
            <p:nvPr/>
          </p:nvSpPr>
          <p:spPr bwMode="auto">
            <a:xfrm>
              <a:off x="5318" y="3747"/>
              <a:ext cx="22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a:t>
              </a:r>
            </a:p>
          </p:txBody>
        </p:sp>
        <p:sp>
          <p:nvSpPr>
            <p:cNvPr id="129" name="Text Box 163"/>
            <p:cNvSpPr txBox="1">
              <a:spLocks noChangeArrowheads="1"/>
            </p:cNvSpPr>
            <p:nvPr/>
          </p:nvSpPr>
          <p:spPr bwMode="auto">
            <a:xfrm>
              <a:off x="5120" y="3615"/>
              <a:ext cx="221"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lnSpc>
                  <a:spcPct val="120000"/>
                </a:lnSpc>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p>
          </p:txBody>
        </p:sp>
      </p:grpSp>
      <p:sp>
        <p:nvSpPr>
          <p:cNvPr id="130" name="Text Box 181"/>
          <p:cNvSpPr txBox="1">
            <a:spLocks noChangeArrowheads="1"/>
          </p:cNvSpPr>
          <p:nvPr/>
        </p:nvSpPr>
        <p:spPr bwMode="auto">
          <a:xfrm>
            <a:off x="1088586" y="4705956"/>
            <a:ext cx="5325703" cy="612645"/>
          </a:xfrm>
          <a:prstGeom prst="rect">
            <a:avLst/>
          </a:prstGeom>
          <a:noFill/>
          <a:ln>
            <a:noFill/>
          </a:ln>
        </p:spPr>
        <p:txBody>
          <a:bodyPr wrap="squar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(R tal que misma </a:t>
            </a:r>
            <a:r>
              <a:rPr lang="es-ES" sz="2400" dirty="0">
                <a:solidFill>
                  <a:srgbClr val="FF0000"/>
                </a:solidFill>
                <a:latin typeface="Comic Sans MS" panose="030F0702030302020204" pitchFamily="66" charset="0"/>
              </a:rPr>
              <a:t>I</a:t>
            </a:r>
            <a:r>
              <a:rPr lang="es-ES" sz="2400" dirty="0">
                <a:solidFill>
                  <a:srgbClr val="FF0000"/>
                </a:solidFill>
                <a:latin typeface="Arial" panose="020B0604020202020204" pitchFamily="34" charset="0"/>
              </a:rPr>
              <a:t> para la misma</a:t>
            </a:r>
            <a:r>
              <a:rPr lang="es-ES" sz="2400" dirty="0">
                <a:solidFill>
                  <a:srgbClr val="FF0000"/>
                </a:solidFill>
                <a:latin typeface="Arial" panose="020B0604020202020204" pitchFamily="34" charset="0"/>
                <a:sym typeface="Symbol" panose="05050102010706020507" pitchFamily="18" charset="2"/>
              </a:rPr>
              <a:t> </a:t>
            </a:r>
            <a:r>
              <a:rPr lang="es-ES" sz="2800" dirty="0">
                <a:solidFill>
                  <a:srgbClr val="FF0000"/>
                </a:solidFill>
                <a:latin typeface="Arial" panose="020B0604020202020204" pitchFamily="34" charset="0"/>
                <a:sym typeface="Symbol" panose="05050102010706020507" pitchFamily="18" charset="2"/>
              </a:rPr>
              <a:t></a:t>
            </a:r>
            <a:r>
              <a:rPr lang="es-ES" sz="2400" dirty="0">
                <a:solidFill>
                  <a:srgbClr val="FF0000"/>
                </a:solidFill>
                <a:latin typeface="Arial" panose="020B0604020202020204" pitchFamily="34" charset="0"/>
                <a:sym typeface="Symbol" panose="05050102010706020507" pitchFamily="18" charset="2"/>
              </a:rPr>
              <a:t>)</a:t>
            </a:r>
            <a:endParaRPr lang="es-ES" sz="2400" dirty="0">
              <a:solidFill>
                <a:srgbClr val="FF0000"/>
              </a:solidFill>
              <a:latin typeface="Comic Sans MS" panose="030F0702030302020204" pitchFamily="66" charset="0"/>
            </a:endParaRPr>
          </a:p>
        </p:txBody>
      </p:sp>
      <p:grpSp>
        <p:nvGrpSpPr>
          <p:cNvPr id="131" name="Grupo 130"/>
          <p:cNvGrpSpPr/>
          <p:nvPr/>
        </p:nvGrpSpPr>
        <p:grpSpPr>
          <a:xfrm>
            <a:off x="5455220" y="5495371"/>
            <a:ext cx="4905622" cy="1260475"/>
            <a:chOff x="4755903" y="489077"/>
            <a:chExt cx="4905622" cy="1260475"/>
          </a:xfrm>
        </p:grpSpPr>
        <p:sp>
          <p:nvSpPr>
            <p:cNvPr id="132" name="Rectangle 28"/>
            <p:cNvSpPr>
              <a:spLocks noChangeArrowheads="1"/>
            </p:cNvSpPr>
            <p:nvPr/>
          </p:nvSpPr>
          <p:spPr bwMode="auto">
            <a:xfrm>
              <a:off x="5768975" y="489077"/>
              <a:ext cx="3892550" cy="1260475"/>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endParaRPr lang="es-ES" sz="2000">
                <a:solidFill>
                  <a:srgbClr val="000000"/>
                </a:solidFill>
                <a:latin typeface="Arial" panose="020B0604020202020204" pitchFamily="34" charset="0"/>
              </a:endParaRPr>
            </a:p>
          </p:txBody>
        </p:sp>
        <p:sp>
          <p:nvSpPr>
            <p:cNvPr id="133" name="Text Box 5"/>
            <p:cNvSpPr txBox="1">
              <a:spLocks noChangeArrowheads="1"/>
            </p:cNvSpPr>
            <p:nvPr/>
          </p:nvSpPr>
          <p:spPr bwMode="auto">
            <a:xfrm>
              <a:off x="7602538" y="1001840"/>
              <a:ext cx="198596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G</a:t>
              </a:r>
              <a:r>
                <a:rPr lang="es-ES" sz="2400" b="1" baseline="-25000">
                  <a:solidFill>
                    <a:srgbClr val="000000"/>
                  </a:solidFill>
                  <a:latin typeface="Arial" panose="020B0604020202020204" pitchFamily="34" charset="0"/>
                </a:rPr>
                <a:t>1</a:t>
              </a:r>
              <a:r>
                <a:rPr lang="es-ES" sz="2400" b="1">
                  <a:solidFill>
                    <a:srgbClr val="000000"/>
                  </a:solidFill>
                  <a:latin typeface="Arial" panose="020B0604020202020204" pitchFamily="34" charset="0"/>
                </a:rPr>
                <a:t>     G</a:t>
              </a:r>
              <a:r>
                <a:rPr lang="es-ES" sz="2400" b="1" baseline="-25000">
                  <a:solidFill>
                    <a:srgbClr val="000000"/>
                  </a:solidFill>
                  <a:latin typeface="Arial" panose="020B0604020202020204" pitchFamily="34" charset="0"/>
                </a:rPr>
                <a:t>2</a:t>
              </a:r>
              <a:r>
                <a:rPr lang="es-ES" sz="2400" b="1">
                  <a:solidFill>
                    <a:srgbClr val="000000"/>
                  </a:solidFill>
                  <a:latin typeface="Arial" panose="020B0604020202020204" pitchFamily="34" charset="0"/>
                </a:rPr>
                <a:t>    G</a:t>
              </a:r>
              <a:r>
                <a:rPr lang="es-ES" sz="2400" b="1" baseline="-25000">
                  <a:solidFill>
                    <a:srgbClr val="000000"/>
                  </a:solidFill>
                  <a:latin typeface="Arial" panose="020B0604020202020204" pitchFamily="34" charset="0"/>
                </a:rPr>
                <a:t>3</a:t>
              </a:r>
              <a:endParaRPr lang="es-ES" sz="2400" b="1">
                <a:solidFill>
                  <a:srgbClr val="000000"/>
                </a:solidFill>
                <a:latin typeface="Arial" panose="020B0604020202020204" pitchFamily="34" charset="0"/>
              </a:endParaRPr>
            </a:p>
          </p:txBody>
        </p:sp>
        <p:sp>
          <p:nvSpPr>
            <p:cNvPr id="134" name="Text Box 6"/>
            <p:cNvSpPr txBox="1">
              <a:spLocks noChangeArrowheads="1"/>
            </p:cNvSpPr>
            <p:nvPr/>
          </p:nvSpPr>
          <p:spPr bwMode="auto">
            <a:xfrm>
              <a:off x="8021638" y="812927"/>
              <a:ext cx="12096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       + </a:t>
              </a:r>
            </a:p>
          </p:txBody>
        </p:sp>
        <p:sp>
          <p:nvSpPr>
            <p:cNvPr id="135" name="Line 7"/>
            <p:cNvSpPr>
              <a:spLocks noChangeShapeType="1"/>
            </p:cNvSpPr>
            <p:nvPr/>
          </p:nvSpPr>
          <p:spPr bwMode="auto">
            <a:xfrm flipV="1">
              <a:off x="7661275" y="1057402"/>
              <a:ext cx="360362"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36" name="Line 8"/>
            <p:cNvSpPr>
              <a:spLocks noChangeShapeType="1"/>
            </p:cNvSpPr>
            <p:nvPr/>
          </p:nvSpPr>
          <p:spPr bwMode="auto">
            <a:xfrm flipV="1">
              <a:off x="8401050" y="1068515"/>
              <a:ext cx="360362"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37" name="Line 9"/>
            <p:cNvSpPr>
              <a:spLocks noChangeShapeType="1"/>
            </p:cNvSpPr>
            <p:nvPr/>
          </p:nvSpPr>
          <p:spPr bwMode="auto">
            <a:xfrm flipV="1">
              <a:off x="9117013" y="1062165"/>
              <a:ext cx="360362"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38" name="Text Box 10"/>
            <p:cNvSpPr txBox="1">
              <a:spLocks noChangeArrowheads="1"/>
            </p:cNvSpPr>
            <p:nvPr/>
          </p:nvSpPr>
          <p:spPr bwMode="auto">
            <a:xfrm>
              <a:off x="7635875" y="550990"/>
              <a:ext cx="17843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1       1      1</a:t>
              </a:r>
            </a:p>
          </p:txBody>
        </p:sp>
        <p:sp>
          <p:nvSpPr>
            <p:cNvPr id="139" name="Text Box 29"/>
            <p:cNvSpPr txBox="1">
              <a:spLocks noChangeArrowheads="1"/>
            </p:cNvSpPr>
            <p:nvPr/>
          </p:nvSpPr>
          <p:spPr bwMode="auto">
            <a:xfrm>
              <a:off x="5822950" y="1062165"/>
              <a:ext cx="1535112"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G</a:t>
              </a:r>
              <a:r>
                <a:rPr lang="es-ES" sz="2400" b="1" baseline="-25000">
                  <a:solidFill>
                    <a:srgbClr val="000000"/>
                  </a:solidFill>
                  <a:latin typeface="Arial" panose="020B0604020202020204" pitchFamily="34" charset="0"/>
                </a:rPr>
                <a:t>equivalente</a:t>
              </a:r>
              <a:endParaRPr lang="es-ES" sz="2400" b="1">
                <a:solidFill>
                  <a:srgbClr val="000000"/>
                </a:solidFill>
                <a:latin typeface="Arial" panose="020B0604020202020204" pitchFamily="34" charset="0"/>
              </a:endParaRPr>
            </a:p>
          </p:txBody>
        </p:sp>
        <p:sp>
          <p:nvSpPr>
            <p:cNvPr id="140" name="Text Box 30"/>
            <p:cNvSpPr txBox="1">
              <a:spLocks noChangeArrowheads="1"/>
            </p:cNvSpPr>
            <p:nvPr/>
          </p:nvSpPr>
          <p:spPr bwMode="auto">
            <a:xfrm>
              <a:off x="7259638" y="817690"/>
              <a:ext cx="358775"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a:t>
              </a:r>
            </a:p>
          </p:txBody>
        </p:sp>
        <p:sp>
          <p:nvSpPr>
            <p:cNvPr id="141" name="Line 31"/>
            <p:cNvSpPr>
              <a:spLocks noChangeShapeType="1"/>
            </p:cNvSpPr>
            <p:nvPr/>
          </p:nvSpPr>
          <p:spPr bwMode="auto">
            <a:xfrm flipV="1">
              <a:off x="5880100" y="1089152"/>
              <a:ext cx="1387475"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42" name="Text Box 32"/>
            <p:cNvSpPr txBox="1">
              <a:spLocks noChangeArrowheads="1"/>
            </p:cNvSpPr>
            <p:nvPr/>
          </p:nvSpPr>
          <p:spPr bwMode="auto">
            <a:xfrm>
              <a:off x="6408738" y="544640"/>
              <a:ext cx="350837"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1</a:t>
              </a:r>
            </a:p>
          </p:txBody>
        </p:sp>
        <p:sp>
          <p:nvSpPr>
            <p:cNvPr id="143" name="AutoShape 33"/>
            <p:cNvSpPr>
              <a:spLocks noChangeArrowheads="1"/>
            </p:cNvSpPr>
            <p:nvPr/>
          </p:nvSpPr>
          <p:spPr bwMode="auto">
            <a:xfrm>
              <a:off x="4755903" y="793877"/>
              <a:ext cx="668337" cy="554038"/>
            </a:xfrm>
            <a:prstGeom prst="rightArrow">
              <a:avLst>
                <a:gd name="adj1" fmla="val 39352"/>
                <a:gd name="adj2" fmla="val 57986"/>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144" name="Grupo 143"/>
          <p:cNvGrpSpPr/>
          <p:nvPr/>
        </p:nvGrpSpPr>
        <p:grpSpPr>
          <a:xfrm>
            <a:off x="1622975" y="5777732"/>
            <a:ext cx="3493117" cy="550288"/>
            <a:chOff x="616920" y="681740"/>
            <a:chExt cx="3493117" cy="550288"/>
          </a:xfrm>
        </p:grpSpPr>
        <p:sp>
          <p:nvSpPr>
            <p:cNvPr id="145" name="Rectangle 35"/>
            <p:cNvSpPr>
              <a:spLocks noChangeArrowheads="1"/>
            </p:cNvSpPr>
            <p:nvPr/>
          </p:nvSpPr>
          <p:spPr bwMode="auto">
            <a:xfrm>
              <a:off x="2790825" y="687515"/>
              <a:ext cx="1319212" cy="544513"/>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46" name="Text Box 39"/>
            <p:cNvSpPr txBox="1">
              <a:spLocks noChangeArrowheads="1"/>
            </p:cNvSpPr>
            <p:nvPr/>
          </p:nvSpPr>
          <p:spPr bwMode="auto">
            <a:xfrm>
              <a:off x="616920" y="681740"/>
              <a:ext cx="17351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rPr>
                <a:t>Conductancia</a:t>
              </a:r>
            </a:p>
          </p:txBody>
        </p:sp>
        <p:graphicFrame>
          <p:nvGraphicFramePr>
            <p:cNvPr id="147" name="Object 40"/>
            <p:cNvGraphicFramePr>
              <a:graphicFrameLocks noChangeAspect="1"/>
            </p:cNvGraphicFramePr>
            <p:nvPr/>
          </p:nvGraphicFramePr>
          <p:xfrm>
            <a:off x="2898775" y="735140"/>
            <a:ext cx="1143000" cy="428625"/>
          </p:xfrm>
          <a:graphic>
            <a:graphicData uri="http://schemas.openxmlformats.org/presentationml/2006/ole">
              <mc:AlternateContent xmlns:mc="http://schemas.openxmlformats.org/markup-compatibility/2006">
                <mc:Choice xmlns:v="urn:schemas-microsoft-com:vml" Requires="v">
                  <p:oleObj name="Ecuación" r:id="rId3" imgW="508000" imgH="190500" progId="Equation.3">
                    <p:embed/>
                  </p:oleObj>
                </mc:Choice>
                <mc:Fallback>
                  <p:oleObj name="Ecuación" r:id="rId3" imgW="508000" imgH="190500" progId="Equation.3">
                    <p:embed/>
                    <p:pic>
                      <p:nvPicPr>
                        <p:cNvPr id="147"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8775" y="735140"/>
                          <a:ext cx="1143000"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902028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wipe(left)">
                                      <p:cBhvr>
                                        <p:cTn id="7" dur="500"/>
                                        <p:tgtEl>
                                          <p:spTgt spid="10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0"/>
                                        </p:tgtEl>
                                        <p:attrNameLst>
                                          <p:attrName>style.visibility</p:attrName>
                                        </p:attrNameLst>
                                      </p:cBhvr>
                                      <p:to>
                                        <p:strVal val="visible"/>
                                      </p:to>
                                    </p:set>
                                    <p:anim calcmode="lin" valueType="num">
                                      <p:cBhvr additive="base">
                                        <p:cTn id="12" dur="500"/>
                                        <p:tgtEl>
                                          <p:spTgt spid="130"/>
                                        </p:tgtEl>
                                        <p:attrNameLst>
                                          <p:attrName>ppt_y</p:attrName>
                                        </p:attrNameLst>
                                      </p:cBhvr>
                                      <p:tavLst>
                                        <p:tav tm="0">
                                          <p:val>
                                            <p:strVal val="#ppt_y+#ppt_h*1.125000"/>
                                          </p:val>
                                        </p:tav>
                                        <p:tav tm="100000">
                                          <p:val>
                                            <p:strVal val="#ppt_y"/>
                                          </p:val>
                                        </p:tav>
                                      </p:tavLst>
                                    </p:anim>
                                    <p:animEffect transition="in" filter="wipe(up)">
                                      <p:cBhvr>
                                        <p:cTn id="13" dur="500"/>
                                        <p:tgtEl>
                                          <p:spTgt spid="13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110"/>
                                        </p:tgtEl>
                                        <p:attrNameLst>
                                          <p:attrName>style.visibility</p:attrName>
                                        </p:attrNameLst>
                                      </p:cBhvr>
                                      <p:to>
                                        <p:strVal val="visible"/>
                                      </p:to>
                                    </p:set>
                                    <p:animEffect transition="in" filter="wipe(left)">
                                      <p:cBhvr>
                                        <p:cTn id="18" dur="500"/>
                                        <p:tgtEl>
                                          <p:spTgt spid="1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5"/>
                                        </p:tgtEl>
                                        <p:attrNameLst>
                                          <p:attrName>style.visibility</p:attrName>
                                        </p:attrNameLst>
                                      </p:cBhvr>
                                      <p:to>
                                        <p:strVal val="visible"/>
                                      </p:to>
                                    </p:set>
                                    <p:animEffect transition="in" filter="wipe(left)">
                                      <p:cBhvr>
                                        <p:cTn id="23" dur="500"/>
                                        <p:tgtEl>
                                          <p:spTgt spid="1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24"/>
                                        </p:tgtEl>
                                        <p:attrNameLst>
                                          <p:attrName>style.visibility</p:attrName>
                                        </p:attrNameLst>
                                      </p:cBhvr>
                                      <p:to>
                                        <p:strVal val="visible"/>
                                      </p:to>
                                    </p:set>
                                    <p:animEffect transition="in" filter="wipe(left)">
                                      <p:cBhvr>
                                        <p:cTn id="28" dur="500"/>
                                        <p:tgtEl>
                                          <p:spTgt spid="12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8"/>
                                        </p:tgtEl>
                                        <p:attrNameLst>
                                          <p:attrName>style.visibility</p:attrName>
                                        </p:attrNameLst>
                                      </p:cBhvr>
                                      <p:to>
                                        <p:strVal val="visible"/>
                                      </p:to>
                                    </p:set>
                                    <p:animEffect transition="in" filter="wipe(left)">
                                      <p:cBhvr>
                                        <p:cTn id="33" dur="500"/>
                                        <p:tgtEl>
                                          <p:spTgt spid="108"/>
                                        </p:tgtEl>
                                      </p:cBhvr>
                                    </p:animEffec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dissolve">
                                      <p:cBhvr>
                                        <p:cTn id="37" dur="500"/>
                                        <p:tgtEl>
                                          <p:spTgt spid="104"/>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144"/>
                                        </p:tgtEl>
                                        <p:attrNameLst>
                                          <p:attrName>style.visibility</p:attrName>
                                        </p:attrNameLst>
                                      </p:cBhvr>
                                      <p:to>
                                        <p:strVal val="visible"/>
                                      </p:to>
                                    </p:set>
                                    <p:anim calcmode="lin" valueType="num">
                                      <p:cBhvr additive="base">
                                        <p:cTn id="42" dur="500"/>
                                        <p:tgtEl>
                                          <p:spTgt spid="144"/>
                                        </p:tgtEl>
                                        <p:attrNameLst>
                                          <p:attrName>ppt_y</p:attrName>
                                        </p:attrNameLst>
                                      </p:cBhvr>
                                      <p:tavLst>
                                        <p:tav tm="0">
                                          <p:val>
                                            <p:strVal val="#ppt_y+#ppt_h*1.125000"/>
                                          </p:val>
                                        </p:tav>
                                        <p:tav tm="100000">
                                          <p:val>
                                            <p:strVal val="#ppt_y"/>
                                          </p:val>
                                        </p:tav>
                                      </p:tavLst>
                                    </p:anim>
                                    <p:animEffect transition="in" filter="wipe(up)">
                                      <p:cBhvr>
                                        <p:cTn id="43" dur="500"/>
                                        <p:tgtEl>
                                          <p:spTgt spid="14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31"/>
                                        </p:tgtEl>
                                        <p:attrNameLst>
                                          <p:attrName>style.visibility</p:attrName>
                                        </p:attrNameLst>
                                      </p:cBhvr>
                                      <p:to>
                                        <p:strVal val="visible"/>
                                      </p:to>
                                    </p:set>
                                    <p:animEffect transition="in" filter="wipe(left)">
                                      <p:cBhvr>
                                        <p:cTn id="48"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 grpId="0"/>
      <p:bldP spid="109" grpId="0"/>
      <p:bldP spid="1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rma libre 2"/>
          <p:cNvSpPr/>
          <p:nvPr/>
        </p:nvSpPr>
        <p:spPr bwMode="auto">
          <a:xfrm>
            <a:off x="6113171" y="5047488"/>
            <a:ext cx="3742095" cy="720000"/>
          </a:xfrm>
          <a:custGeom>
            <a:avLst/>
            <a:gdLst>
              <a:gd name="connsiteX0" fmla="*/ 1335024 w 1690459"/>
              <a:gd name="connsiteY0" fmla="*/ 0 h 877824"/>
              <a:gd name="connsiteX1" fmla="*/ 1682496 w 1690459"/>
              <a:gd name="connsiteY1" fmla="*/ 566928 h 877824"/>
              <a:gd name="connsiteX2" fmla="*/ 1435608 w 1690459"/>
              <a:gd name="connsiteY2" fmla="*/ 822960 h 877824"/>
              <a:gd name="connsiteX3" fmla="*/ 0 w 1690459"/>
              <a:gd name="connsiteY3" fmla="*/ 877824 h 877824"/>
            </a:gdLst>
            <a:ahLst/>
            <a:cxnLst>
              <a:cxn ang="0">
                <a:pos x="connsiteX0" y="connsiteY0"/>
              </a:cxn>
              <a:cxn ang="0">
                <a:pos x="connsiteX1" y="connsiteY1"/>
              </a:cxn>
              <a:cxn ang="0">
                <a:pos x="connsiteX2" y="connsiteY2"/>
              </a:cxn>
              <a:cxn ang="0">
                <a:pos x="connsiteX3" y="connsiteY3"/>
              </a:cxn>
            </a:cxnLst>
            <a:rect l="l" t="t" r="r" b="b"/>
            <a:pathLst>
              <a:path w="1690459" h="877824">
                <a:moveTo>
                  <a:pt x="1335024" y="0"/>
                </a:moveTo>
                <a:cubicBezTo>
                  <a:pt x="1500378" y="214884"/>
                  <a:pt x="1665732" y="429768"/>
                  <a:pt x="1682496" y="566928"/>
                </a:cubicBezTo>
                <a:cubicBezTo>
                  <a:pt x="1699260" y="704088"/>
                  <a:pt x="1716024" y="771144"/>
                  <a:pt x="1435608" y="822960"/>
                </a:cubicBezTo>
                <a:cubicBezTo>
                  <a:pt x="1155192" y="874776"/>
                  <a:pt x="577596" y="876300"/>
                  <a:pt x="0" y="877824"/>
                </a:cubicBezTo>
              </a:path>
            </a:pathLst>
          </a:custGeom>
          <a:noFill/>
          <a:ln w="76200" cap="flat" cmpd="sng" algn="ctr">
            <a:solidFill>
              <a:srgbClr val="3333FF"/>
            </a:solidFill>
            <a:prstDash val="solid"/>
            <a:round/>
            <a:headEnd type="none" w="med" len="med"/>
            <a:tailEnd type="triangle" w="med"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7" name="Grupo 6"/>
          <p:cNvGrpSpPr>
            <a:grpSpLocks/>
          </p:cNvGrpSpPr>
          <p:nvPr/>
        </p:nvGrpSpPr>
        <p:grpSpPr bwMode="auto">
          <a:xfrm>
            <a:off x="1554367" y="1672590"/>
            <a:ext cx="7548047" cy="1368814"/>
            <a:chOff x="1885950" y="2276068"/>
            <a:chExt cx="7548047" cy="1368913"/>
          </a:xfrm>
        </p:grpSpPr>
        <p:sp>
          <p:nvSpPr>
            <p:cNvPr id="33821" name="Rectangle 4"/>
            <p:cNvSpPr>
              <a:spLocks noChangeArrowheads="1"/>
            </p:cNvSpPr>
            <p:nvPr/>
          </p:nvSpPr>
          <p:spPr bwMode="auto">
            <a:xfrm>
              <a:off x="6567756" y="2963943"/>
              <a:ext cx="2866241" cy="68103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33822" name="Rectangle 5"/>
            <p:cNvSpPr>
              <a:spLocks noChangeArrowheads="1"/>
            </p:cNvSpPr>
            <p:nvPr/>
          </p:nvSpPr>
          <p:spPr bwMode="auto">
            <a:xfrm>
              <a:off x="1885950" y="2276068"/>
              <a:ext cx="1569519" cy="68103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grpSp>
      <p:grpSp>
        <p:nvGrpSpPr>
          <p:cNvPr id="4" name="Grupo 3"/>
          <p:cNvGrpSpPr>
            <a:grpSpLocks/>
          </p:cNvGrpSpPr>
          <p:nvPr/>
        </p:nvGrpSpPr>
        <p:grpSpPr bwMode="auto">
          <a:xfrm>
            <a:off x="1319417" y="1729932"/>
            <a:ext cx="7148513" cy="1252538"/>
            <a:chOff x="1651000" y="2333411"/>
            <a:chExt cx="7148513" cy="1252538"/>
          </a:xfrm>
        </p:grpSpPr>
        <p:sp>
          <p:nvSpPr>
            <p:cNvPr id="33819" name="Text Box 6"/>
            <p:cNvSpPr txBox="1">
              <a:spLocks noChangeArrowheads="1"/>
            </p:cNvSpPr>
            <p:nvPr/>
          </p:nvSpPr>
          <p:spPr bwMode="auto">
            <a:xfrm>
              <a:off x="1651000" y="2333411"/>
              <a:ext cx="5668963"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r>
                <a:rPr lang="es-ES" sz="2400" b="1">
                  <a:solidFill>
                    <a:srgbClr val="000000"/>
                  </a:solidFill>
                  <a:latin typeface="Arial" panose="020B0604020202020204" pitchFamily="34" charset="0"/>
                  <a:sym typeface="Symbol" panose="05050102010706020507" pitchFamily="18" charset="2"/>
                </a:rPr>
                <a:t> P</a:t>
              </a:r>
              <a:r>
                <a:rPr lang="es-ES" sz="2400" b="1" baseline="-25000">
                  <a:solidFill>
                    <a:srgbClr val="000000"/>
                  </a:solidFill>
                  <a:latin typeface="Arial" panose="020B0604020202020204" pitchFamily="34" charset="0"/>
                  <a:sym typeface="Symbol" panose="05050102010706020507" pitchFamily="18" charset="2"/>
                </a:rPr>
                <a:t>equivalente</a:t>
              </a:r>
              <a:r>
                <a:rPr lang="es-ES" sz="2400" b="1">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sym typeface="Symbol" panose="05050102010706020507" pitchFamily="18" charset="2"/>
                </a:rPr>
                <a:t> R</a:t>
              </a:r>
              <a:r>
                <a:rPr lang="es-ES" sz="2400" baseline="-25000">
                  <a:solidFill>
                    <a:srgbClr val="000000"/>
                  </a:solidFill>
                  <a:latin typeface="Arial" panose="020B0604020202020204" pitchFamily="34" charset="0"/>
                  <a:sym typeface="Symbol" panose="05050102010706020507" pitchFamily="18" charset="2"/>
                </a:rPr>
                <a:t>equivalente</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1</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3</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a:t>
              </a:r>
            </a:p>
          </p:txBody>
        </p:sp>
        <p:sp>
          <p:nvSpPr>
            <p:cNvPr id="33820" name="Text Box 7"/>
            <p:cNvSpPr txBox="1">
              <a:spLocks noChangeArrowheads="1"/>
            </p:cNvSpPr>
            <p:nvPr/>
          </p:nvSpPr>
          <p:spPr bwMode="auto">
            <a:xfrm>
              <a:off x="3255963" y="3055724"/>
              <a:ext cx="55435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R</a:t>
              </a:r>
              <a:r>
                <a:rPr lang="es-ES" sz="2400" baseline="-25000">
                  <a:solidFill>
                    <a:srgbClr val="000000"/>
                  </a:solidFill>
                  <a:latin typeface="Arial" panose="020B0604020202020204" pitchFamily="34" charset="0"/>
                  <a:sym typeface="Symbol" panose="05050102010706020507" pitchFamily="18" charset="2"/>
                </a:rPr>
                <a:t>1</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3</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a:t>
              </a:r>
              <a:r>
                <a:rPr lang="es-ES" sz="2400" b="1">
                  <a:solidFill>
                    <a:srgbClr val="000000"/>
                  </a:solidFill>
                  <a:latin typeface="Arial" panose="020B0604020202020204" pitchFamily="34" charset="0"/>
                  <a:sym typeface="Symbol" panose="05050102010706020507" pitchFamily="18" charset="2"/>
                </a:rPr>
                <a:t>= P</a:t>
              </a:r>
              <a:r>
                <a:rPr lang="es-ES" sz="2400" b="1" baseline="-25000">
                  <a:solidFill>
                    <a:srgbClr val="000000"/>
                  </a:solidFill>
                  <a:latin typeface="Arial" panose="020B0604020202020204" pitchFamily="34" charset="0"/>
                  <a:sym typeface="Symbol" panose="05050102010706020507" pitchFamily="18" charset="2"/>
                </a:rPr>
                <a:t>1</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2</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3</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total</a:t>
              </a:r>
            </a:p>
          </p:txBody>
        </p:sp>
      </p:grpSp>
      <p:grpSp>
        <p:nvGrpSpPr>
          <p:cNvPr id="11" name="Grupo 10"/>
          <p:cNvGrpSpPr/>
          <p:nvPr/>
        </p:nvGrpSpPr>
        <p:grpSpPr>
          <a:xfrm>
            <a:off x="1297859" y="316778"/>
            <a:ext cx="8091487" cy="681038"/>
            <a:chOff x="1295043" y="380091"/>
            <a:chExt cx="8091487" cy="681038"/>
          </a:xfrm>
        </p:grpSpPr>
        <p:sp>
          <p:nvSpPr>
            <p:cNvPr id="33816" name="Rectangle 16"/>
            <p:cNvSpPr>
              <a:spLocks noChangeArrowheads="1"/>
            </p:cNvSpPr>
            <p:nvPr/>
          </p:nvSpPr>
          <p:spPr bwMode="auto">
            <a:xfrm>
              <a:off x="7025917" y="380091"/>
              <a:ext cx="1641475" cy="681038"/>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33817" name="Text Box 17"/>
            <p:cNvSpPr txBox="1">
              <a:spLocks noChangeArrowheads="1"/>
            </p:cNvSpPr>
            <p:nvPr/>
          </p:nvSpPr>
          <p:spPr bwMode="auto">
            <a:xfrm>
              <a:off x="1295043" y="429304"/>
              <a:ext cx="809148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latin typeface="Arial" panose="020B0604020202020204" pitchFamily="34" charset="0"/>
                  <a:sym typeface="Symbol" panose="05050102010706020507" pitchFamily="18" charset="2"/>
                </a:rPr>
                <a:t>N resistencias iguales de resistencia R:</a:t>
              </a:r>
              <a:r>
                <a:rPr lang="es-ES" sz="2400" dirty="0">
                  <a:solidFill>
                    <a:srgbClr val="008000"/>
                  </a:solidFill>
                  <a:latin typeface="Arial" panose="020B0604020202020204" pitchFamily="34" charset="0"/>
                  <a:sym typeface="Symbol" panose="05050102010706020507" pitchFamily="18" charset="2"/>
                </a:rPr>
                <a:t> </a:t>
              </a:r>
              <a:r>
                <a:rPr lang="es-ES" sz="2400" dirty="0">
                  <a:solidFill>
                    <a:srgbClr val="000000"/>
                  </a:solidFill>
                  <a:latin typeface="Arial" panose="020B0604020202020204" pitchFamily="34" charset="0"/>
                  <a:sym typeface="Symbol" panose="05050102010706020507" pitchFamily="18" charset="2"/>
                </a:rPr>
                <a:t>  </a:t>
              </a:r>
              <a:r>
                <a:rPr lang="es-ES" sz="2400" dirty="0" err="1">
                  <a:solidFill>
                    <a:srgbClr val="000000"/>
                  </a:solidFill>
                  <a:latin typeface="Arial" panose="020B0604020202020204" pitchFamily="34" charset="0"/>
                  <a:sym typeface="Symbol" panose="05050102010706020507" pitchFamily="18" charset="2"/>
                </a:rPr>
                <a:t>R</a:t>
              </a:r>
              <a:r>
                <a:rPr lang="es-ES" sz="2400" baseline="-25000" dirty="0" err="1">
                  <a:solidFill>
                    <a:srgbClr val="000000"/>
                  </a:solidFill>
                  <a:latin typeface="Arial" panose="020B0604020202020204" pitchFamily="34" charset="0"/>
                  <a:sym typeface="Symbol" panose="05050102010706020507" pitchFamily="18" charset="2"/>
                </a:rPr>
                <a:t>eq</a:t>
              </a:r>
              <a:r>
                <a:rPr lang="es-ES" sz="2400" dirty="0">
                  <a:solidFill>
                    <a:srgbClr val="000000"/>
                  </a:solidFill>
                  <a:latin typeface="Arial" panose="020B0604020202020204" pitchFamily="34" charset="0"/>
                  <a:sym typeface="Symbol" panose="05050102010706020507" pitchFamily="18" charset="2"/>
                </a:rPr>
                <a:t> = N R  </a:t>
              </a:r>
              <a:endParaRPr lang="es-ES" sz="2400" baseline="-25000" dirty="0">
                <a:solidFill>
                  <a:srgbClr val="FF0000"/>
                </a:solidFill>
                <a:latin typeface="Arial" panose="020B0604020202020204" pitchFamily="34" charset="0"/>
                <a:sym typeface="Symbol" panose="05050102010706020507" pitchFamily="18" charset="2"/>
              </a:endParaRPr>
            </a:p>
          </p:txBody>
        </p:sp>
      </p:grpSp>
      <p:sp>
        <p:nvSpPr>
          <p:cNvPr id="33818" name="Text Box 18"/>
          <p:cNvSpPr txBox="1">
            <a:spLocks noChangeArrowheads="1"/>
          </p:cNvSpPr>
          <p:nvPr/>
        </p:nvSpPr>
        <p:spPr bwMode="auto">
          <a:xfrm>
            <a:off x="5129941" y="961640"/>
            <a:ext cx="532669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None/>
            </a:pPr>
            <a:r>
              <a:rPr lang="es-ES" sz="2400" dirty="0">
                <a:solidFill>
                  <a:srgbClr val="FF0000"/>
                </a:solidFill>
                <a:latin typeface="Arial" panose="020B0604020202020204" pitchFamily="34" charset="0"/>
                <a:sym typeface="Symbol" panose="05050102010706020507" pitchFamily="18" charset="2"/>
              </a:rPr>
              <a:t>(</a:t>
            </a:r>
            <a:r>
              <a:rPr lang="es-ES" sz="2400" dirty="0" err="1">
                <a:solidFill>
                  <a:srgbClr val="FF0000"/>
                </a:solidFill>
                <a:latin typeface="Arial" panose="020B0604020202020204" pitchFamily="34" charset="0"/>
                <a:sym typeface="Symbol" panose="05050102010706020507" pitchFamily="18" charset="2"/>
              </a:rPr>
              <a:t>R</a:t>
            </a:r>
            <a:r>
              <a:rPr lang="es-ES" sz="2400" baseline="-25000" dirty="0" err="1">
                <a:solidFill>
                  <a:srgbClr val="FF0000"/>
                </a:solidFill>
                <a:latin typeface="Arial" panose="020B0604020202020204" pitchFamily="34" charset="0"/>
                <a:sym typeface="Symbol" panose="05050102010706020507" pitchFamily="18" charset="2"/>
              </a:rPr>
              <a:t>eq</a:t>
            </a:r>
            <a:r>
              <a:rPr lang="es-ES" sz="2400" dirty="0">
                <a:solidFill>
                  <a:srgbClr val="FF0000"/>
                </a:solidFill>
                <a:latin typeface="Arial" panose="020B0604020202020204" pitchFamily="34" charset="0"/>
                <a:sym typeface="Symbol" panose="05050102010706020507" pitchFamily="18" charset="2"/>
              </a:rPr>
              <a:t> &gt; </a:t>
            </a:r>
            <a:r>
              <a:rPr lang="es-ES" sz="2400" dirty="0" err="1">
                <a:solidFill>
                  <a:srgbClr val="FF0000"/>
                </a:solidFill>
                <a:latin typeface="Arial" panose="020B0604020202020204" pitchFamily="34" charset="0"/>
                <a:sym typeface="Symbol" panose="05050102010706020507" pitchFamily="18" charset="2"/>
              </a:rPr>
              <a:t>R</a:t>
            </a:r>
            <a:r>
              <a:rPr lang="es-ES" sz="2400" baseline="-25000" dirty="0" err="1">
                <a:solidFill>
                  <a:srgbClr val="FF0000"/>
                </a:solidFill>
                <a:latin typeface="Arial" panose="020B0604020202020204" pitchFamily="34" charset="0"/>
                <a:sym typeface="Symbol" panose="05050102010706020507" pitchFamily="18" charset="2"/>
              </a:rPr>
              <a:t>i</a:t>
            </a:r>
            <a:r>
              <a:rPr lang="es-ES" sz="2400" dirty="0">
                <a:solidFill>
                  <a:srgbClr val="FF0000"/>
                </a:solidFill>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rPr>
              <a:t>siempre, sean iguales o no)</a:t>
            </a:r>
            <a:endParaRPr lang="es-ES" sz="2400" dirty="0">
              <a:solidFill>
                <a:srgbClr val="FF0000"/>
              </a:solidFill>
              <a:latin typeface="Arial" panose="020B0604020202020204" pitchFamily="34" charset="0"/>
              <a:sym typeface="Symbol" panose="05050102010706020507" pitchFamily="18" charset="2"/>
            </a:endParaRPr>
          </a:p>
        </p:txBody>
      </p:sp>
      <p:sp>
        <p:nvSpPr>
          <p:cNvPr id="33812" name="Text Box 25"/>
          <p:cNvSpPr txBox="1">
            <a:spLocks noChangeArrowheads="1"/>
          </p:cNvSpPr>
          <p:nvPr/>
        </p:nvSpPr>
        <p:spPr bwMode="auto">
          <a:xfrm>
            <a:off x="5315364" y="4086199"/>
            <a:ext cx="462357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Pueden ser las 2 partes </a:t>
            </a:r>
            <a:r>
              <a:rPr lang="es-ES" sz="2400" u="sng">
                <a:solidFill>
                  <a:srgbClr val="3333FF"/>
                </a:solidFill>
                <a:latin typeface="Arial" panose="020B0604020202020204" pitchFamily="34" charset="0"/>
              </a:rPr>
              <a:t>en serie</a:t>
            </a:r>
            <a:r>
              <a:rPr lang="es-ES" sz="2400">
                <a:solidFill>
                  <a:srgbClr val="3333FF"/>
                </a:solidFill>
                <a:latin typeface="Arial" panose="020B0604020202020204" pitchFamily="34" charset="0"/>
              </a:rPr>
              <a:t> en que se divida una asociación</a:t>
            </a:r>
          </a:p>
        </p:txBody>
      </p:sp>
      <p:sp>
        <p:nvSpPr>
          <p:cNvPr id="2" name="Text Box 14"/>
          <p:cNvSpPr txBox="1">
            <a:spLocks noChangeArrowheads="1"/>
          </p:cNvSpPr>
          <p:nvPr/>
        </p:nvSpPr>
        <p:spPr bwMode="auto">
          <a:xfrm>
            <a:off x="1319417" y="3367315"/>
            <a:ext cx="349885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Como:  V</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 </a:t>
            </a:r>
            <a:r>
              <a:rPr lang="es-ES" sz="2400">
                <a:solidFill>
                  <a:srgbClr val="000000"/>
                </a:solidFill>
                <a:latin typeface="Comic Sans MS" panose="030F0702030302020204" pitchFamily="66"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 </a:t>
            </a:r>
            <a:r>
              <a:rPr lang="es-ES" sz="280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eq</a:t>
            </a:r>
            <a:r>
              <a:rPr lang="es-ES" sz="2400">
                <a:solidFill>
                  <a:srgbClr val="000000"/>
                </a:solidFill>
                <a:latin typeface="Arial" panose="020B0604020202020204" pitchFamily="34" charset="0"/>
                <a:sym typeface="Symbol" panose="05050102010706020507" pitchFamily="18" charset="2"/>
              </a:rPr>
              <a:t> </a:t>
            </a:r>
            <a:endParaRPr lang="es-ES" sz="2400" b="1">
              <a:solidFill>
                <a:srgbClr val="FF0000"/>
              </a:solidFill>
              <a:latin typeface="Arial" panose="020B0604020202020204" pitchFamily="34" charset="0"/>
              <a:sym typeface="Symbol" panose="05050102010706020507" pitchFamily="18" charset="2"/>
            </a:endParaRPr>
          </a:p>
        </p:txBody>
      </p:sp>
      <p:sp>
        <p:nvSpPr>
          <p:cNvPr id="9" name="Text Box 21"/>
          <p:cNvSpPr txBox="1">
            <a:spLocks noChangeArrowheads="1"/>
          </p:cNvSpPr>
          <p:nvPr/>
        </p:nvSpPr>
        <p:spPr bwMode="auto">
          <a:xfrm>
            <a:off x="6724631" y="5284603"/>
            <a:ext cx="2630488" cy="957263"/>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defRPr/>
            </a:pPr>
            <a:r>
              <a:rPr lang="es-ES" sz="2400" b="1">
                <a:solidFill>
                  <a:srgbClr val="FFFFFF"/>
                </a:solidFill>
                <a:latin typeface="Arial" panose="020B0604020202020204" pitchFamily="34" charset="0"/>
              </a:rPr>
              <a:t>Circuito Divisor de Tensiones</a:t>
            </a:r>
          </a:p>
        </p:txBody>
      </p:sp>
      <p:sp>
        <p:nvSpPr>
          <p:cNvPr id="33815" name="Text Box 33"/>
          <p:cNvSpPr txBox="1">
            <a:spLocks noChangeArrowheads="1"/>
          </p:cNvSpPr>
          <p:nvPr/>
        </p:nvSpPr>
        <p:spPr bwMode="auto">
          <a:xfrm>
            <a:off x="6500446" y="6296095"/>
            <a:ext cx="3539887" cy="4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ts val="2400"/>
              </a:lnSpc>
              <a:spcBef>
                <a:spcPts val="0"/>
              </a:spcBef>
              <a:buFontTx/>
              <a:buNone/>
            </a:pPr>
            <a:r>
              <a:rPr lang="es-ES" sz="2400" dirty="0">
                <a:solidFill>
                  <a:srgbClr val="FF0000"/>
                </a:solidFill>
                <a:latin typeface="Arial" panose="020B0604020202020204" pitchFamily="34" charset="0"/>
              </a:rPr>
              <a:t>(misma </a:t>
            </a:r>
            <a:r>
              <a:rPr lang="es-ES" sz="2400" dirty="0">
                <a:solidFill>
                  <a:srgbClr val="FF0000"/>
                </a:solidFill>
                <a:latin typeface="Comic Sans MS" panose="030F0702030302020204" pitchFamily="66" charset="0"/>
              </a:rPr>
              <a:t>I</a:t>
            </a:r>
            <a:r>
              <a:rPr lang="es-ES" sz="2400" dirty="0">
                <a:solidFill>
                  <a:srgbClr val="FF0000"/>
                </a:solidFill>
                <a:latin typeface="Arial" panose="020B0604020202020204" pitchFamily="34" charset="0"/>
              </a:rPr>
              <a:t> y se reparte V)</a:t>
            </a:r>
            <a:endParaRPr lang="es-ES" sz="2400" dirty="0">
              <a:solidFill>
                <a:srgbClr val="FF0000"/>
              </a:solidFill>
              <a:latin typeface="Arial" panose="020B0604020202020204" pitchFamily="34" charset="0"/>
              <a:sym typeface="Symbol" panose="05050102010706020507" pitchFamily="18" charset="2"/>
            </a:endParaRPr>
          </a:p>
        </p:txBody>
      </p:sp>
      <p:grpSp>
        <p:nvGrpSpPr>
          <p:cNvPr id="19486" name="Group 30"/>
          <p:cNvGrpSpPr>
            <a:grpSpLocks/>
          </p:cNvGrpSpPr>
          <p:nvPr/>
        </p:nvGrpSpPr>
        <p:grpSpPr bwMode="auto">
          <a:xfrm>
            <a:off x="1637582" y="5118020"/>
            <a:ext cx="4465638" cy="1308100"/>
            <a:chOff x="3674" y="3482"/>
            <a:chExt cx="2813" cy="824"/>
          </a:xfrm>
        </p:grpSpPr>
        <p:sp>
          <p:nvSpPr>
            <p:cNvPr id="33809" name="Rectangle 22"/>
            <p:cNvSpPr>
              <a:spLocks noChangeArrowheads="1"/>
            </p:cNvSpPr>
            <p:nvPr/>
          </p:nvSpPr>
          <p:spPr bwMode="auto">
            <a:xfrm>
              <a:off x="3674" y="3482"/>
              <a:ext cx="2813" cy="824"/>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33810" name="Text Box 23"/>
            <p:cNvSpPr txBox="1">
              <a:spLocks noChangeArrowheads="1"/>
            </p:cNvSpPr>
            <p:nvPr/>
          </p:nvSpPr>
          <p:spPr bwMode="auto">
            <a:xfrm>
              <a:off x="3730" y="3694"/>
              <a:ext cx="117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V</a:t>
              </a:r>
              <a:r>
                <a:rPr lang="es-ES" sz="2400" baseline="-25000">
                  <a:solidFill>
                    <a:srgbClr val="000000"/>
                  </a:solidFill>
                  <a:latin typeface="Arial" panose="020B0604020202020204" pitchFamily="34" charset="0"/>
                  <a:sym typeface="Symbol" panose="05050102010706020507" pitchFamily="18" charset="2"/>
                </a:rPr>
                <a:t>parte</a:t>
              </a:r>
              <a:r>
                <a:rPr lang="es-ES" sz="2400">
                  <a:solidFill>
                    <a:srgbClr val="000000"/>
                  </a:solidFill>
                  <a:latin typeface="Arial" panose="020B0604020202020204" pitchFamily="34" charset="0"/>
                  <a:sym typeface="Symbol" panose="05050102010706020507" pitchFamily="18" charset="2"/>
                </a:rPr>
                <a:t> = V</a:t>
              </a:r>
              <a:r>
                <a:rPr lang="es-ES" sz="2400" baseline="-25000">
                  <a:solidFill>
                    <a:srgbClr val="000000"/>
                  </a:solidFill>
                  <a:latin typeface="Arial" panose="020B0604020202020204" pitchFamily="34" charset="0"/>
                  <a:sym typeface="Symbol" panose="05050102010706020507" pitchFamily="18" charset="2"/>
                </a:rPr>
                <a:t>total</a:t>
              </a:r>
              <a:endParaRPr lang="es-ES" sz="2400">
                <a:solidFill>
                  <a:srgbClr val="FF0000"/>
                </a:solidFill>
                <a:latin typeface="Arial" panose="020B0604020202020204" pitchFamily="34" charset="0"/>
                <a:sym typeface="Symbol" panose="05050102010706020507" pitchFamily="18" charset="2"/>
              </a:endParaRPr>
            </a:p>
          </p:txBody>
        </p:sp>
        <p:sp>
          <p:nvSpPr>
            <p:cNvPr id="5" name="Text Box 35"/>
            <p:cNvSpPr txBox="1">
              <a:spLocks noChangeArrowheads="1"/>
            </p:cNvSpPr>
            <p:nvPr/>
          </p:nvSpPr>
          <p:spPr bwMode="auto">
            <a:xfrm>
              <a:off x="4894" y="3894"/>
              <a:ext cx="154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parte</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otra_parte</a:t>
              </a:r>
              <a:endParaRPr lang="es-ES" sz="2400">
                <a:solidFill>
                  <a:srgbClr val="FF0000"/>
                </a:solidFill>
                <a:latin typeface="Arial" panose="020B0604020202020204" pitchFamily="34" charset="0"/>
                <a:sym typeface="Symbol" panose="05050102010706020507" pitchFamily="18" charset="2"/>
              </a:endParaRPr>
            </a:p>
          </p:txBody>
        </p:sp>
        <p:sp>
          <p:nvSpPr>
            <p:cNvPr id="8" name="Text Box 36"/>
            <p:cNvSpPr txBox="1">
              <a:spLocks noChangeArrowheads="1"/>
            </p:cNvSpPr>
            <p:nvPr/>
          </p:nvSpPr>
          <p:spPr bwMode="auto">
            <a:xfrm>
              <a:off x="5214" y="3526"/>
              <a:ext cx="56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parte</a:t>
              </a:r>
              <a:endParaRPr lang="es-ES" sz="2400">
                <a:solidFill>
                  <a:srgbClr val="FF0000"/>
                </a:solidFill>
                <a:latin typeface="Arial" panose="020B0604020202020204" pitchFamily="34" charset="0"/>
                <a:sym typeface="Symbol" panose="05050102010706020507" pitchFamily="18" charset="2"/>
              </a:endParaRPr>
            </a:p>
          </p:txBody>
        </p:sp>
        <p:sp>
          <p:nvSpPr>
            <p:cNvPr id="33813" name="Line 37"/>
            <p:cNvSpPr>
              <a:spLocks noChangeShapeType="1"/>
            </p:cNvSpPr>
            <p:nvPr/>
          </p:nvSpPr>
          <p:spPr bwMode="auto">
            <a:xfrm>
              <a:off x="4892" y="3896"/>
              <a:ext cx="1472"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sz="2400"/>
            </a:p>
          </p:txBody>
        </p:sp>
      </p:grpSp>
      <p:grpSp>
        <p:nvGrpSpPr>
          <p:cNvPr id="10" name="Grupo 9"/>
          <p:cNvGrpSpPr>
            <a:grpSpLocks/>
          </p:cNvGrpSpPr>
          <p:nvPr/>
        </p:nvGrpSpPr>
        <p:grpSpPr bwMode="auto">
          <a:xfrm>
            <a:off x="5498335" y="3379707"/>
            <a:ext cx="4562404" cy="681349"/>
            <a:chOff x="5306499" y="4455664"/>
            <a:chExt cx="4561392" cy="681349"/>
          </a:xfrm>
        </p:grpSpPr>
        <p:sp>
          <p:nvSpPr>
            <p:cNvPr id="33806" name="Rectangle 13"/>
            <p:cNvSpPr>
              <a:spLocks noChangeArrowheads="1"/>
            </p:cNvSpPr>
            <p:nvPr/>
          </p:nvSpPr>
          <p:spPr bwMode="auto">
            <a:xfrm>
              <a:off x="6008698" y="4455975"/>
              <a:ext cx="2319338" cy="681038"/>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sp>
          <p:nvSpPr>
            <p:cNvPr id="33807" name="Text Box 14"/>
            <p:cNvSpPr txBox="1">
              <a:spLocks noChangeArrowheads="1"/>
            </p:cNvSpPr>
            <p:nvPr/>
          </p:nvSpPr>
          <p:spPr bwMode="auto">
            <a:xfrm>
              <a:off x="5306499" y="4455664"/>
              <a:ext cx="2320926"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V</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 </a:t>
              </a:r>
              <a:r>
                <a:rPr lang="es-ES" sz="280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sym typeface="Symbol" panose="05050102010706020507" pitchFamily="18" charset="2"/>
                </a:rPr>
                <a:t> (R</a:t>
              </a:r>
              <a:r>
                <a:rPr lang="es-ES" sz="2400" baseline="-25000">
                  <a:solidFill>
                    <a:srgbClr val="000000"/>
                  </a:solidFill>
                  <a:latin typeface="Arial" panose="020B0604020202020204" pitchFamily="34" charset="0"/>
                  <a:sym typeface="Symbol" panose="05050102010706020507" pitchFamily="18" charset="2"/>
                </a:rPr>
                <a:t>i </a:t>
              </a:r>
              <a:r>
                <a:rPr lang="es-ES" sz="2400">
                  <a:solidFill>
                    <a:srgbClr val="000000"/>
                  </a:solidFill>
                  <a:latin typeface="Arial" panose="020B0604020202020204" pitchFamily="34" charset="0"/>
                  <a:sym typeface="Symbol" panose="05050102010706020507" pitchFamily="18" charset="2"/>
                </a:rPr>
                <a:t>/ R</a:t>
              </a:r>
              <a:r>
                <a:rPr lang="es-ES" sz="2400" baseline="-25000">
                  <a:solidFill>
                    <a:srgbClr val="000000"/>
                  </a:solidFill>
                  <a:latin typeface="Arial" panose="020B0604020202020204" pitchFamily="34" charset="0"/>
                  <a:sym typeface="Symbol" panose="05050102010706020507" pitchFamily="18" charset="2"/>
                </a:rPr>
                <a:t>eq</a:t>
              </a:r>
              <a:r>
                <a:rPr lang="es-ES" sz="2400">
                  <a:solidFill>
                    <a:srgbClr val="000000"/>
                  </a:solidFill>
                  <a:latin typeface="Arial" panose="020B0604020202020204" pitchFamily="34" charset="0"/>
                  <a:sym typeface="Symbol" panose="05050102010706020507" pitchFamily="18" charset="2"/>
                </a:rPr>
                <a:t>)</a:t>
              </a:r>
              <a:endParaRPr lang="es-ES" sz="2400">
                <a:solidFill>
                  <a:srgbClr val="FF0000"/>
                </a:solidFill>
                <a:latin typeface="Arial" panose="020B0604020202020204" pitchFamily="34" charset="0"/>
                <a:sym typeface="Symbol" panose="05050102010706020507" pitchFamily="18" charset="2"/>
              </a:endParaRPr>
            </a:p>
          </p:txBody>
        </p:sp>
        <p:sp>
          <p:nvSpPr>
            <p:cNvPr id="33808" name="Text Box 31"/>
            <p:cNvSpPr txBox="1">
              <a:spLocks noChangeArrowheads="1"/>
            </p:cNvSpPr>
            <p:nvPr/>
          </p:nvSpPr>
          <p:spPr bwMode="auto">
            <a:xfrm>
              <a:off x="8429616" y="4578213"/>
              <a:ext cx="14382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i = 1, 2, 3...</a:t>
              </a:r>
            </a:p>
          </p:txBody>
        </p:sp>
      </p:grpSp>
      <p:sp>
        <p:nvSpPr>
          <p:cNvPr id="33" name="CuadroTexto 32"/>
          <p:cNvSpPr txBox="1">
            <a:spLocks noChangeArrowheads="1"/>
          </p:cNvSpPr>
          <p:nvPr/>
        </p:nvSpPr>
        <p:spPr bwMode="auto">
          <a:xfrm>
            <a:off x="1644661" y="4339636"/>
            <a:ext cx="3287860" cy="566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72000" anchor="ctr" anchorCtr="1">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Para 2:   R</a:t>
            </a:r>
            <a:r>
              <a:rPr lang="es-ES" sz="2400" baseline="-25000"/>
              <a:t>eq</a:t>
            </a:r>
            <a:r>
              <a:rPr lang="es-ES" sz="2400"/>
              <a:t> = R</a:t>
            </a:r>
            <a:r>
              <a:rPr lang="es-ES" sz="2400" baseline="-25000"/>
              <a:t>1</a:t>
            </a:r>
            <a:r>
              <a:rPr lang="es-ES" sz="2400"/>
              <a:t> + R</a:t>
            </a:r>
            <a:r>
              <a:rPr lang="es-ES" sz="2400" baseline="-25000"/>
              <a:t>2</a:t>
            </a:r>
            <a:endParaRPr lang="es-ES" sz="2400"/>
          </a:p>
        </p:txBody>
      </p:sp>
      <p:sp>
        <p:nvSpPr>
          <p:cNvPr id="30" name="Text Box 33"/>
          <p:cNvSpPr txBox="1">
            <a:spLocks noChangeArrowheads="1"/>
          </p:cNvSpPr>
          <p:nvPr/>
        </p:nvSpPr>
        <p:spPr bwMode="auto">
          <a:xfrm>
            <a:off x="1304402" y="6418034"/>
            <a:ext cx="508678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0000"/>
                </a:solidFill>
                <a:latin typeface="Arial" panose="020B0604020202020204" pitchFamily="34" charset="0"/>
              </a:rPr>
              <a:t>(le toca su fracción de R</a:t>
            </a:r>
            <a:r>
              <a:rPr lang="es-ES" sz="2400">
                <a:solidFill>
                  <a:srgbClr val="FF0000"/>
                </a:solidFill>
                <a:latin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738946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p:tgtEl>
                                          <p:spTgt spid="11"/>
                                        </p:tgtEl>
                                        <p:attrNameLst>
                                          <p:attrName>ppt_y</p:attrName>
                                        </p:attrNameLst>
                                      </p:cBhvr>
                                      <p:tavLst>
                                        <p:tav tm="0">
                                          <p:val>
                                            <p:strVal val="#ppt_y-#ppt_h*1.125000"/>
                                          </p:val>
                                        </p:tav>
                                        <p:tav tm="100000">
                                          <p:val>
                                            <p:strVal val="#ppt_y"/>
                                          </p:val>
                                        </p:tav>
                                      </p:tavLst>
                                    </p:anim>
                                    <p:animEffect transition="in" filter="wipe(down)">
                                      <p:cBhvr>
                                        <p:cTn id="8" dur="500"/>
                                        <p:tgtEl>
                                          <p:spTgt spid="11"/>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3818"/>
                                        </p:tgtEl>
                                        <p:attrNameLst>
                                          <p:attrName>style.visibility</p:attrName>
                                        </p:attrNameLst>
                                      </p:cBhvr>
                                      <p:to>
                                        <p:strVal val="visible"/>
                                      </p:to>
                                    </p:set>
                                    <p:anim calcmode="lin" valueType="num">
                                      <p:cBhvr additive="base">
                                        <p:cTn id="13" dur="500"/>
                                        <p:tgtEl>
                                          <p:spTgt spid="33818"/>
                                        </p:tgtEl>
                                        <p:attrNameLst>
                                          <p:attrName>ppt_y</p:attrName>
                                        </p:attrNameLst>
                                      </p:cBhvr>
                                      <p:tavLst>
                                        <p:tav tm="0">
                                          <p:val>
                                            <p:strVal val="#ppt_y+#ppt_h*1.125000"/>
                                          </p:val>
                                        </p:tav>
                                        <p:tav tm="100000">
                                          <p:val>
                                            <p:strVal val="#ppt_y"/>
                                          </p:val>
                                        </p:tav>
                                      </p:tavLst>
                                    </p:anim>
                                    <p:animEffect transition="in" filter="wipe(up)">
                                      <p:cBhvr>
                                        <p:cTn id="14" dur="500"/>
                                        <p:tgtEl>
                                          <p:spTgt spid="33818"/>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strips(downRight)">
                                      <p:cBhvr>
                                        <p:cTn id="19" dur="500"/>
                                        <p:tgtEl>
                                          <p:spTgt spid="4"/>
                                        </p:tgtEl>
                                      </p:cBhvr>
                                    </p:animEffect>
                                  </p:childTnLst>
                                </p:cTn>
                              </p:par>
                            </p:childTnLst>
                          </p:cTn>
                        </p:par>
                      </p:childTnLst>
                    </p:cTn>
                  </p:par>
                  <p:par>
                    <p:cTn id="20" fill="hold">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p:tgtEl>
                                          <p:spTgt spid="2"/>
                                        </p:tgtEl>
                                        <p:attrNameLst>
                                          <p:attrName>ppt_y</p:attrName>
                                        </p:attrNameLst>
                                      </p:cBhvr>
                                      <p:tavLst>
                                        <p:tav tm="0">
                                          <p:val>
                                            <p:strVal val="#ppt_y+#ppt_h*1.125000"/>
                                          </p:val>
                                        </p:tav>
                                        <p:tav tm="100000">
                                          <p:val>
                                            <p:strVal val="#ppt_y"/>
                                          </p:val>
                                        </p:tav>
                                      </p:tavLst>
                                    </p:anim>
                                    <p:animEffect transition="in" filter="wipe(up)">
                                      <p:cBhvr>
                                        <p:cTn id="30" dur="500"/>
                                        <p:tgtEl>
                                          <p:spTgt spid="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500"/>
                                        <p:tgtEl>
                                          <p:spTgt spid="1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500"/>
                                        <p:tgtEl>
                                          <p:spTgt spid="33"/>
                                        </p:tgtEl>
                                        <p:attrNameLst>
                                          <p:attrName>ppt_y</p:attrName>
                                        </p:attrNameLst>
                                      </p:cBhvr>
                                      <p:tavLst>
                                        <p:tav tm="0">
                                          <p:val>
                                            <p:strVal val="#ppt_y+#ppt_h*1.125000"/>
                                          </p:val>
                                        </p:tav>
                                        <p:tav tm="100000">
                                          <p:val>
                                            <p:strVal val="#ppt_y"/>
                                          </p:val>
                                        </p:tav>
                                      </p:tavLst>
                                    </p:anim>
                                    <p:animEffect transition="in" filter="wipe(up)">
                                      <p:cBhvr>
                                        <p:cTn id="41" dur="500"/>
                                        <p:tgtEl>
                                          <p:spTgt spid="3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3812"/>
                                        </p:tgtEl>
                                        <p:attrNameLst>
                                          <p:attrName>style.visibility</p:attrName>
                                        </p:attrNameLst>
                                      </p:cBhvr>
                                      <p:to>
                                        <p:strVal val="visible"/>
                                      </p:to>
                                    </p:set>
                                    <p:animEffect transition="in" filter="wipe(up)">
                                      <p:cBhvr>
                                        <p:cTn id="46" dur="500"/>
                                        <p:tgtEl>
                                          <p:spTgt spid="33812"/>
                                        </p:tgtEl>
                                      </p:cBhvr>
                                    </p:animEffect>
                                  </p:childTnLst>
                                </p:cTn>
                              </p:par>
                            </p:childTnLst>
                          </p:cTn>
                        </p:par>
                      </p:childTnLst>
                    </p:cTn>
                  </p:par>
                  <p:par>
                    <p:cTn id="47" fill="hold">
                      <p:stCondLst>
                        <p:cond delay="indefinite"/>
                      </p:stCondLst>
                      <p:childTnLst>
                        <p:par>
                          <p:cTn id="48" fill="hold" nodeType="afterGroup">
                            <p:stCondLst>
                              <p:cond delay="0"/>
                            </p:stCondLst>
                            <p:childTnLst>
                              <p:par>
                                <p:cTn id="49" presetID="3" presetClass="entr" presetSubtype="5"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blinds(vertical)">
                                      <p:cBhvr>
                                        <p:cTn id="51" dur="500"/>
                                        <p:tgtEl>
                                          <p:spTgt spid="9"/>
                                        </p:tgtEl>
                                      </p:cBhvr>
                                    </p:animEffect>
                                  </p:childTnLst>
                                </p:cTn>
                              </p:par>
                            </p:childTnLst>
                          </p:cTn>
                        </p:par>
                        <p:par>
                          <p:cTn id="52" fill="hold">
                            <p:stCondLst>
                              <p:cond delay="500"/>
                            </p:stCondLst>
                            <p:childTnLst>
                              <p:par>
                                <p:cTn id="53" presetID="12" presetClass="entr" presetSubtype="4" fill="hold" grpId="0" nodeType="afterEffect">
                                  <p:stCondLst>
                                    <p:cond delay="0"/>
                                  </p:stCondLst>
                                  <p:childTnLst>
                                    <p:set>
                                      <p:cBhvr>
                                        <p:cTn id="54" dur="1" fill="hold">
                                          <p:stCondLst>
                                            <p:cond delay="0"/>
                                          </p:stCondLst>
                                        </p:cTn>
                                        <p:tgtEl>
                                          <p:spTgt spid="33815"/>
                                        </p:tgtEl>
                                        <p:attrNameLst>
                                          <p:attrName>style.visibility</p:attrName>
                                        </p:attrNameLst>
                                      </p:cBhvr>
                                      <p:to>
                                        <p:strVal val="visible"/>
                                      </p:to>
                                    </p:set>
                                    <p:anim calcmode="lin" valueType="num">
                                      <p:cBhvr additive="base">
                                        <p:cTn id="55" dur="500"/>
                                        <p:tgtEl>
                                          <p:spTgt spid="33815"/>
                                        </p:tgtEl>
                                        <p:attrNameLst>
                                          <p:attrName>ppt_y</p:attrName>
                                        </p:attrNameLst>
                                      </p:cBhvr>
                                      <p:tavLst>
                                        <p:tav tm="0">
                                          <p:val>
                                            <p:strVal val="#ppt_y+#ppt_h*1.125000"/>
                                          </p:val>
                                        </p:tav>
                                        <p:tav tm="100000">
                                          <p:val>
                                            <p:strVal val="#ppt_y"/>
                                          </p:val>
                                        </p:tav>
                                      </p:tavLst>
                                    </p:anim>
                                    <p:animEffect transition="in" filter="wipe(up)">
                                      <p:cBhvr>
                                        <p:cTn id="56" dur="500"/>
                                        <p:tgtEl>
                                          <p:spTgt spid="3381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up)">
                                      <p:cBhvr>
                                        <p:cTn id="61" dur="500"/>
                                        <p:tgtEl>
                                          <p:spTgt spid="3"/>
                                        </p:tgtEl>
                                      </p:cBhvr>
                                    </p:animEffect>
                                  </p:childTnLst>
                                </p:cTn>
                              </p:par>
                            </p:childTnLst>
                          </p:cTn>
                        </p:par>
                        <p:par>
                          <p:cTn id="62" fill="hold">
                            <p:stCondLst>
                              <p:cond delay="500"/>
                            </p:stCondLst>
                            <p:childTnLst>
                              <p:par>
                                <p:cTn id="63" presetID="9" presetClass="entr" presetSubtype="0" fill="hold" nodeType="afterEffect">
                                  <p:stCondLst>
                                    <p:cond delay="0"/>
                                  </p:stCondLst>
                                  <p:childTnLst>
                                    <p:set>
                                      <p:cBhvr>
                                        <p:cTn id="64" dur="1" fill="hold">
                                          <p:stCondLst>
                                            <p:cond delay="0"/>
                                          </p:stCondLst>
                                        </p:cTn>
                                        <p:tgtEl>
                                          <p:spTgt spid="19486"/>
                                        </p:tgtEl>
                                        <p:attrNameLst>
                                          <p:attrName>style.visibility</p:attrName>
                                        </p:attrNameLst>
                                      </p:cBhvr>
                                      <p:to>
                                        <p:strVal val="visible"/>
                                      </p:to>
                                    </p:set>
                                    <p:animEffect transition="in" filter="dissolve">
                                      <p:cBhvr>
                                        <p:cTn id="65" dur="500"/>
                                        <p:tgtEl>
                                          <p:spTgt spid="1948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500"/>
                                        <p:tgtEl>
                                          <p:spTgt spid="30"/>
                                        </p:tgtEl>
                                        <p:attrNameLst>
                                          <p:attrName>ppt_y</p:attrName>
                                        </p:attrNameLst>
                                      </p:cBhvr>
                                      <p:tavLst>
                                        <p:tav tm="0">
                                          <p:val>
                                            <p:strVal val="#ppt_y+#ppt_h*1.125000"/>
                                          </p:val>
                                        </p:tav>
                                        <p:tav tm="100000">
                                          <p:val>
                                            <p:strVal val="#ppt_y"/>
                                          </p:val>
                                        </p:tav>
                                      </p:tavLst>
                                    </p:anim>
                                    <p:animEffect transition="in" filter="wipe(up)">
                                      <p:cBhvr>
                                        <p:cTn id="7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3818" grpId="0"/>
      <p:bldP spid="33812" grpId="0"/>
      <p:bldP spid="2" grpId="0"/>
      <p:bldP spid="9" grpId="0" animBg="1"/>
      <p:bldP spid="33815" grpId="0"/>
      <p:bldP spid="33" grpId="0" animBg="1"/>
      <p:bldP spid="3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15"/>
          <p:cNvSpPr/>
          <p:nvPr/>
        </p:nvSpPr>
        <p:spPr bwMode="auto">
          <a:xfrm>
            <a:off x="4705382" y="1755648"/>
            <a:ext cx="5715830" cy="5138927"/>
          </a:xfrm>
          <a:prstGeom prst="rect">
            <a:avLst/>
          </a:prstGeom>
          <a:solidFill>
            <a:srgbClr val="FFFFFF"/>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33895" name="Text Box 83"/>
          <p:cNvSpPr txBox="1">
            <a:spLocks noChangeArrowheads="1"/>
          </p:cNvSpPr>
          <p:nvPr/>
        </p:nvSpPr>
        <p:spPr bwMode="auto">
          <a:xfrm>
            <a:off x="8679038" y="2874518"/>
            <a:ext cx="1619652" cy="720000"/>
          </a:xfrm>
          <a:prstGeom prst="rect">
            <a:avLst/>
          </a:prstGeom>
          <a:solidFill>
            <a:srgbClr val="92D050"/>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ts val="2400"/>
              </a:lnSpc>
              <a:spcBef>
                <a:spcPts val="0"/>
              </a:spcBef>
              <a:buFontTx/>
              <a:buNone/>
            </a:pPr>
            <a:r>
              <a:rPr lang="es-ES" sz="2400">
                <a:latin typeface="Arial" panose="020B0604020202020204" pitchFamily="34" charset="0"/>
              </a:rPr>
              <a:t>En vertical</a:t>
            </a:r>
          </a:p>
          <a:p>
            <a:pPr algn="ctr" eaLnBrk="1" hangingPunct="1">
              <a:lnSpc>
                <a:spcPts val="2400"/>
              </a:lnSpc>
              <a:spcBef>
                <a:spcPts val="0"/>
              </a:spcBef>
              <a:buFontTx/>
              <a:buNone/>
            </a:pPr>
            <a:r>
              <a:rPr lang="es-ES" sz="2400">
                <a:latin typeface="Arial" panose="020B0604020202020204" pitchFamily="34" charset="0"/>
              </a:rPr>
              <a:t>después</a:t>
            </a:r>
          </a:p>
        </p:txBody>
      </p:sp>
      <p:grpSp>
        <p:nvGrpSpPr>
          <p:cNvPr id="8" name="Grupo 7"/>
          <p:cNvGrpSpPr/>
          <p:nvPr/>
        </p:nvGrpSpPr>
        <p:grpSpPr>
          <a:xfrm>
            <a:off x="1647503" y="2187880"/>
            <a:ext cx="2705101" cy="2782888"/>
            <a:chOff x="10701871" y="1708521"/>
            <a:chExt cx="2705101" cy="2782888"/>
          </a:xfrm>
        </p:grpSpPr>
        <p:sp>
          <p:nvSpPr>
            <p:cNvPr id="35886" name="Line 47"/>
            <p:cNvSpPr>
              <a:spLocks noChangeShapeType="1"/>
            </p:cNvSpPr>
            <p:nvPr/>
          </p:nvSpPr>
          <p:spPr bwMode="auto">
            <a:xfrm rot="16200000" flipH="1">
              <a:off x="12044896" y="1812502"/>
              <a:ext cx="0" cy="2138363"/>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87" name="Line 43"/>
            <p:cNvSpPr>
              <a:spLocks noChangeShapeType="1"/>
            </p:cNvSpPr>
            <p:nvPr/>
          </p:nvSpPr>
          <p:spPr bwMode="auto">
            <a:xfrm flipH="1">
              <a:off x="12313184" y="2058565"/>
              <a:ext cx="0" cy="2147888"/>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88" name="Text Box 96"/>
            <p:cNvSpPr txBox="1">
              <a:spLocks noChangeArrowheads="1"/>
            </p:cNvSpPr>
            <p:nvPr/>
          </p:nvSpPr>
          <p:spPr bwMode="auto">
            <a:xfrm>
              <a:off x="12221109" y="2504652"/>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889" name="Text Box 106"/>
            <p:cNvSpPr txBox="1">
              <a:spLocks noChangeArrowheads="1"/>
            </p:cNvSpPr>
            <p:nvPr/>
          </p:nvSpPr>
          <p:spPr bwMode="auto">
            <a:xfrm>
              <a:off x="11963934" y="27427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892" name="Line 41"/>
            <p:cNvSpPr>
              <a:spLocks noChangeShapeType="1"/>
            </p:cNvSpPr>
            <p:nvPr/>
          </p:nvSpPr>
          <p:spPr bwMode="auto">
            <a:xfrm flipH="1">
              <a:off x="11290834" y="2058565"/>
              <a:ext cx="9525" cy="2168525"/>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3" name="Line 42"/>
            <p:cNvSpPr>
              <a:spLocks noChangeShapeType="1"/>
            </p:cNvSpPr>
            <p:nvPr/>
          </p:nvSpPr>
          <p:spPr bwMode="auto">
            <a:xfrm flipH="1">
              <a:off x="11806771" y="2069677"/>
              <a:ext cx="0" cy="2095500"/>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4" name="Line 44"/>
            <p:cNvSpPr>
              <a:spLocks noChangeShapeType="1"/>
            </p:cNvSpPr>
            <p:nvPr/>
          </p:nvSpPr>
          <p:spPr bwMode="auto">
            <a:xfrm>
              <a:off x="12818009" y="2049040"/>
              <a:ext cx="11113" cy="2116138"/>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5" name="Line 45"/>
            <p:cNvSpPr>
              <a:spLocks noChangeShapeType="1"/>
            </p:cNvSpPr>
            <p:nvPr/>
          </p:nvSpPr>
          <p:spPr bwMode="auto">
            <a:xfrm rot="5400000" flipH="1" flipV="1">
              <a:off x="12038546" y="2807865"/>
              <a:ext cx="30163" cy="2159000"/>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6" name="Line 46"/>
            <p:cNvSpPr>
              <a:spLocks noChangeShapeType="1"/>
            </p:cNvSpPr>
            <p:nvPr/>
          </p:nvSpPr>
          <p:spPr bwMode="auto">
            <a:xfrm rot="5400000" flipH="1" flipV="1">
              <a:off x="12049658" y="2318915"/>
              <a:ext cx="9525" cy="2136775"/>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7" name="Line 48"/>
            <p:cNvSpPr>
              <a:spLocks noChangeShapeType="1"/>
            </p:cNvSpPr>
            <p:nvPr/>
          </p:nvSpPr>
          <p:spPr bwMode="auto">
            <a:xfrm rot="5400000" flipH="1" flipV="1">
              <a:off x="12043308" y="1285452"/>
              <a:ext cx="11113" cy="2168525"/>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8" name="Line 50"/>
            <p:cNvSpPr>
              <a:spLocks noChangeShapeType="1"/>
            </p:cNvSpPr>
            <p:nvPr/>
          </p:nvSpPr>
          <p:spPr bwMode="auto">
            <a:xfrm>
              <a:off x="10981271" y="2379240"/>
              <a:ext cx="0" cy="1527175"/>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899" name="Line 51"/>
            <p:cNvSpPr>
              <a:spLocks noChangeShapeType="1"/>
            </p:cNvSpPr>
            <p:nvPr/>
          </p:nvSpPr>
          <p:spPr bwMode="auto">
            <a:xfrm rot="16200000" flipH="1">
              <a:off x="12049659" y="1267990"/>
              <a:ext cx="0" cy="1528763"/>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00" name="Oval 52"/>
            <p:cNvSpPr>
              <a:spLocks noChangeArrowheads="1"/>
            </p:cNvSpPr>
            <p:nvPr/>
          </p:nvSpPr>
          <p:spPr bwMode="auto">
            <a:xfrm>
              <a:off x="11217809" y="2296690"/>
              <a:ext cx="176213" cy="174625"/>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1" name="Oval 54"/>
            <p:cNvSpPr>
              <a:spLocks noChangeArrowheads="1"/>
            </p:cNvSpPr>
            <p:nvPr/>
          </p:nvSpPr>
          <p:spPr bwMode="auto">
            <a:xfrm>
              <a:off x="11208284" y="2801515"/>
              <a:ext cx="174625"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2" name="Oval 55"/>
            <p:cNvSpPr>
              <a:spLocks noChangeArrowheads="1"/>
            </p:cNvSpPr>
            <p:nvPr/>
          </p:nvSpPr>
          <p:spPr bwMode="auto">
            <a:xfrm>
              <a:off x="11217809" y="3298402"/>
              <a:ext cx="176213" cy="174625"/>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3" name="Oval 56"/>
            <p:cNvSpPr>
              <a:spLocks noChangeArrowheads="1"/>
            </p:cNvSpPr>
            <p:nvPr/>
          </p:nvSpPr>
          <p:spPr bwMode="auto">
            <a:xfrm>
              <a:off x="11217809" y="3814340"/>
              <a:ext cx="176213"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4" name="Oval 57"/>
            <p:cNvSpPr>
              <a:spLocks noChangeArrowheads="1"/>
            </p:cNvSpPr>
            <p:nvPr/>
          </p:nvSpPr>
          <p:spPr bwMode="auto">
            <a:xfrm>
              <a:off x="11713109" y="2296690"/>
              <a:ext cx="176213" cy="174625"/>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5" name="Oval 58"/>
            <p:cNvSpPr>
              <a:spLocks noChangeArrowheads="1"/>
            </p:cNvSpPr>
            <p:nvPr/>
          </p:nvSpPr>
          <p:spPr bwMode="auto">
            <a:xfrm>
              <a:off x="11703584" y="2801515"/>
              <a:ext cx="174625"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6" name="Oval 59"/>
            <p:cNvSpPr>
              <a:spLocks noChangeArrowheads="1"/>
            </p:cNvSpPr>
            <p:nvPr/>
          </p:nvSpPr>
          <p:spPr bwMode="auto">
            <a:xfrm>
              <a:off x="11713109" y="3298402"/>
              <a:ext cx="176213" cy="174625"/>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7" name="Oval 60"/>
            <p:cNvSpPr>
              <a:spLocks noChangeArrowheads="1"/>
            </p:cNvSpPr>
            <p:nvPr/>
          </p:nvSpPr>
          <p:spPr bwMode="auto">
            <a:xfrm>
              <a:off x="11713109" y="3814340"/>
              <a:ext cx="176213"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8" name="Oval 61"/>
            <p:cNvSpPr>
              <a:spLocks noChangeArrowheads="1"/>
            </p:cNvSpPr>
            <p:nvPr/>
          </p:nvSpPr>
          <p:spPr bwMode="auto">
            <a:xfrm>
              <a:off x="12219521" y="2285577"/>
              <a:ext cx="176213"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09" name="Oval 62"/>
            <p:cNvSpPr>
              <a:spLocks noChangeArrowheads="1"/>
            </p:cNvSpPr>
            <p:nvPr/>
          </p:nvSpPr>
          <p:spPr bwMode="auto">
            <a:xfrm>
              <a:off x="12209996" y="2791990"/>
              <a:ext cx="174625"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0" name="Oval 63"/>
            <p:cNvSpPr>
              <a:spLocks noChangeArrowheads="1"/>
            </p:cNvSpPr>
            <p:nvPr/>
          </p:nvSpPr>
          <p:spPr bwMode="auto">
            <a:xfrm>
              <a:off x="12219521" y="3287290"/>
              <a:ext cx="176213"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1" name="Oval 64"/>
            <p:cNvSpPr>
              <a:spLocks noChangeArrowheads="1"/>
            </p:cNvSpPr>
            <p:nvPr/>
          </p:nvSpPr>
          <p:spPr bwMode="auto">
            <a:xfrm>
              <a:off x="12219521" y="3803227"/>
              <a:ext cx="176213"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2" name="Oval 65"/>
            <p:cNvSpPr>
              <a:spLocks noChangeArrowheads="1"/>
            </p:cNvSpPr>
            <p:nvPr/>
          </p:nvSpPr>
          <p:spPr bwMode="auto">
            <a:xfrm>
              <a:off x="12725934" y="2285577"/>
              <a:ext cx="174625"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3" name="Oval 66"/>
            <p:cNvSpPr>
              <a:spLocks noChangeArrowheads="1"/>
            </p:cNvSpPr>
            <p:nvPr/>
          </p:nvSpPr>
          <p:spPr bwMode="auto">
            <a:xfrm>
              <a:off x="12714821" y="2791990"/>
              <a:ext cx="176213"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4" name="Oval 67"/>
            <p:cNvSpPr>
              <a:spLocks noChangeArrowheads="1"/>
            </p:cNvSpPr>
            <p:nvPr/>
          </p:nvSpPr>
          <p:spPr bwMode="auto">
            <a:xfrm>
              <a:off x="12725934" y="3287290"/>
              <a:ext cx="174625"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5" name="Oval 68"/>
            <p:cNvSpPr>
              <a:spLocks noChangeArrowheads="1"/>
            </p:cNvSpPr>
            <p:nvPr/>
          </p:nvSpPr>
          <p:spPr bwMode="auto">
            <a:xfrm>
              <a:off x="12725934" y="3803227"/>
              <a:ext cx="174625" cy="176213"/>
            </a:xfrm>
            <a:prstGeom prst="ellipse">
              <a:avLst/>
            </a:prstGeom>
            <a:solidFill>
              <a:srgbClr val="FF0000"/>
            </a:solidFill>
            <a:ln>
              <a:noFill/>
            </a:ln>
            <a:extLst>
              <a:ext uri="{91240B29-F687-4F45-9708-019B960494DF}">
                <a14:hiddenLine xmlns:a14="http://schemas.microsoft.com/office/drawing/2010/main" w="12700" algn="ctr">
                  <a:solidFill>
                    <a:srgbClr val="000000"/>
                  </a:solidFill>
                  <a:round/>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916" name="Line 69"/>
            <p:cNvSpPr>
              <a:spLocks noChangeShapeType="1"/>
            </p:cNvSpPr>
            <p:nvPr/>
          </p:nvSpPr>
          <p:spPr bwMode="auto">
            <a:xfrm>
              <a:off x="13138684" y="2337965"/>
              <a:ext cx="0" cy="1527175"/>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17" name="Line 70"/>
            <p:cNvSpPr>
              <a:spLocks noChangeShapeType="1"/>
            </p:cNvSpPr>
            <p:nvPr/>
          </p:nvSpPr>
          <p:spPr bwMode="auto">
            <a:xfrm flipH="1">
              <a:off x="10701871" y="3142827"/>
              <a:ext cx="300038" cy="0"/>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18" name="Line 71"/>
            <p:cNvSpPr>
              <a:spLocks noChangeShapeType="1"/>
            </p:cNvSpPr>
            <p:nvPr/>
          </p:nvSpPr>
          <p:spPr bwMode="auto">
            <a:xfrm flipH="1">
              <a:off x="13106934" y="3122190"/>
              <a:ext cx="300038" cy="0"/>
            </a:xfrm>
            <a:prstGeom prst="line">
              <a:avLst/>
            </a:prstGeom>
            <a:noFill/>
            <a:ln w="76200">
              <a:solidFill>
                <a:srgbClr val="0000FF"/>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19" name="Line 72"/>
            <p:cNvSpPr>
              <a:spLocks noChangeShapeType="1"/>
            </p:cNvSpPr>
            <p:nvPr/>
          </p:nvSpPr>
          <p:spPr bwMode="auto">
            <a:xfrm rot="16200000" flipH="1">
              <a:off x="12070296" y="3446040"/>
              <a:ext cx="0" cy="1528763"/>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20" name="Line 73"/>
            <p:cNvSpPr>
              <a:spLocks noChangeShapeType="1"/>
            </p:cNvSpPr>
            <p:nvPr/>
          </p:nvSpPr>
          <p:spPr bwMode="auto">
            <a:xfrm rot="5400000" flipH="1">
              <a:off x="11898846" y="4341390"/>
              <a:ext cx="300038" cy="0"/>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21" name="Line 74"/>
            <p:cNvSpPr>
              <a:spLocks noChangeShapeType="1"/>
            </p:cNvSpPr>
            <p:nvPr/>
          </p:nvSpPr>
          <p:spPr bwMode="auto">
            <a:xfrm rot="5400000" flipH="1">
              <a:off x="11871858" y="1858540"/>
              <a:ext cx="300038" cy="0"/>
            </a:xfrm>
            <a:prstGeom prst="line">
              <a:avLst/>
            </a:prstGeom>
            <a:noFill/>
            <a:ln w="76200">
              <a:solidFill>
                <a:srgbClr val="008000"/>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22" name="Text Box 90"/>
            <p:cNvSpPr txBox="1">
              <a:spLocks noChangeArrowheads="1"/>
            </p:cNvSpPr>
            <p:nvPr/>
          </p:nvSpPr>
          <p:spPr bwMode="auto">
            <a:xfrm>
              <a:off x="11205109" y="2506240"/>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23" name="Text Box 91"/>
            <p:cNvSpPr txBox="1">
              <a:spLocks noChangeArrowheads="1"/>
            </p:cNvSpPr>
            <p:nvPr/>
          </p:nvSpPr>
          <p:spPr bwMode="auto">
            <a:xfrm>
              <a:off x="11205109" y="3014240"/>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24" name="Text Box 92"/>
            <p:cNvSpPr txBox="1">
              <a:spLocks noChangeArrowheads="1"/>
            </p:cNvSpPr>
            <p:nvPr/>
          </p:nvSpPr>
          <p:spPr bwMode="auto">
            <a:xfrm>
              <a:off x="11205109" y="3522240"/>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25" name="Text Box 93"/>
            <p:cNvSpPr txBox="1">
              <a:spLocks noChangeArrowheads="1"/>
            </p:cNvSpPr>
            <p:nvPr/>
          </p:nvSpPr>
          <p:spPr bwMode="auto">
            <a:xfrm>
              <a:off x="11700409" y="2504652"/>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26" name="Text Box 94"/>
            <p:cNvSpPr txBox="1">
              <a:spLocks noChangeArrowheads="1"/>
            </p:cNvSpPr>
            <p:nvPr/>
          </p:nvSpPr>
          <p:spPr bwMode="auto">
            <a:xfrm>
              <a:off x="11700409" y="3012652"/>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27" name="Text Box 95"/>
            <p:cNvSpPr txBox="1">
              <a:spLocks noChangeArrowheads="1"/>
            </p:cNvSpPr>
            <p:nvPr/>
          </p:nvSpPr>
          <p:spPr bwMode="auto">
            <a:xfrm>
              <a:off x="11700409" y="3520652"/>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28" name="Text Box 97"/>
            <p:cNvSpPr txBox="1">
              <a:spLocks noChangeArrowheads="1"/>
            </p:cNvSpPr>
            <p:nvPr/>
          </p:nvSpPr>
          <p:spPr bwMode="auto">
            <a:xfrm>
              <a:off x="12470346" y="3260302"/>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29" name="Text Box 98"/>
            <p:cNvSpPr txBox="1">
              <a:spLocks noChangeArrowheads="1"/>
            </p:cNvSpPr>
            <p:nvPr/>
          </p:nvSpPr>
          <p:spPr bwMode="auto">
            <a:xfrm>
              <a:off x="12221109" y="3520652"/>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30" name="Text Box 99"/>
            <p:cNvSpPr txBox="1">
              <a:spLocks noChangeArrowheads="1"/>
            </p:cNvSpPr>
            <p:nvPr/>
          </p:nvSpPr>
          <p:spPr bwMode="auto">
            <a:xfrm>
              <a:off x="12733871" y="2506240"/>
              <a:ext cx="179388" cy="246063"/>
            </a:xfrm>
            <a:prstGeom prst="rect">
              <a:avLst/>
            </a:prstGeom>
            <a:solidFill>
              <a:srgbClr val="FFFFFF"/>
            </a:solidFill>
            <a:ln w="12700" algn="ctr">
              <a:solidFill>
                <a:srgbClr val="00B05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31" name="Text Box 100"/>
            <p:cNvSpPr txBox="1">
              <a:spLocks noChangeArrowheads="1"/>
            </p:cNvSpPr>
            <p:nvPr/>
          </p:nvSpPr>
          <p:spPr bwMode="auto">
            <a:xfrm>
              <a:off x="12722759" y="3014240"/>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32" name="Text Box 101"/>
            <p:cNvSpPr txBox="1">
              <a:spLocks noChangeArrowheads="1"/>
            </p:cNvSpPr>
            <p:nvPr/>
          </p:nvSpPr>
          <p:spPr bwMode="auto">
            <a:xfrm>
              <a:off x="12722759" y="3522240"/>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33" name="Text Box 102"/>
            <p:cNvSpPr txBox="1">
              <a:spLocks noChangeArrowheads="1"/>
            </p:cNvSpPr>
            <p:nvPr/>
          </p:nvSpPr>
          <p:spPr bwMode="auto">
            <a:xfrm>
              <a:off x="11468634" y="22474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34" name="Text Box 103"/>
            <p:cNvSpPr txBox="1">
              <a:spLocks noChangeArrowheads="1"/>
            </p:cNvSpPr>
            <p:nvPr/>
          </p:nvSpPr>
          <p:spPr bwMode="auto">
            <a:xfrm>
              <a:off x="11976634" y="22347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35" name="Text Box 104"/>
            <p:cNvSpPr txBox="1">
              <a:spLocks noChangeArrowheads="1"/>
            </p:cNvSpPr>
            <p:nvPr/>
          </p:nvSpPr>
          <p:spPr bwMode="auto">
            <a:xfrm>
              <a:off x="12459234" y="22347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36" name="Text Box 105"/>
            <p:cNvSpPr txBox="1">
              <a:spLocks noChangeArrowheads="1"/>
            </p:cNvSpPr>
            <p:nvPr/>
          </p:nvSpPr>
          <p:spPr bwMode="auto">
            <a:xfrm>
              <a:off x="11455934" y="27554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37" name="Text Box 107"/>
            <p:cNvSpPr txBox="1">
              <a:spLocks noChangeArrowheads="1"/>
            </p:cNvSpPr>
            <p:nvPr/>
          </p:nvSpPr>
          <p:spPr bwMode="auto">
            <a:xfrm>
              <a:off x="12448121" y="2745952"/>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38" name="Text Box 108"/>
            <p:cNvSpPr txBox="1">
              <a:spLocks noChangeArrowheads="1"/>
            </p:cNvSpPr>
            <p:nvPr/>
          </p:nvSpPr>
          <p:spPr bwMode="auto">
            <a:xfrm>
              <a:off x="11455934" y="3228552"/>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39" name="Text Box 109"/>
            <p:cNvSpPr txBox="1">
              <a:spLocks noChangeArrowheads="1"/>
            </p:cNvSpPr>
            <p:nvPr/>
          </p:nvSpPr>
          <p:spPr bwMode="auto">
            <a:xfrm>
              <a:off x="11963934" y="324442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40" name="Text Box 110"/>
            <p:cNvSpPr txBox="1">
              <a:spLocks noChangeArrowheads="1"/>
            </p:cNvSpPr>
            <p:nvPr/>
          </p:nvSpPr>
          <p:spPr bwMode="auto">
            <a:xfrm>
              <a:off x="12214759" y="3012652"/>
              <a:ext cx="179388" cy="246063"/>
            </a:xfrm>
            <a:prstGeom prst="rect">
              <a:avLst/>
            </a:prstGeom>
            <a:solidFill>
              <a:srgbClr val="FFFFFF"/>
            </a:solidFill>
            <a:ln w="12700" algn="ctr">
              <a:solidFill>
                <a:srgbClr val="008000"/>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008000"/>
                  </a:solidFill>
                  <a:latin typeface="Arial" panose="020B0604020202020204" pitchFamily="34" charset="0"/>
                </a:rPr>
                <a:t>R</a:t>
              </a:r>
            </a:p>
          </p:txBody>
        </p:sp>
        <p:sp>
          <p:nvSpPr>
            <p:cNvPr id="35941" name="Text Box 111"/>
            <p:cNvSpPr txBox="1">
              <a:spLocks noChangeArrowheads="1"/>
            </p:cNvSpPr>
            <p:nvPr/>
          </p:nvSpPr>
          <p:spPr bwMode="auto">
            <a:xfrm>
              <a:off x="11455934" y="3749252"/>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42" name="Text Box 112"/>
            <p:cNvSpPr txBox="1">
              <a:spLocks noChangeArrowheads="1"/>
            </p:cNvSpPr>
            <p:nvPr/>
          </p:nvSpPr>
          <p:spPr bwMode="auto">
            <a:xfrm>
              <a:off x="11963934" y="37587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sp>
          <p:nvSpPr>
            <p:cNvPr id="35943" name="Text Box 113"/>
            <p:cNvSpPr txBox="1">
              <a:spLocks noChangeArrowheads="1"/>
            </p:cNvSpPr>
            <p:nvPr/>
          </p:nvSpPr>
          <p:spPr bwMode="auto">
            <a:xfrm>
              <a:off x="12446534" y="3758777"/>
              <a:ext cx="179388" cy="246063"/>
            </a:xfrm>
            <a:prstGeom prst="rect">
              <a:avLst/>
            </a:prstGeom>
            <a:solidFill>
              <a:srgbClr val="FFFFFF"/>
            </a:solidFill>
            <a:ln w="12700" algn="ctr">
              <a:solidFill>
                <a:srgbClr val="3333FF"/>
              </a:solidFill>
              <a:miter lim="800000"/>
              <a:headEnd/>
              <a:tailEnd type="none" w="lg" len="lg"/>
            </a:ln>
          </p:spPr>
          <p:txBody>
            <a:bodyPr wrap="none" lIns="0" tIns="0" rIns="0" bIns="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600">
                  <a:solidFill>
                    <a:srgbClr val="3333FF"/>
                  </a:solidFill>
                  <a:latin typeface="Arial" panose="020B0604020202020204" pitchFamily="34" charset="0"/>
                </a:rPr>
                <a:t>R</a:t>
              </a:r>
            </a:p>
          </p:txBody>
        </p:sp>
      </p:grpSp>
      <p:sp>
        <p:nvSpPr>
          <p:cNvPr id="35884" name="Text Box 3"/>
          <p:cNvSpPr txBox="1">
            <a:spLocks noChangeArrowheads="1"/>
          </p:cNvSpPr>
          <p:nvPr/>
        </p:nvSpPr>
        <p:spPr bwMode="auto">
          <a:xfrm>
            <a:off x="3545747" y="311806"/>
            <a:ext cx="4473830" cy="536549"/>
          </a:xfrm>
          <a:prstGeom prst="rect">
            <a:avLst/>
          </a:prstGeom>
          <a:solidFill>
            <a:schemeClr val="bg2">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Pantalla Táctil Resistiva Simple</a:t>
            </a:r>
          </a:p>
        </p:txBody>
      </p:sp>
      <p:sp>
        <p:nvSpPr>
          <p:cNvPr id="35885" name="Text Box 122"/>
          <p:cNvSpPr txBox="1">
            <a:spLocks noChangeArrowheads="1"/>
          </p:cNvSpPr>
          <p:nvPr/>
        </p:nvSpPr>
        <p:spPr bwMode="auto">
          <a:xfrm>
            <a:off x="3170411" y="778447"/>
            <a:ext cx="5249866"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FF0000"/>
                </a:solidFill>
                <a:latin typeface="Arial" panose="020B0604020202020204" pitchFamily="34" charset="0"/>
              </a:rPr>
              <a:t>(contiene 2 rejillas conductoras </a:t>
            </a:r>
            <a:r>
              <a:rPr lang="es-ES" sz="2400">
                <a:solidFill>
                  <a:srgbClr val="FF0000"/>
                </a:solidFill>
                <a:latin typeface="Arial" panose="020B0604020202020204" pitchFamily="34" charset="0"/>
              </a:rPr>
              <a:t>transparentes, </a:t>
            </a:r>
            <a:r>
              <a:rPr lang="es-ES" sz="2400">
                <a:solidFill>
                  <a:srgbClr val="FF0000"/>
                </a:solidFill>
                <a:latin typeface="Arial" panose="020B0604020202020204" pitchFamily="34" charset="0"/>
                <a:sym typeface="Symbol" panose="05050102010706020507" pitchFamily="18" charset="2"/>
              </a:rPr>
              <a:t> y </a:t>
            </a:r>
            <a:r>
              <a:rPr lang="es-ES" sz="2400">
                <a:solidFill>
                  <a:srgbClr val="FF0000"/>
                </a:solidFill>
                <a:latin typeface="Arial" panose="020B0604020202020204" pitchFamily="34" charset="0"/>
              </a:rPr>
              <a:t>que </a:t>
            </a:r>
            <a:r>
              <a:rPr lang="es-ES" sz="2400" dirty="0">
                <a:solidFill>
                  <a:srgbClr val="FF0000"/>
                </a:solidFill>
                <a:latin typeface="Arial" panose="020B0604020202020204" pitchFamily="34" charset="0"/>
              </a:rPr>
              <a:t>no </a:t>
            </a:r>
            <a:r>
              <a:rPr lang="es-ES" sz="2400">
                <a:solidFill>
                  <a:srgbClr val="FF0000"/>
                </a:solidFill>
                <a:latin typeface="Arial" panose="020B0604020202020204" pitchFamily="34" charset="0"/>
              </a:rPr>
              <a:t>se tocan)</a:t>
            </a:r>
            <a:endParaRPr lang="es-ES" sz="2400" dirty="0">
              <a:solidFill>
                <a:srgbClr val="FF0000"/>
              </a:solidFill>
              <a:latin typeface="Arial" panose="020B0604020202020204" pitchFamily="34" charset="0"/>
            </a:endParaRPr>
          </a:p>
        </p:txBody>
      </p:sp>
      <p:sp>
        <p:nvSpPr>
          <p:cNvPr id="33832" name="Text Box 123"/>
          <p:cNvSpPr txBox="1">
            <a:spLocks noChangeArrowheads="1"/>
          </p:cNvSpPr>
          <p:nvPr/>
        </p:nvSpPr>
        <p:spPr bwMode="auto">
          <a:xfrm>
            <a:off x="6551403" y="4611544"/>
            <a:ext cx="1980327" cy="536549"/>
          </a:xfrm>
          <a:prstGeom prst="rect">
            <a:avLst/>
          </a:prstGeom>
          <a:solidFill>
            <a:srgbClr val="99CCFF"/>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1/3 V</a:t>
            </a:r>
          </a:p>
        </p:txBody>
      </p:sp>
      <p:grpSp>
        <p:nvGrpSpPr>
          <p:cNvPr id="15" name="Grupo 14"/>
          <p:cNvGrpSpPr/>
          <p:nvPr/>
        </p:nvGrpSpPr>
        <p:grpSpPr>
          <a:xfrm>
            <a:off x="6551403" y="5525723"/>
            <a:ext cx="1980327" cy="596542"/>
            <a:chOff x="2978912" y="5507435"/>
            <a:chExt cx="1980327" cy="596542"/>
          </a:xfrm>
        </p:grpSpPr>
        <p:sp>
          <p:nvSpPr>
            <p:cNvPr id="9" name="Rectángulo 8"/>
            <p:cNvSpPr/>
            <p:nvPr/>
          </p:nvSpPr>
          <p:spPr bwMode="auto">
            <a:xfrm>
              <a:off x="2978912" y="5507435"/>
              <a:ext cx="1980327" cy="596542"/>
            </a:xfrm>
            <a:prstGeom prst="rect">
              <a:avLst/>
            </a:prstGeom>
            <a:solidFill>
              <a:srgbClr val="99CCFF"/>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35882" name="Text Box 85"/>
            <p:cNvSpPr txBox="1">
              <a:spLocks noChangeArrowheads="1"/>
            </p:cNvSpPr>
            <p:nvPr/>
          </p:nvSpPr>
          <p:spPr bwMode="auto">
            <a:xfrm>
              <a:off x="3303961" y="5556173"/>
              <a:ext cx="1304927" cy="536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1/3 R</a:t>
              </a:r>
              <a:r>
                <a:rPr lang="es-ES" sz="2400" baseline="-25000">
                  <a:latin typeface="Arial" panose="020B0604020202020204" pitchFamily="34" charset="0"/>
                </a:rPr>
                <a:t>total</a:t>
              </a:r>
              <a:endParaRPr lang="es-ES" sz="2400">
                <a:latin typeface="Arial" panose="020B0604020202020204" pitchFamily="34" charset="0"/>
              </a:endParaRPr>
            </a:p>
          </p:txBody>
        </p:sp>
      </p:grpSp>
      <p:sp>
        <p:nvSpPr>
          <p:cNvPr id="33826" name="Text Box 124"/>
          <p:cNvSpPr txBox="1">
            <a:spLocks noChangeArrowheads="1"/>
          </p:cNvSpPr>
          <p:nvPr/>
        </p:nvSpPr>
        <p:spPr bwMode="auto">
          <a:xfrm>
            <a:off x="8688657" y="4608369"/>
            <a:ext cx="1610033" cy="536549"/>
          </a:xfrm>
          <a:prstGeom prst="rect">
            <a:avLst/>
          </a:prstGeom>
          <a:solidFill>
            <a:srgbClr val="92D050"/>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2/3 V</a:t>
            </a:r>
          </a:p>
        </p:txBody>
      </p:sp>
      <p:grpSp>
        <p:nvGrpSpPr>
          <p:cNvPr id="11" name="Grupo 10"/>
          <p:cNvGrpSpPr/>
          <p:nvPr/>
        </p:nvGrpSpPr>
        <p:grpSpPr>
          <a:xfrm>
            <a:off x="8679276" y="5522595"/>
            <a:ext cx="1622522" cy="596541"/>
            <a:chOff x="5207369" y="5504307"/>
            <a:chExt cx="1622522" cy="596541"/>
          </a:xfrm>
        </p:grpSpPr>
        <p:sp>
          <p:nvSpPr>
            <p:cNvPr id="125" name="Rectángulo 124"/>
            <p:cNvSpPr/>
            <p:nvPr/>
          </p:nvSpPr>
          <p:spPr bwMode="auto">
            <a:xfrm>
              <a:off x="5207369" y="5504307"/>
              <a:ext cx="1622522" cy="596541"/>
            </a:xfrm>
            <a:prstGeom prst="rect">
              <a:avLst/>
            </a:prstGeom>
            <a:solidFill>
              <a:srgbClr val="92D050"/>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sp>
          <p:nvSpPr>
            <p:cNvPr id="35880" name="Text Box 89"/>
            <p:cNvSpPr txBox="1">
              <a:spLocks noChangeArrowheads="1"/>
            </p:cNvSpPr>
            <p:nvPr/>
          </p:nvSpPr>
          <p:spPr bwMode="auto">
            <a:xfrm>
              <a:off x="5376280" y="5535539"/>
              <a:ext cx="1304928" cy="536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2/3 R</a:t>
              </a:r>
              <a:r>
                <a:rPr lang="es-ES" sz="2400" baseline="-25000">
                  <a:latin typeface="Arial" panose="020B0604020202020204" pitchFamily="34" charset="0"/>
                </a:rPr>
                <a:t>total</a:t>
              </a:r>
            </a:p>
          </p:txBody>
        </p:sp>
      </p:grpSp>
      <p:grpSp>
        <p:nvGrpSpPr>
          <p:cNvPr id="10" name="Group 145"/>
          <p:cNvGrpSpPr>
            <a:grpSpLocks/>
          </p:cNvGrpSpPr>
          <p:nvPr/>
        </p:nvGrpSpPr>
        <p:grpSpPr bwMode="auto">
          <a:xfrm>
            <a:off x="4820767" y="3685953"/>
            <a:ext cx="5649914" cy="536575"/>
            <a:chOff x="2242" y="2739"/>
            <a:chExt cx="3559" cy="338"/>
          </a:xfrm>
        </p:grpSpPr>
        <p:sp>
          <p:nvSpPr>
            <p:cNvPr id="35878" name="Text Box 137"/>
            <p:cNvSpPr txBox="1">
              <a:spLocks noChangeArrowheads="1"/>
            </p:cNvSpPr>
            <p:nvPr/>
          </p:nvSpPr>
          <p:spPr bwMode="auto">
            <a:xfrm>
              <a:off x="2242" y="2739"/>
              <a:ext cx="355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La otra rejilla se pone al potencial de    </a:t>
              </a:r>
            </a:p>
          </p:txBody>
        </p:sp>
        <p:sp>
          <p:nvSpPr>
            <p:cNvPr id="35879" name="Oval 138"/>
            <p:cNvSpPr>
              <a:spLocks noChangeArrowheads="1"/>
            </p:cNvSpPr>
            <p:nvPr/>
          </p:nvSpPr>
          <p:spPr bwMode="auto">
            <a:xfrm>
              <a:off x="5514" y="2864"/>
              <a:ext cx="111" cy="110"/>
            </a:xfrm>
            <a:prstGeom prst="ellipse">
              <a:avLst/>
            </a:prstGeom>
            <a:solidFill>
              <a:srgbClr val="00FF00"/>
            </a:solidFill>
            <a:ln w="12700" algn="ctr">
              <a:solidFill>
                <a:srgbClr val="000000"/>
              </a:solidFill>
              <a:round/>
              <a:headEnd/>
              <a:tailEnd type="none" w="lg" len="lg"/>
            </a:ln>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400">
                <a:solidFill>
                  <a:srgbClr val="000000"/>
                </a:solidFill>
                <a:latin typeface="Arial" panose="020B0604020202020204" pitchFamily="34" charset="0"/>
              </a:endParaRPr>
            </a:p>
          </p:txBody>
        </p:sp>
      </p:grpSp>
      <p:sp>
        <p:nvSpPr>
          <p:cNvPr id="35875" name="Text Box 80"/>
          <p:cNvSpPr txBox="1">
            <a:spLocks noChangeArrowheads="1"/>
          </p:cNvSpPr>
          <p:nvPr/>
        </p:nvSpPr>
        <p:spPr bwMode="auto">
          <a:xfrm>
            <a:off x="4820665" y="4608566"/>
            <a:ext cx="1563687" cy="536576"/>
          </a:xfrm>
          <a:prstGeom prst="rect">
            <a:avLst/>
          </a:prstGeom>
          <a:solidFill>
            <a:schemeClr val="bg2"/>
          </a:solidFill>
          <a:ln>
            <a:noFill/>
          </a:ln>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Medir V</a:t>
            </a:r>
          </a:p>
        </p:txBody>
      </p:sp>
      <p:sp>
        <p:nvSpPr>
          <p:cNvPr id="35876" name="Text Box 81"/>
          <p:cNvSpPr txBox="1">
            <a:spLocks noChangeArrowheads="1"/>
          </p:cNvSpPr>
          <p:nvPr/>
        </p:nvSpPr>
        <p:spPr bwMode="auto">
          <a:xfrm>
            <a:off x="4820665" y="5512187"/>
            <a:ext cx="1563687" cy="905881"/>
          </a:xfrm>
          <a:prstGeom prst="rect">
            <a:avLst/>
          </a:prstGeom>
          <a:solidFill>
            <a:schemeClr val="bg2"/>
          </a:solidFill>
          <a:ln>
            <a:noFill/>
          </a:ln>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000000"/>
                </a:solidFill>
                <a:latin typeface="Arial" panose="020B0604020202020204" pitchFamily="34" charset="0"/>
              </a:rPr>
              <a:t>Circ. Divisor V</a:t>
            </a:r>
          </a:p>
        </p:txBody>
      </p:sp>
      <p:sp>
        <p:nvSpPr>
          <p:cNvPr id="35877" name="Text Box 77"/>
          <p:cNvSpPr txBox="1">
            <a:spLocks noChangeArrowheads="1"/>
          </p:cNvSpPr>
          <p:nvPr/>
        </p:nvSpPr>
        <p:spPr bwMode="auto">
          <a:xfrm>
            <a:off x="4820665" y="2868611"/>
            <a:ext cx="1560875" cy="536576"/>
          </a:xfrm>
          <a:prstGeom prst="rect">
            <a:avLst/>
          </a:prstGeom>
          <a:solidFill>
            <a:schemeClr val="bg2"/>
          </a:solidFill>
          <a:ln>
            <a:noFill/>
          </a:ln>
        </p:spPr>
        <p:txBody>
          <a:bodyPr wrap="square" lIns="90000" tIns="82800" rIns="90000" bIns="82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Aplicar V</a:t>
            </a:r>
          </a:p>
        </p:txBody>
      </p:sp>
      <p:sp>
        <p:nvSpPr>
          <p:cNvPr id="33819" name="Text Box 86"/>
          <p:cNvSpPr txBox="1">
            <a:spLocks noChangeArrowheads="1"/>
          </p:cNvSpPr>
          <p:nvPr/>
        </p:nvSpPr>
        <p:spPr bwMode="auto">
          <a:xfrm>
            <a:off x="6551403" y="2883282"/>
            <a:ext cx="1980327" cy="720000"/>
          </a:xfrm>
          <a:prstGeom prst="rect">
            <a:avLst/>
          </a:prstGeom>
          <a:solidFill>
            <a:srgbClr val="99CCFF"/>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ts val="2400"/>
              </a:lnSpc>
              <a:spcBef>
                <a:spcPts val="0"/>
              </a:spcBef>
              <a:buFontTx/>
              <a:buNone/>
            </a:pPr>
            <a:r>
              <a:rPr lang="es-ES" sz="2400">
                <a:latin typeface="Arial" panose="020B0604020202020204" pitchFamily="34" charset="0"/>
              </a:rPr>
              <a:t>En horizontal</a:t>
            </a:r>
          </a:p>
          <a:p>
            <a:pPr algn="ctr" eaLnBrk="1" hangingPunct="1">
              <a:lnSpc>
                <a:spcPts val="2400"/>
              </a:lnSpc>
              <a:spcBef>
                <a:spcPts val="0"/>
              </a:spcBef>
              <a:buFontTx/>
              <a:buNone/>
            </a:pPr>
            <a:r>
              <a:rPr lang="es-ES" sz="2400">
                <a:latin typeface="Arial" panose="020B0604020202020204" pitchFamily="34" charset="0"/>
              </a:rPr>
              <a:t>primero</a:t>
            </a:r>
          </a:p>
        </p:txBody>
      </p:sp>
      <p:grpSp>
        <p:nvGrpSpPr>
          <p:cNvPr id="12" name="Group 149"/>
          <p:cNvGrpSpPr>
            <a:grpSpLocks/>
          </p:cNvGrpSpPr>
          <p:nvPr/>
        </p:nvGrpSpPr>
        <p:grpSpPr bwMode="auto">
          <a:xfrm>
            <a:off x="1547393" y="3122520"/>
            <a:ext cx="2828925" cy="369888"/>
            <a:chOff x="4740" y="3004"/>
            <a:chExt cx="1782" cy="233"/>
          </a:xfrm>
        </p:grpSpPr>
        <p:sp>
          <p:nvSpPr>
            <p:cNvPr id="35872" name="Line 140"/>
            <p:cNvSpPr>
              <a:spLocks noChangeShapeType="1"/>
            </p:cNvSpPr>
            <p:nvPr/>
          </p:nvSpPr>
          <p:spPr bwMode="auto">
            <a:xfrm>
              <a:off x="4740" y="3004"/>
              <a:ext cx="106" cy="233"/>
            </a:xfrm>
            <a:prstGeom prst="line">
              <a:avLst/>
            </a:prstGeom>
            <a:noFill/>
            <a:ln w="38100">
              <a:solidFill>
                <a:srgbClr val="3333FF"/>
              </a:solidFill>
              <a:round/>
              <a:headEnd/>
              <a:tailEnd type="triangle" w="lg" len="lg"/>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a:p>
          </p:txBody>
        </p:sp>
        <p:sp>
          <p:nvSpPr>
            <p:cNvPr id="35873" name="Line 141"/>
            <p:cNvSpPr>
              <a:spLocks noChangeShapeType="1"/>
            </p:cNvSpPr>
            <p:nvPr/>
          </p:nvSpPr>
          <p:spPr bwMode="auto">
            <a:xfrm flipH="1">
              <a:off x="6459" y="3032"/>
              <a:ext cx="63" cy="201"/>
            </a:xfrm>
            <a:prstGeom prst="line">
              <a:avLst/>
            </a:prstGeom>
            <a:noFill/>
            <a:ln w="38100">
              <a:solidFill>
                <a:srgbClr val="3333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grpSp>
        <p:nvGrpSpPr>
          <p:cNvPr id="13" name="Group 148"/>
          <p:cNvGrpSpPr>
            <a:grpSpLocks/>
          </p:cNvGrpSpPr>
          <p:nvPr/>
        </p:nvGrpSpPr>
        <p:grpSpPr bwMode="auto">
          <a:xfrm>
            <a:off x="2311766" y="4505250"/>
            <a:ext cx="1076323" cy="1855797"/>
            <a:chOff x="4638" y="3301"/>
            <a:chExt cx="678" cy="1169"/>
          </a:xfrm>
        </p:grpSpPr>
        <p:sp>
          <p:nvSpPr>
            <p:cNvPr id="35870" name="Text Box 146"/>
            <p:cNvSpPr txBox="1">
              <a:spLocks noChangeArrowheads="1"/>
            </p:cNvSpPr>
            <p:nvPr/>
          </p:nvSpPr>
          <p:spPr bwMode="auto">
            <a:xfrm>
              <a:off x="4803" y="4132"/>
              <a:ext cx="513"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solidFill>
                    <a:srgbClr val="FF0000"/>
                  </a:solidFill>
                  <a:latin typeface="Arial" panose="020B0604020202020204" pitchFamily="34" charset="0"/>
                </a:rPr>
                <a:t>(0,0)</a:t>
              </a:r>
            </a:p>
          </p:txBody>
        </p:sp>
        <p:sp>
          <p:nvSpPr>
            <p:cNvPr id="35871" name="Line 147"/>
            <p:cNvSpPr>
              <a:spLocks noChangeShapeType="1"/>
            </p:cNvSpPr>
            <p:nvPr/>
          </p:nvSpPr>
          <p:spPr bwMode="auto">
            <a:xfrm>
              <a:off x="4638" y="3301"/>
              <a:ext cx="384" cy="831"/>
            </a:xfrm>
            <a:prstGeom prst="line">
              <a:avLst/>
            </a:prstGeom>
            <a:noFill/>
            <a:ln w="38100">
              <a:solidFill>
                <a:srgbClr val="FF0000"/>
              </a:solidFill>
              <a:round/>
              <a:headEnd/>
              <a:tailEnd type="triangle" w="lg" len="med"/>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a:p>
          </p:txBody>
        </p:sp>
      </p:grpSp>
      <p:grpSp>
        <p:nvGrpSpPr>
          <p:cNvPr id="14" name="Group 153"/>
          <p:cNvGrpSpPr>
            <a:grpSpLocks/>
          </p:cNvGrpSpPr>
          <p:nvPr/>
        </p:nvGrpSpPr>
        <p:grpSpPr bwMode="auto">
          <a:xfrm>
            <a:off x="3091240" y="2004897"/>
            <a:ext cx="403225" cy="3149600"/>
            <a:chOff x="5730" y="2296"/>
            <a:chExt cx="254" cy="1984"/>
          </a:xfrm>
        </p:grpSpPr>
        <p:sp>
          <p:nvSpPr>
            <p:cNvPr id="35868" name="Line 151"/>
            <p:cNvSpPr>
              <a:spLocks noChangeShapeType="1"/>
            </p:cNvSpPr>
            <p:nvPr/>
          </p:nvSpPr>
          <p:spPr bwMode="auto">
            <a:xfrm flipH="1" flipV="1">
              <a:off x="5736" y="4191"/>
              <a:ext cx="247" cy="89"/>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a:p>
          </p:txBody>
        </p:sp>
        <p:sp>
          <p:nvSpPr>
            <p:cNvPr id="35869" name="Line 152"/>
            <p:cNvSpPr>
              <a:spLocks noChangeShapeType="1"/>
            </p:cNvSpPr>
            <p:nvPr/>
          </p:nvSpPr>
          <p:spPr bwMode="auto">
            <a:xfrm rot="16200000" flipH="1" flipV="1">
              <a:off x="5812" y="2214"/>
              <a:ext cx="90" cy="254"/>
            </a:xfrm>
            <a:prstGeom prst="line">
              <a:avLst/>
            </a:prstGeom>
            <a:noFill/>
            <a:ln w="38100">
              <a:solidFill>
                <a:srgbClr val="008000"/>
              </a:solidFill>
              <a:round/>
              <a:headEnd/>
              <a:tailEnd type="triangle" w="lg" len="lg"/>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a:p>
          </p:txBody>
        </p:sp>
      </p:grpSp>
      <p:sp>
        <p:nvSpPr>
          <p:cNvPr id="437403" name="Text Box 155"/>
          <p:cNvSpPr txBox="1">
            <a:spLocks noChangeArrowheads="1"/>
          </p:cNvSpPr>
          <p:nvPr/>
        </p:nvSpPr>
        <p:spPr bwMode="auto">
          <a:xfrm>
            <a:off x="3472236" y="4937395"/>
            <a:ext cx="28435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solidFill>
                  <a:srgbClr val="008000"/>
                </a:solidFill>
                <a:latin typeface="Arial" panose="020B0604020202020204" pitchFamily="34" charset="0"/>
              </a:rPr>
              <a:t>-</a:t>
            </a:r>
          </a:p>
        </p:txBody>
      </p:sp>
      <p:sp>
        <p:nvSpPr>
          <p:cNvPr id="437404" name="Text Box 156"/>
          <p:cNvSpPr txBox="1">
            <a:spLocks noChangeArrowheads="1"/>
          </p:cNvSpPr>
          <p:nvPr/>
        </p:nvSpPr>
        <p:spPr bwMode="auto">
          <a:xfrm>
            <a:off x="3501276" y="1666416"/>
            <a:ext cx="36129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solidFill>
                  <a:srgbClr val="008000"/>
                </a:solidFill>
                <a:latin typeface="Arial" panose="020B0604020202020204" pitchFamily="34" charset="0"/>
              </a:rPr>
              <a:t>+</a:t>
            </a:r>
          </a:p>
        </p:txBody>
      </p:sp>
      <p:sp>
        <p:nvSpPr>
          <p:cNvPr id="437405" name="Text Box 157"/>
          <p:cNvSpPr txBox="1">
            <a:spLocks noChangeArrowheads="1"/>
          </p:cNvSpPr>
          <p:nvPr/>
        </p:nvSpPr>
        <p:spPr bwMode="auto">
          <a:xfrm>
            <a:off x="4337359" y="2806764"/>
            <a:ext cx="28435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solidFill>
                  <a:srgbClr val="3333FF"/>
                </a:solidFill>
                <a:latin typeface="Arial" panose="020B0604020202020204" pitchFamily="34" charset="0"/>
              </a:rPr>
              <a:t>-</a:t>
            </a:r>
          </a:p>
        </p:txBody>
      </p:sp>
      <p:sp>
        <p:nvSpPr>
          <p:cNvPr id="437406" name="Text Box 158"/>
          <p:cNvSpPr txBox="1">
            <a:spLocks noChangeArrowheads="1"/>
          </p:cNvSpPr>
          <p:nvPr/>
        </p:nvSpPr>
        <p:spPr bwMode="auto">
          <a:xfrm>
            <a:off x="1177482" y="2861082"/>
            <a:ext cx="36129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solidFill>
                  <a:srgbClr val="3333FF"/>
                </a:solidFill>
                <a:latin typeface="Arial" panose="020B0604020202020204" pitchFamily="34" charset="0"/>
              </a:rPr>
              <a:t>+</a:t>
            </a:r>
          </a:p>
        </p:txBody>
      </p:sp>
      <p:grpSp>
        <p:nvGrpSpPr>
          <p:cNvPr id="35863" name="Group 123"/>
          <p:cNvGrpSpPr>
            <a:grpSpLocks/>
          </p:cNvGrpSpPr>
          <p:nvPr/>
        </p:nvGrpSpPr>
        <p:grpSpPr bwMode="auto">
          <a:xfrm>
            <a:off x="4823495" y="1912936"/>
            <a:ext cx="1560513" cy="541338"/>
            <a:chOff x="812" y="2245"/>
            <a:chExt cx="983" cy="341"/>
          </a:xfrm>
        </p:grpSpPr>
        <p:sp>
          <p:nvSpPr>
            <p:cNvPr id="35865" name="Rectangle 118"/>
            <p:cNvSpPr>
              <a:spLocks noChangeArrowheads="1"/>
            </p:cNvSpPr>
            <p:nvPr/>
          </p:nvSpPr>
          <p:spPr bwMode="auto">
            <a:xfrm>
              <a:off x="812" y="2260"/>
              <a:ext cx="983" cy="326"/>
            </a:xfrm>
            <a:prstGeom prst="rect">
              <a:avLst/>
            </a:prstGeom>
            <a:solidFill>
              <a:schemeClr val="bg2"/>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endParaRPr lang="es-ES" sz="2000">
                <a:solidFill>
                  <a:srgbClr val="FFFFFF"/>
                </a:solidFill>
                <a:latin typeface="Arial" panose="020B0604020202020204" pitchFamily="34" charset="0"/>
              </a:endParaRPr>
            </a:p>
          </p:txBody>
        </p:sp>
        <p:sp>
          <p:nvSpPr>
            <p:cNvPr id="35866" name="Text Box 78"/>
            <p:cNvSpPr txBox="1">
              <a:spLocks noChangeArrowheads="1"/>
            </p:cNvSpPr>
            <p:nvPr/>
          </p:nvSpPr>
          <p:spPr bwMode="auto">
            <a:xfrm>
              <a:off x="855" y="2245"/>
              <a:ext cx="665"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rPr>
                <a:t>Pulsar</a:t>
              </a:r>
              <a:endParaRPr lang="es-ES" sz="2400" dirty="0">
                <a:solidFill>
                  <a:srgbClr val="3333FF"/>
                </a:solidFill>
                <a:latin typeface="Arial" panose="020B0604020202020204" pitchFamily="34" charset="0"/>
              </a:endParaRPr>
            </a:p>
          </p:txBody>
        </p:sp>
        <p:sp>
          <p:nvSpPr>
            <p:cNvPr id="35867" name="Oval 79"/>
            <p:cNvSpPr>
              <a:spLocks noChangeArrowheads="1"/>
            </p:cNvSpPr>
            <p:nvPr/>
          </p:nvSpPr>
          <p:spPr bwMode="auto">
            <a:xfrm>
              <a:off x="1558" y="2357"/>
              <a:ext cx="111" cy="110"/>
            </a:xfrm>
            <a:prstGeom prst="ellipse">
              <a:avLst/>
            </a:prstGeom>
            <a:solidFill>
              <a:srgbClr val="00FF00"/>
            </a:solidFill>
            <a:ln w="12700" algn="ctr">
              <a:solidFill>
                <a:srgbClr val="000000"/>
              </a:solidFill>
              <a:round/>
              <a:headEnd/>
              <a:tailEnd type="none" w="lg" len="lg"/>
            </a:ln>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20" name="Oval 62"/>
          <p:cNvSpPr>
            <a:spLocks noChangeArrowheads="1"/>
          </p:cNvSpPr>
          <p:nvPr/>
        </p:nvSpPr>
        <p:spPr bwMode="auto">
          <a:xfrm>
            <a:off x="2651600" y="3268555"/>
            <a:ext cx="174625" cy="177800"/>
          </a:xfrm>
          <a:prstGeom prst="ellipse">
            <a:avLst/>
          </a:prstGeom>
          <a:solidFill>
            <a:srgbClr val="00FF00"/>
          </a:solidFill>
          <a:ln w="12700" algn="ctr">
            <a:solidFill>
              <a:srgbClr val="000000"/>
            </a:solidFill>
            <a:round/>
            <a:headEnd/>
            <a:tailEnd type="none" w="lg" len="lg"/>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23" name="AutoShape 25"/>
          <p:cNvSpPr>
            <a:spLocks noChangeArrowheads="1"/>
          </p:cNvSpPr>
          <p:nvPr/>
        </p:nvSpPr>
        <p:spPr bwMode="auto">
          <a:xfrm rot="5400000">
            <a:off x="5488389" y="2439192"/>
            <a:ext cx="225425" cy="439738"/>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a:solidFill>
                <a:srgbClr val="000000"/>
              </a:solidFill>
              <a:latin typeface="Arial" panose="020B0604020202020204" pitchFamily="34" charset="0"/>
            </a:endParaRPr>
          </a:p>
        </p:txBody>
      </p:sp>
      <p:sp>
        <p:nvSpPr>
          <p:cNvPr id="124" name="AutoShape 25"/>
          <p:cNvSpPr>
            <a:spLocks noChangeArrowheads="1"/>
          </p:cNvSpPr>
          <p:nvPr/>
        </p:nvSpPr>
        <p:spPr bwMode="auto">
          <a:xfrm rot="5400000">
            <a:off x="5493159" y="3415908"/>
            <a:ext cx="225425" cy="439738"/>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a:solidFill>
                <a:srgbClr val="000000"/>
              </a:solidFill>
              <a:latin typeface="Arial" panose="020B0604020202020204" pitchFamily="34" charset="0"/>
            </a:endParaRPr>
          </a:p>
        </p:txBody>
      </p:sp>
      <p:sp>
        <p:nvSpPr>
          <p:cNvPr id="126" name="AutoShape 25"/>
          <p:cNvSpPr>
            <a:spLocks noChangeArrowheads="1"/>
          </p:cNvSpPr>
          <p:nvPr/>
        </p:nvSpPr>
        <p:spPr bwMode="auto">
          <a:xfrm rot="5400000">
            <a:off x="5484259" y="4187919"/>
            <a:ext cx="225425" cy="439738"/>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a:solidFill>
                <a:srgbClr val="000000"/>
              </a:solidFill>
              <a:latin typeface="Arial" panose="020B0604020202020204" pitchFamily="34" charset="0"/>
            </a:endParaRPr>
          </a:p>
        </p:txBody>
      </p:sp>
      <p:sp>
        <p:nvSpPr>
          <p:cNvPr id="127" name="AutoShape 25"/>
          <p:cNvSpPr>
            <a:spLocks noChangeArrowheads="1"/>
          </p:cNvSpPr>
          <p:nvPr/>
        </p:nvSpPr>
        <p:spPr bwMode="auto">
          <a:xfrm rot="5400000">
            <a:off x="5495905" y="5103623"/>
            <a:ext cx="225425" cy="439738"/>
          </a:xfrm>
          <a:prstGeom prst="rightArrow">
            <a:avLst>
              <a:gd name="adj1" fmla="val 39352"/>
              <a:gd name="adj2" fmla="val 48069"/>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rot="10800000"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endParaRPr lang="es-ES" sz="2400">
              <a:solidFill>
                <a:srgbClr val="000000"/>
              </a:solidFill>
              <a:latin typeface="Arial" panose="020B0604020202020204" pitchFamily="34" charset="0"/>
            </a:endParaRPr>
          </a:p>
        </p:txBody>
      </p:sp>
      <p:sp>
        <p:nvSpPr>
          <p:cNvPr id="109" name="Text Box 78">
            <a:extLst>
              <a:ext uri="{FF2B5EF4-FFF2-40B4-BE49-F238E27FC236}">
                <a16:creationId xmlns:a16="http://schemas.microsoft.com/office/drawing/2014/main" id="{860AB03E-A364-4BCC-8EB9-71149FA0A612}"/>
              </a:ext>
            </a:extLst>
          </p:cNvPr>
          <p:cNvSpPr txBox="1">
            <a:spLocks noChangeArrowheads="1"/>
          </p:cNvSpPr>
          <p:nvPr/>
        </p:nvSpPr>
        <p:spPr bwMode="auto">
          <a:xfrm>
            <a:off x="6383294" y="1909899"/>
            <a:ext cx="338455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Conecta ambas rejillas</a:t>
            </a:r>
            <a:endParaRPr lang="es-ES" sz="2400" dirty="0">
              <a:solidFill>
                <a:srgbClr val="3333FF"/>
              </a:solidFill>
              <a:latin typeface="Arial" panose="020B0604020202020204" pitchFamily="34" charset="0"/>
            </a:endParaRPr>
          </a:p>
        </p:txBody>
      </p:sp>
      <p:grpSp>
        <p:nvGrpSpPr>
          <p:cNvPr id="2" name="Grupo 1">
            <a:extLst>
              <a:ext uri="{FF2B5EF4-FFF2-40B4-BE49-F238E27FC236}">
                <a16:creationId xmlns:a16="http://schemas.microsoft.com/office/drawing/2014/main" id="{7519AD59-E1E8-4B92-80CE-A50726DA1297}"/>
              </a:ext>
            </a:extLst>
          </p:cNvPr>
          <p:cNvGrpSpPr/>
          <p:nvPr/>
        </p:nvGrpSpPr>
        <p:grpSpPr>
          <a:xfrm>
            <a:off x="1448389" y="3640442"/>
            <a:ext cx="1510811" cy="1577948"/>
            <a:chOff x="1448389" y="3640442"/>
            <a:chExt cx="1510811" cy="1577948"/>
          </a:xfrm>
        </p:grpSpPr>
        <p:grpSp>
          <p:nvGrpSpPr>
            <p:cNvPr id="7" name="Grupo 6"/>
            <p:cNvGrpSpPr/>
            <p:nvPr/>
          </p:nvGrpSpPr>
          <p:grpSpPr>
            <a:xfrm>
              <a:off x="1527275" y="3640442"/>
              <a:ext cx="1431925" cy="1468437"/>
              <a:chOff x="10578046" y="3163465"/>
              <a:chExt cx="1431925" cy="1468437"/>
            </a:xfrm>
          </p:grpSpPr>
          <p:sp>
            <p:nvSpPr>
              <p:cNvPr id="35890" name="Oval 114"/>
              <p:cNvSpPr>
                <a:spLocks noChangeArrowheads="1"/>
              </p:cNvSpPr>
              <p:nvPr/>
            </p:nvSpPr>
            <p:spPr bwMode="auto">
              <a:xfrm>
                <a:off x="10578046" y="4179465"/>
                <a:ext cx="431800" cy="431800"/>
              </a:xfrm>
              <a:prstGeom prst="ellipse">
                <a:avLst/>
              </a:prstGeom>
              <a:solidFill>
                <a:srgbClr val="FFFFFF"/>
              </a:solidFill>
              <a:ln w="25400" algn="ctr">
                <a:solidFill>
                  <a:schemeClr val="tx1"/>
                </a:solidFill>
                <a:round/>
                <a:headEnd/>
                <a:tailEnd type="none" w="lg" len="lg"/>
              </a:ln>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5891" name="Text Box 115"/>
              <p:cNvSpPr txBox="1">
                <a:spLocks noChangeArrowheads="1"/>
              </p:cNvSpPr>
              <p:nvPr/>
            </p:nvSpPr>
            <p:spPr bwMode="auto">
              <a:xfrm>
                <a:off x="10624083" y="4162002"/>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V</a:t>
                </a:r>
              </a:p>
            </p:txBody>
          </p:sp>
          <p:sp>
            <p:nvSpPr>
              <p:cNvPr id="35944" name="Line 116"/>
              <p:cNvSpPr>
                <a:spLocks noChangeShapeType="1"/>
              </p:cNvSpPr>
              <p:nvPr/>
            </p:nvSpPr>
            <p:spPr bwMode="auto">
              <a:xfrm flipH="1">
                <a:off x="10993971" y="4382665"/>
                <a:ext cx="1016000"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5945" name="Line 117"/>
              <p:cNvSpPr>
                <a:spLocks noChangeShapeType="1"/>
              </p:cNvSpPr>
              <p:nvPr/>
            </p:nvSpPr>
            <p:spPr bwMode="auto">
              <a:xfrm rot="16200000" flipH="1">
                <a:off x="10295471" y="3671465"/>
                <a:ext cx="1016000"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sp>
          <p:nvSpPr>
            <p:cNvPr id="110" name="Text Box 158">
              <a:extLst>
                <a:ext uri="{FF2B5EF4-FFF2-40B4-BE49-F238E27FC236}">
                  <a16:creationId xmlns:a16="http://schemas.microsoft.com/office/drawing/2014/main" id="{9780FB47-66CF-4C20-B443-F2A9AF209634}"/>
                </a:ext>
              </a:extLst>
            </p:cNvPr>
            <p:cNvSpPr txBox="1">
              <a:spLocks noChangeArrowheads="1"/>
            </p:cNvSpPr>
            <p:nvPr/>
          </p:nvSpPr>
          <p:spPr bwMode="auto">
            <a:xfrm>
              <a:off x="1448389" y="3681000"/>
              <a:ext cx="36129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latin typeface="Arial" panose="020B0604020202020204" pitchFamily="34" charset="0"/>
                </a:rPr>
                <a:t>+</a:t>
              </a:r>
            </a:p>
          </p:txBody>
        </p:sp>
        <p:sp>
          <p:nvSpPr>
            <p:cNvPr id="111" name="Text Box 157">
              <a:extLst>
                <a:ext uri="{FF2B5EF4-FFF2-40B4-BE49-F238E27FC236}">
                  <a16:creationId xmlns:a16="http://schemas.microsoft.com/office/drawing/2014/main" id="{05F0F5E0-E056-410A-B113-978D29974F5F}"/>
                </a:ext>
              </a:extLst>
            </p:cNvPr>
            <p:cNvSpPr txBox="1">
              <a:spLocks noChangeArrowheads="1"/>
            </p:cNvSpPr>
            <p:nvPr/>
          </p:nvSpPr>
          <p:spPr bwMode="auto">
            <a:xfrm>
              <a:off x="2661750" y="4681841"/>
              <a:ext cx="28435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dirty="0">
                  <a:latin typeface="Arial" panose="020B0604020202020204" pitchFamily="34" charset="0"/>
                </a:rPr>
                <a:t>-</a:t>
              </a:r>
            </a:p>
          </p:txBody>
        </p:sp>
      </p:grpSp>
      <p:grpSp>
        <p:nvGrpSpPr>
          <p:cNvPr id="3" name="Grupo 2">
            <a:extLst>
              <a:ext uri="{FF2B5EF4-FFF2-40B4-BE49-F238E27FC236}">
                <a16:creationId xmlns:a16="http://schemas.microsoft.com/office/drawing/2014/main" id="{EC76FE2A-CB21-863C-1E8E-30DA9ECF3085}"/>
              </a:ext>
            </a:extLst>
          </p:cNvPr>
          <p:cNvGrpSpPr/>
          <p:nvPr/>
        </p:nvGrpSpPr>
        <p:grpSpPr>
          <a:xfrm>
            <a:off x="6554505" y="6198331"/>
            <a:ext cx="1980327" cy="660401"/>
            <a:chOff x="2978912" y="6102340"/>
            <a:chExt cx="1980327" cy="660401"/>
          </a:xfrm>
        </p:grpSpPr>
        <p:sp>
          <p:nvSpPr>
            <p:cNvPr id="4" name="Rectángulo 3">
              <a:extLst>
                <a:ext uri="{FF2B5EF4-FFF2-40B4-BE49-F238E27FC236}">
                  <a16:creationId xmlns:a16="http://schemas.microsoft.com/office/drawing/2014/main" id="{5665B51B-A909-C62C-D432-A3DF5FA4C82F}"/>
                </a:ext>
              </a:extLst>
            </p:cNvPr>
            <p:cNvSpPr/>
            <p:nvPr/>
          </p:nvSpPr>
          <p:spPr bwMode="auto">
            <a:xfrm>
              <a:off x="2978912" y="6123654"/>
              <a:ext cx="1980327" cy="596541"/>
            </a:xfrm>
            <a:prstGeom prst="rect">
              <a:avLst/>
            </a:prstGeom>
            <a:solidFill>
              <a:srgbClr val="99CCFF"/>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grpSp>
          <p:nvGrpSpPr>
            <p:cNvPr id="5" name="Group 125">
              <a:extLst>
                <a:ext uri="{FF2B5EF4-FFF2-40B4-BE49-F238E27FC236}">
                  <a16:creationId xmlns:a16="http://schemas.microsoft.com/office/drawing/2014/main" id="{1589B70C-5246-8AD1-57D8-6C90F2C50499}"/>
                </a:ext>
              </a:extLst>
            </p:cNvPr>
            <p:cNvGrpSpPr>
              <a:grpSpLocks/>
            </p:cNvGrpSpPr>
            <p:nvPr/>
          </p:nvGrpSpPr>
          <p:grpSpPr bwMode="auto">
            <a:xfrm>
              <a:off x="3540497" y="6102340"/>
              <a:ext cx="892176" cy="660401"/>
              <a:chOff x="2164" y="4166"/>
              <a:chExt cx="562" cy="416"/>
            </a:xfrm>
          </p:grpSpPr>
          <p:sp>
            <p:nvSpPr>
              <p:cNvPr id="6" name="Text Box 85">
                <a:extLst>
                  <a:ext uri="{FF2B5EF4-FFF2-40B4-BE49-F238E27FC236}">
                    <a16:creationId xmlns:a16="http://schemas.microsoft.com/office/drawing/2014/main" id="{55259734-75A5-FE79-0802-604E50A158B5}"/>
                  </a:ext>
                </a:extLst>
              </p:cNvPr>
              <p:cNvSpPr txBox="1">
                <a:spLocks noChangeArrowheads="1"/>
              </p:cNvSpPr>
              <p:nvPr/>
            </p:nvSpPr>
            <p:spPr bwMode="auto">
              <a:xfrm>
                <a:off x="2164" y="4185"/>
                <a:ext cx="29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X:</a:t>
                </a:r>
              </a:p>
            </p:txBody>
          </p:sp>
          <p:sp>
            <p:nvSpPr>
              <p:cNvPr id="17" name="Text Box 125">
                <a:extLst>
                  <a:ext uri="{FF2B5EF4-FFF2-40B4-BE49-F238E27FC236}">
                    <a16:creationId xmlns:a16="http://schemas.microsoft.com/office/drawing/2014/main" id="{D18A0B62-8409-A79F-CE30-0DF7722CFBF4}"/>
                  </a:ext>
                </a:extLst>
              </p:cNvPr>
              <p:cNvSpPr txBox="1">
                <a:spLocks noChangeArrowheads="1"/>
              </p:cNvSpPr>
              <p:nvPr/>
            </p:nvSpPr>
            <p:spPr bwMode="auto">
              <a:xfrm>
                <a:off x="2381" y="4166"/>
                <a:ext cx="345"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3200">
                    <a:latin typeface="Arial" panose="020B0604020202020204" pitchFamily="34" charset="0"/>
                    <a:sym typeface="Wingdings" panose="05000000000000000000" pitchFamily="2" charset="2"/>
                  </a:rPr>
                  <a:t></a:t>
                </a:r>
              </a:p>
            </p:txBody>
          </p:sp>
        </p:grpSp>
      </p:grpSp>
      <p:grpSp>
        <p:nvGrpSpPr>
          <p:cNvPr id="18" name="Grupo 17">
            <a:extLst>
              <a:ext uri="{FF2B5EF4-FFF2-40B4-BE49-F238E27FC236}">
                <a16:creationId xmlns:a16="http://schemas.microsoft.com/office/drawing/2014/main" id="{068299F0-B261-C05B-CA7A-FAC972D4E06F}"/>
              </a:ext>
            </a:extLst>
          </p:cNvPr>
          <p:cNvGrpSpPr/>
          <p:nvPr/>
        </p:nvGrpSpPr>
        <p:grpSpPr>
          <a:xfrm>
            <a:off x="8683847" y="6202380"/>
            <a:ext cx="1610033" cy="660401"/>
            <a:chOff x="2978912" y="6102340"/>
            <a:chExt cx="1610033" cy="660401"/>
          </a:xfrm>
        </p:grpSpPr>
        <p:sp>
          <p:nvSpPr>
            <p:cNvPr id="19" name="Rectángulo 18">
              <a:extLst>
                <a:ext uri="{FF2B5EF4-FFF2-40B4-BE49-F238E27FC236}">
                  <a16:creationId xmlns:a16="http://schemas.microsoft.com/office/drawing/2014/main" id="{3C20E7A5-2E05-EF13-C7CF-D1FE57659BEB}"/>
                </a:ext>
              </a:extLst>
            </p:cNvPr>
            <p:cNvSpPr/>
            <p:nvPr/>
          </p:nvSpPr>
          <p:spPr bwMode="auto">
            <a:xfrm>
              <a:off x="2978912" y="6123654"/>
              <a:ext cx="1610033" cy="596541"/>
            </a:xfrm>
            <a:prstGeom prst="rect">
              <a:avLst/>
            </a:prstGeom>
            <a:solidFill>
              <a:srgbClr val="92D050"/>
            </a:solidFill>
            <a:ln w="12700" cap="flat" cmpd="sng" algn="ctr">
              <a:noFill/>
              <a:prstDash val="solid"/>
              <a:round/>
              <a:headEnd type="none" w="med" len="med"/>
              <a:tailEnd type="none" w="lg"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2000" b="0" i="0" u="none" strike="noStrike" cap="none" normalizeH="0" baseline="0">
                <a:ln>
                  <a:noFill/>
                </a:ln>
                <a:solidFill>
                  <a:srgbClr val="000000"/>
                </a:solidFill>
                <a:effectLst/>
                <a:latin typeface="Arial" charset="0"/>
              </a:endParaRPr>
            </a:p>
          </p:txBody>
        </p:sp>
        <p:grpSp>
          <p:nvGrpSpPr>
            <p:cNvPr id="20" name="Group 125">
              <a:extLst>
                <a:ext uri="{FF2B5EF4-FFF2-40B4-BE49-F238E27FC236}">
                  <a16:creationId xmlns:a16="http://schemas.microsoft.com/office/drawing/2014/main" id="{1CAFF396-BD44-2D12-256C-797602AF71BA}"/>
                </a:ext>
              </a:extLst>
            </p:cNvPr>
            <p:cNvGrpSpPr>
              <a:grpSpLocks/>
            </p:cNvGrpSpPr>
            <p:nvPr/>
          </p:nvGrpSpPr>
          <p:grpSpPr bwMode="auto">
            <a:xfrm>
              <a:off x="3351582" y="6102340"/>
              <a:ext cx="892176" cy="660401"/>
              <a:chOff x="2045" y="4166"/>
              <a:chExt cx="562" cy="416"/>
            </a:xfrm>
          </p:grpSpPr>
          <p:sp>
            <p:nvSpPr>
              <p:cNvPr id="21" name="Text Box 85">
                <a:extLst>
                  <a:ext uri="{FF2B5EF4-FFF2-40B4-BE49-F238E27FC236}">
                    <a16:creationId xmlns:a16="http://schemas.microsoft.com/office/drawing/2014/main" id="{D14529F9-5DB7-CF16-CB36-7637111D048A}"/>
                  </a:ext>
                </a:extLst>
              </p:cNvPr>
              <p:cNvSpPr txBox="1">
                <a:spLocks noChangeArrowheads="1"/>
              </p:cNvSpPr>
              <p:nvPr/>
            </p:nvSpPr>
            <p:spPr bwMode="auto">
              <a:xfrm>
                <a:off x="2045" y="4185"/>
                <a:ext cx="29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Y:</a:t>
                </a:r>
              </a:p>
            </p:txBody>
          </p:sp>
          <p:sp>
            <p:nvSpPr>
              <p:cNvPr id="22" name="Text Box 125">
                <a:extLst>
                  <a:ext uri="{FF2B5EF4-FFF2-40B4-BE49-F238E27FC236}">
                    <a16:creationId xmlns:a16="http://schemas.microsoft.com/office/drawing/2014/main" id="{DEADF5C6-C0CA-2B6D-6C65-91C572C98F43}"/>
                  </a:ext>
                </a:extLst>
              </p:cNvPr>
              <p:cNvSpPr txBox="1">
                <a:spLocks noChangeArrowheads="1"/>
              </p:cNvSpPr>
              <p:nvPr/>
            </p:nvSpPr>
            <p:spPr bwMode="auto">
              <a:xfrm>
                <a:off x="2262" y="4166"/>
                <a:ext cx="345" cy="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3200">
                    <a:latin typeface="Arial" panose="020B0604020202020204" pitchFamily="34" charset="0"/>
                    <a:sym typeface="Wingdings" panose="05000000000000000000" pitchFamily="2" charset="2"/>
                  </a:rPr>
                  <a:t></a:t>
                </a:r>
              </a:p>
            </p:txBody>
          </p:sp>
        </p:grpSp>
      </p:grpSp>
    </p:spTree>
    <p:extLst>
      <p:ext uri="{BB962C8B-B14F-4D97-AF65-F5344CB8AC3E}">
        <p14:creationId xmlns:p14="http://schemas.microsoft.com/office/powerpoint/2010/main" val="196800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5884"/>
                                        </p:tgtEl>
                                        <p:attrNameLst>
                                          <p:attrName>style.visibility</p:attrName>
                                        </p:attrNameLst>
                                      </p:cBhvr>
                                      <p:to>
                                        <p:strVal val="visible"/>
                                      </p:to>
                                    </p:set>
                                    <p:animEffect transition="in" filter="wipe(up)">
                                      <p:cBhvr>
                                        <p:cTn id="7" dur="500"/>
                                        <p:tgtEl>
                                          <p:spTgt spid="3588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5885"/>
                                        </p:tgtEl>
                                        <p:attrNameLst>
                                          <p:attrName>style.visibility</p:attrName>
                                        </p:attrNameLst>
                                      </p:cBhvr>
                                      <p:to>
                                        <p:strVal val="visible"/>
                                      </p:to>
                                    </p:set>
                                    <p:animEffect transition="in" filter="wipe(up)">
                                      <p:cBhvr>
                                        <p:cTn id="17" dur="500"/>
                                        <p:tgtEl>
                                          <p:spTgt spid="3588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5863"/>
                                        </p:tgtEl>
                                        <p:attrNameLst>
                                          <p:attrName>style.visibility</p:attrName>
                                        </p:attrNameLst>
                                      </p:cBhvr>
                                      <p:to>
                                        <p:strVal val="visible"/>
                                      </p:to>
                                    </p:set>
                                    <p:animEffect transition="in" filter="wipe(up)">
                                      <p:cBhvr>
                                        <p:cTn id="27" dur="500"/>
                                        <p:tgtEl>
                                          <p:spTgt spid="35863"/>
                                        </p:tgtEl>
                                      </p:cBhvr>
                                    </p:animEffect>
                                  </p:childTnLst>
                                </p:cTn>
                              </p:par>
                            </p:childTnLst>
                          </p:cTn>
                        </p:par>
                        <p:par>
                          <p:cTn id="28" fill="hold">
                            <p:stCondLst>
                              <p:cond delay="500"/>
                            </p:stCondLst>
                            <p:childTnLst>
                              <p:par>
                                <p:cTn id="29" presetID="23" presetClass="entr" presetSubtype="32" fill="hold" grpId="0" nodeType="afterEffect">
                                  <p:stCondLst>
                                    <p:cond delay="0"/>
                                  </p:stCondLst>
                                  <p:childTnLst>
                                    <p:set>
                                      <p:cBhvr>
                                        <p:cTn id="30" dur="1" fill="hold">
                                          <p:stCondLst>
                                            <p:cond delay="0"/>
                                          </p:stCondLst>
                                        </p:cTn>
                                        <p:tgtEl>
                                          <p:spTgt spid="120"/>
                                        </p:tgtEl>
                                        <p:attrNameLst>
                                          <p:attrName>style.visibility</p:attrName>
                                        </p:attrNameLst>
                                      </p:cBhvr>
                                      <p:to>
                                        <p:strVal val="visible"/>
                                      </p:to>
                                    </p:set>
                                    <p:anim calcmode="lin" valueType="num">
                                      <p:cBhvr>
                                        <p:cTn id="31" dur="500" fill="hold"/>
                                        <p:tgtEl>
                                          <p:spTgt spid="120"/>
                                        </p:tgtEl>
                                        <p:attrNameLst>
                                          <p:attrName>ppt_w</p:attrName>
                                        </p:attrNameLst>
                                      </p:cBhvr>
                                      <p:tavLst>
                                        <p:tav tm="0">
                                          <p:val>
                                            <p:strVal val="4*#ppt_w"/>
                                          </p:val>
                                        </p:tav>
                                        <p:tav tm="100000">
                                          <p:val>
                                            <p:strVal val="#ppt_w"/>
                                          </p:val>
                                        </p:tav>
                                      </p:tavLst>
                                    </p:anim>
                                    <p:anim calcmode="lin" valueType="num">
                                      <p:cBhvr>
                                        <p:cTn id="32" dur="500" fill="hold"/>
                                        <p:tgtEl>
                                          <p:spTgt spid="120"/>
                                        </p:tgtEl>
                                        <p:attrNameLst>
                                          <p:attrName>ppt_h</p:attrName>
                                        </p:attrNameLst>
                                      </p:cBhvr>
                                      <p:tavLst>
                                        <p:tav tm="0">
                                          <p:val>
                                            <p:strVal val="4*#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wipe(left)">
                                      <p:cBhvr>
                                        <p:cTn id="37" dur="500"/>
                                        <p:tgtEl>
                                          <p:spTgt spid="10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23"/>
                                        </p:tgtEl>
                                        <p:attrNameLst>
                                          <p:attrName>style.visibility</p:attrName>
                                        </p:attrNameLst>
                                      </p:cBhvr>
                                      <p:to>
                                        <p:strVal val="visible"/>
                                      </p:to>
                                    </p:set>
                                    <p:animEffect transition="in" filter="wipe(up)">
                                      <p:cBhvr>
                                        <p:cTn id="42" dur="500"/>
                                        <p:tgtEl>
                                          <p:spTgt spid="123"/>
                                        </p:tgtEl>
                                      </p:cBhvr>
                                    </p:animEffect>
                                  </p:childTnLst>
                                </p:cTn>
                              </p:par>
                            </p:childTnLst>
                          </p:cTn>
                        </p:par>
                        <p:par>
                          <p:cTn id="43" fill="hold">
                            <p:stCondLst>
                              <p:cond delay="500"/>
                            </p:stCondLst>
                            <p:childTnLst>
                              <p:par>
                                <p:cTn id="44" presetID="22" presetClass="entr" presetSubtype="1" fill="hold" grpId="0" nodeType="afterEffect">
                                  <p:stCondLst>
                                    <p:cond delay="0"/>
                                  </p:stCondLst>
                                  <p:childTnLst>
                                    <p:set>
                                      <p:cBhvr>
                                        <p:cTn id="45" dur="1" fill="hold">
                                          <p:stCondLst>
                                            <p:cond delay="0"/>
                                          </p:stCondLst>
                                        </p:cTn>
                                        <p:tgtEl>
                                          <p:spTgt spid="35877"/>
                                        </p:tgtEl>
                                        <p:attrNameLst>
                                          <p:attrName>style.visibility</p:attrName>
                                        </p:attrNameLst>
                                      </p:cBhvr>
                                      <p:to>
                                        <p:strVal val="visible"/>
                                      </p:to>
                                    </p:set>
                                    <p:animEffect transition="in" filter="wipe(up)">
                                      <p:cBhvr>
                                        <p:cTn id="46" dur="500"/>
                                        <p:tgtEl>
                                          <p:spTgt spid="3587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33819"/>
                                        </p:tgtEl>
                                        <p:attrNameLst>
                                          <p:attrName>style.visibility</p:attrName>
                                        </p:attrNameLst>
                                      </p:cBhvr>
                                      <p:to>
                                        <p:strVal val="visible"/>
                                      </p:to>
                                    </p:set>
                                    <p:animEffect transition="in" filter="wipe(up)">
                                      <p:cBhvr>
                                        <p:cTn id="51" dur="500"/>
                                        <p:tgtEl>
                                          <p:spTgt spid="33819"/>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437406"/>
                                        </p:tgtEl>
                                        <p:attrNameLst>
                                          <p:attrName>style.visibility</p:attrName>
                                        </p:attrNameLst>
                                      </p:cBhvr>
                                      <p:to>
                                        <p:strVal val="visible"/>
                                      </p:to>
                                    </p:set>
                                    <p:animEffect transition="in" filter="dissolve">
                                      <p:cBhvr>
                                        <p:cTn id="55" dur="500"/>
                                        <p:tgtEl>
                                          <p:spTgt spid="43740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437405"/>
                                        </p:tgtEl>
                                        <p:attrNameLst>
                                          <p:attrName>style.visibility</p:attrName>
                                        </p:attrNameLst>
                                      </p:cBhvr>
                                      <p:to>
                                        <p:strVal val="visible"/>
                                      </p:to>
                                    </p:set>
                                    <p:animEffect transition="in" filter="dissolve">
                                      <p:cBhvr>
                                        <p:cTn id="58" dur="500"/>
                                        <p:tgtEl>
                                          <p:spTgt spid="437405"/>
                                        </p:tgtEl>
                                      </p:cBhvr>
                                    </p:animEffect>
                                  </p:childTnLst>
                                </p:cTn>
                              </p:par>
                            </p:childTnLst>
                          </p:cTn>
                        </p:par>
                        <p:par>
                          <p:cTn id="59" fill="hold">
                            <p:stCondLst>
                              <p:cond delay="1000"/>
                            </p:stCondLst>
                            <p:childTnLst>
                              <p:par>
                                <p:cTn id="60" presetID="22" presetClass="entr" presetSubtype="1" fill="hold" nodeType="after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wipe(up)">
                                      <p:cBhvr>
                                        <p:cTn id="62" dur="500"/>
                                        <p:tgtEl>
                                          <p:spTgt spid="1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24"/>
                                        </p:tgtEl>
                                        <p:attrNameLst>
                                          <p:attrName>style.visibility</p:attrName>
                                        </p:attrNameLst>
                                      </p:cBhvr>
                                      <p:to>
                                        <p:strVal val="visible"/>
                                      </p:to>
                                    </p:set>
                                    <p:animEffect transition="in" filter="wipe(up)">
                                      <p:cBhvr>
                                        <p:cTn id="67" dur="500"/>
                                        <p:tgtEl>
                                          <p:spTgt spid="124"/>
                                        </p:tgtEl>
                                      </p:cBhvr>
                                    </p:animEffect>
                                  </p:childTnLst>
                                </p:cTn>
                              </p:par>
                            </p:childTnLst>
                          </p:cTn>
                        </p:par>
                        <p:par>
                          <p:cTn id="68" fill="hold">
                            <p:stCondLst>
                              <p:cond delay="500"/>
                            </p:stCondLst>
                            <p:childTnLst>
                              <p:par>
                                <p:cTn id="69" presetID="12" presetClass="entr" presetSubtype="4" fill="hold" nodeType="afterEffect">
                                  <p:stCondLst>
                                    <p:cond delay="0"/>
                                  </p:stCondLst>
                                  <p:childTnLst>
                                    <p:set>
                                      <p:cBhvr>
                                        <p:cTn id="70" dur="1" fill="hold">
                                          <p:stCondLst>
                                            <p:cond delay="0"/>
                                          </p:stCondLst>
                                        </p:cTn>
                                        <p:tgtEl>
                                          <p:spTgt spid="10"/>
                                        </p:tgtEl>
                                        <p:attrNameLst>
                                          <p:attrName>style.visibility</p:attrName>
                                        </p:attrNameLst>
                                      </p:cBhvr>
                                      <p:to>
                                        <p:strVal val="visible"/>
                                      </p:to>
                                    </p:set>
                                    <p:anim calcmode="lin" valueType="num">
                                      <p:cBhvr additive="base">
                                        <p:cTn id="71" dur="500"/>
                                        <p:tgtEl>
                                          <p:spTgt spid="10"/>
                                        </p:tgtEl>
                                        <p:attrNameLst>
                                          <p:attrName>ppt_y</p:attrName>
                                        </p:attrNameLst>
                                      </p:cBhvr>
                                      <p:tavLst>
                                        <p:tav tm="0">
                                          <p:val>
                                            <p:strVal val="#ppt_y+#ppt_h*1.125000"/>
                                          </p:val>
                                        </p:tav>
                                        <p:tav tm="100000">
                                          <p:val>
                                            <p:strVal val="#ppt_y"/>
                                          </p:val>
                                        </p:tav>
                                      </p:tavLst>
                                    </p:anim>
                                    <p:animEffect transition="in" filter="wipe(up)">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126"/>
                                        </p:tgtEl>
                                        <p:attrNameLst>
                                          <p:attrName>style.visibility</p:attrName>
                                        </p:attrNameLst>
                                      </p:cBhvr>
                                      <p:to>
                                        <p:strVal val="visible"/>
                                      </p:to>
                                    </p:set>
                                    <p:animEffect transition="in" filter="wipe(up)">
                                      <p:cBhvr>
                                        <p:cTn id="77" dur="500"/>
                                        <p:tgtEl>
                                          <p:spTgt spid="126"/>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35875"/>
                                        </p:tgtEl>
                                        <p:attrNameLst>
                                          <p:attrName>style.visibility</p:attrName>
                                        </p:attrNameLst>
                                      </p:cBhvr>
                                      <p:to>
                                        <p:strVal val="visible"/>
                                      </p:to>
                                    </p:set>
                                    <p:animEffect transition="in" filter="wipe(up)">
                                      <p:cBhvr>
                                        <p:cTn id="81" dur="500"/>
                                        <p:tgtEl>
                                          <p:spTgt spid="35875"/>
                                        </p:tgtEl>
                                      </p:cBhvr>
                                    </p:animEffect>
                                  </p:childTnLst>
                                </p:cTn>
                              </p:par>
                            </p:childTnLst>
                          </p:cTn>
                        </p:par>
                        <p:par>
                          <p:cTn id="82" fill="hold">
                            <p:stCondLst>
                              <p:cond delay="1000"/>
                            </p:stCondLst>
                            <p:childTnLst>
                              <p:par>
                                <p:cTn id="83" presetID="18" presetClass="entr" presetSubtype="3" fill="hold" nodeType="after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strips(upRight)">
                                      <p:cBhvr>
                                        <p:cTn id="85" dur="500"/>
                                        <p:tgtEl>
                                          <p:spTgt spid="2"/>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33832"/>
                                        </p:tgtEl>
                                        <p:attrNameLst>
                                          <p:attrName>style.visibility</p:attrName>
                                        </p:attrNameLst>
                                      </p:cBhvr>
                                      <p:to>
                                        <p:strVal val="visible"/>
                                      </p:to>
                                    </p:set>
                                    <p:animEffect transition="in" filter="wipe(up)">
                                      <p:cBhvr>
                                        <p:cTn id="90" dur="500"/>
                                        <p:tgtEl>
                                          <p:spTgt spid="33832"/>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27"/>
                                        </p:tgtEl>
                                        <p:attrNameLst>
                                          <p:attrName>style.visibility</p:attrName>
                                        </p:attrNameLst>
                                      </p:cBhvr>
                                      <p:to>
                                        <p:strVal val="visible"/>
                                      </p:to>
                                    </p:set>
                                    <p:animEffect transition="in" filter="wipe(up)">
                                      <p:cBhvr>
                                        <p:cTn id="95" dur="500"/>
                                        <p:tgtEl>
                                          <p:spTgt spid="127"/>
                                        </p:tgtEl>
                                      </p:cBhvr>
                                    </p:animEffect>
                                  </p:childTnLst>
                                </p:cTn>
                              </p:par>
                            </p:childTnLst>
                          </p:cTn>
                        </p:par>
                        <p:par>
                          <p:cTn id="96" fill="hold">
                            <p:stCondLst>
                              <p:cond delay="500"/>
                            </p:stCondLst>
                            <p:childTnLst>
                              <p:par>
                                <p:cTn id="97" presetID="22" presetClass="entr" presetSubtype="1" fill="hold" grpId="0" nodeType="afterEffect">
                                  <p:stCondLst>
                                    <p:cond delay="0"/>
                                  </p:stCondLst>
                                  <p:childTnLst>
                                    <p:set>
                                      <p:cBhvr>
                                        <p:cTn id="98" dur="1" fill="hold">
                                          <p:stCondLst>
                                            <p:cond delay="0"/>
                                          </p:stCondLst>
                                        </p:cTn>
                                        <p:tgtEl>
                                          <p:spTgt spid="35876"/>
                                        </p:tgtEl>
                                        <p:attrNameLst>
                                          <p:attrName>style.visibility</p:attrName>
                                        </p:attrNameLst>
                                      </p:cBhvr>
                                      <p:to>
                                        <p:strVal val="visible"/>
                                      </p:to>
                                    </p:set>
                                    <p:animEffect transition="in" filter="wipe(up)">
                                      <p:cBhvr>
                                        <p:cTn id="99" dur="500"/>
                                        <p:tgtEl>
                                          <p:spTgt spid="35876"/>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1" fill="hold" nodeType="click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wipe(up)">
                                      <p:cBhvr>
                                        <p:cTn id="104" dur="500"/>
                                        <p:tgtEl>
                                          <p:spTgt spid="15"/>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1" fill="hold" nodeType="clickEffect">
                                  <p:stCondLst>
                                    <p:cond delay="0"/>
                                  </p:stCondLst>
                                  <p:childTnLst>
                                    <p:set>
                                      <p:cBhvr>
                                        <p:cTn id="108" dur="1" fill="hold">
                                          <p:stCondLst>
                                            <p:cond delay="0"/>
                                          </p:stCondLst>
                                        </p:cTn>
                                        <p:tgtEl>
                                          <p:spTgt spid="13"/>
                                        </p:tgtEl>
                                        <p:attrNameLst>
                                          <p:attrName>style.visibility</p:attrName>
                                        </p:attrNameLst>
                                      </p:cBhvr>
                                      <p:to>
                                        <p:strVal val="visible"/>
                                      </p:to>
                                    </p:set>
                                    <p:animEffect transition="in" filter="wipe(up)">
                                      <p:cBhvr>
                                        <p:cTn id="109" dur="500"/>
                                        <p:tgtEl>
                                          <p:spTgt spid="1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nodeType="clickEffect">
                                  <p:stCondLst>
                                    <p:cond delay="0"/>
                                  </p:stCondLst>
                                  <p:childTnLst>
                                    <p:set>
                                      <p:cBhvr>
                                        <p:cTn id="113" dur="1" fill="hold">
                                          <p:stCondLst>
                                            <p:cond delay="0"/>
                                          </p:stCondLst>
                                        </p:cTn>
                                        <p:tgtEl>
                                          <p:spTgt spid="3"/>
                                        </p:tgtEl>
                                        <p:attrNameLst>
                                          <p:attrName>style.visibility</p:attrName>
                                        </p:attrNameLst>
                                      </p:cBhvr>
                                      <p:to>
                                        <p:strVal val="visible"/>
                                      </p:to>
                                    </p:set>
                                    <p:animEffect transition="in" filter="wipe(up)">
                                      <p:cBhvr>
                                        <p:cTn id="114" dur="500"/>
                                        <p:tgtEl>
                                          <p:spTgt spid="3"/>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1" fill="hold" grpId="0" nodeType="clickEffect">
                                  <p:stCondLst>
                                    <p:cond delay="0"/>
                                  </p:stCondLst>
                                  <p:childTnLst>
                                    <p:set>
                                      <p:cBhvr>
                                        <p:cTn id="118" dur="1" fill="hold">
                                          <p:stCondLst>
                                            <p:cond delay="0"/>
                                          </p:stCondLst>
                                        </p:cTn>
                                        <p:tgtEl>
                                          <p:spTgt spid="33895"/>
                                        </p:tgtEl>
                                        <p:attrNameLst>
                                          <p:attrName>style.visibility</p:attrName>
                                        </p:attrNameLst>
                                      </p:cBhvr>
                                      <p:to>
                                        <p:strVal val="visible"/>
                                      </p:to>
                                    </p:set>
                                    <p:animEffect transition="in" filter="wipe(up)">
                                      <p:cBhvr>
                                        <p:cTn id="119" dur="500"/>
                                        <p:tgtEl>
                                          <p:spTgt spid="33895"/>
                                        </p:tgtEl>
                                      </p:cBhvr>
                                    </p:animEffect>
                                  </p:childTnLst>
                                </p:cTn>
                              </p:par>
                              <p:par>
                                <p:cTn id="120" presetID="1" presetClass="exit" presetSubtype="0" fill="hold" nodeType="withEffect">
                                  <p:stCondLst>
                                    <p:cond delay="0"/>
                                  </p:stCondLst>
                                  <p:childTnLst>
                                    <p:set>
                                      <p:cBhvr>
                                        <p:cTn id="121" dur="1" fill="hold">
                                          <p:stCondLst>
                                            <p:cond delay="0"/>
                                          </p:stCondLst>
                                        </p:cTn>
                                        <p:tgtEl>
                                          <p:spTgt spid="12"/>
                                        </p:tgtEl>
                                        <p:attrNameLst>
                                          <p:attrName>style.visibility</p:attrName>
                                        </p:attrNameLst>
                                      </p:cBhvr>
                                      <p:to>
                                        <p:strVal val="hidden"/>
                                      </p:to>
                                    </p:set>
                                  </p:childTnLst>
                                </p:cTn>
                              </p:par>
                              <p:par>
                                <p:cTn id="122" presetID="1" presetClass="exit" presetSubtype="0" fill="hold" grpId="1" nodeType="withEffect">
                                  <p:stCondLst>
                                    <p:cond delay="0"/>
                                  </p:stCondLst>
                                  <p:childTnLst>
                                    <p:set>
                                      <p:cBhvr>
                                        <p:cTn id="123" dur="1" fill="hold">
                                          <p:stCondLst>
                                            <p:cond delay="0"/>
                                          </p:stCondLst>
                                        </p:cTn>
                                        <p:tgtEl>
                                          <p:spTgt spid="437405"/>
                                        </p:tgtEl>
                                        <p:attrNameLst>
                                          <p:attrName>style.visibility</p:attrName>
                                        </p:attrNameLst>
                                      </p:cBhvr>
                                      <p:to>
                                        <p:strVal val="hidden"/>
                                      </p:to>
                                    </p:set>
                                  </p:childTnLst>
                                </p:cTn>
                              </p:par>
                              <p:par>
                                <p:cTn id="124" presetID="1" presetClass="exit" presetSubtype="0" fill="hold" grpId="1" nodeType="withEffect">
                                  <p:stCondLst>
                                    <p:cond delay="0"/>
                                  </p:stCondLst>
                                  <p:childTnLst>
                                    <p:set>
                                      <p:cBhvr>
                                        <p:cTn id="125" dur="1" fill="hold">
                                          <p:stCondLst>
                                            <p:cond delay="0"/>
                                          </p:stCondLst>
                                        </p:cTn>
                                        <p:tgtEl>
                                          <p:spTgt spid="437406"/>
                                        </p:tgtEl>
                                        <p:attrNameLst>
                                          <p:attrName>style.visibility</p:attrName>
                                        </p:attrNameLst>
                                      </p:cBhvr>
                                      <p:to>
                                        <p:strVal val="hidden"/>
                                      </p:to>
                                    </p:set>
                                  </p:childTnLst>
                                </p:cTn>
                              </p:par>
                            </p:childTnLst>
                          </p:cTn>
                        </p:par>
                        <p:par>
                          <p:cTn id="126" fill="hold">
                            <p:stCondLst>
                              <p:cond delay="500"/>
                            </p:stCondLst>
                            <p:childTnLst>
                              <p:par>
                                <p:cTn id="127" presetID="9" presetClass="entr" presetSubtype="0" fill="hold" grpId="0" nodeType="afterEffect">
                                  <p:stCondLst>
                                    <p:cond delay="0"/>
                                  </p:stCondLst>
                                  <p:childTnLst>
                                    <p:set>
                                      <p:cBhvr>
                                        <p:cTn id="128" dur="1" fill="hold">
                                          <p:stCondLst>
                                            <p:cond delay="0"/>
                                          </p:stCondLst>
                                        </p:cTn>
                                        <p:tgtEl>
                                          <p:spTgt spid="437404"/>
                                        </p:tgtEl>
                                        <p:attrNameLst>
                                          <p:attrName>style.visibility</p:attrName>
                                        </p:attrNameLst>
                                      </p:cBhvr>
                                      <p:to>
                                        <p:strVal val="visible"/>
                                      </p:to>
                                    </p:set>
                                    <p:animEffect transition="in" filter="dissolve">
                                      <p:cBhvr>
                                        <p:cTn id="129" dur="500"/>
                                        <p:tgtEl>
                                          <p:spTgt spid="437404"/>
                                        </p:tgtEl>
                                      </p:cBhvr>
                                    </p:animEffect>
                                  </p:childTnLst>
                                </p:cTn>
                              </p:par>
                              <p:par>
                                <p:cTn id="130" presetID="9" presetClass="entr" presetSubtype="0" fill="hold" grpId="0" nodeType="withEffect">
                                  <p:stCondLst>
                                    <p:cond delay="0"/>
                                  </p:stCondLst>
                                  <p:childTnLst>
                                    <p:set>
                                      <p:cBhvr>
                                        <p:cTn id="131" dur="1" fill="hold">
                                          <p:stCondLst>
                                            <p:cond delay="0"/>
                                          </p:stCondLst>
                                        </p:cTn>
                                        <p:tgtEl>
                                          <p:spTgt spid="437403"/>
                                        </p:tgtEl>
                                        <p:attrNameLst>
                                          <p:attrName>style.visibility</p:attrName>
                                        </p:attrNameLst>
                                      </p:cBhvr>
                                      <p:to>
                                        <p:strVal val="visible"/>
                                      </p:to>
                                    </p:set>
                                    <p:animEffect transition="in" filter="dissolve">
                                      <p:cBhvr>
                                        <p:cTn id="132" dur="500"/>
                                        <p:tgtEl>
                                          <p:spTgt spid="437403"/>
                                        </p:tgtEl>
                                      </p:cBhvr>
                                    </p:animEffect>
                                  </p:childTnLst>
                                </p:cTn>
                              </p:par>
                            </p:childTnLst>
                          </p:cTn>
                        </p:par>
                        <p:par>
                          <p:cTn id="133" fill="hold">
                            <p:stCondLst>
                              <p:cond delay="1000"/>
                            </p:stCondLst>
                            <p:childTnLst>
                              <p:par>
                                <p:cTn id="134" presetID="22" presetClass="entr" presetSubtype="2" fill="hold" nodeType="afterEffect">
                                  <p:stCondLst>
                                    <p:cond delay="0"/>
                                  </p:stCondLst>
                                  <p:childTnLst>
                                    <p:set>
                                      <p:cBhvr>
                                        <p:cTn id="135" dur="1" fill="hold">
                                          <p:stCondLst>
                                            <p:cond delay="0"/>
                                          </p:stCondLst>
                                        </p:cTn>
                                        <p:tgtEl>
                                          <p:spTgt spid="14"/>
                                        </p:tgtEl>
                                        <p:attrNameLst>
                                          <p:attrName>style.visibility</p:attrName>
                                        </p:attrNameLst>
                                      </p:cBhvr>
                                      <p:to>
                                        <p:strVal val="visible"/>
                                      </p:to>
                                    </p:set>
                                    <p:animEffect transition="in" filter="wipe(right)">
                                      <p:cBhvr>
                                        <p:cTn id="136" dur="500"/>
                                        <p:tgtEl>
                                          <p:spTgt spid="14"/>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1" fill="hold" grpId="0" nodeType="clickEffect">
                                  <p:stCondLst>
                                    <p:cond delay="0"/>
                                  </p:stCondLst>
                                  <p:childTnLst>
                                    <p:set>
                                      <p:cBhvr>
                                        <p:cTn id="140" dur="1" fill="hold">
                                          <p:stCondLst>
                                            <p:cond delay="0"/>
                                          </p:stCondLst>
                                        </p:cTn>
                                        <p:tgtEl>
                                          <p:spTgt spid="33826"/>
                                        </p:tgtEl>
                                        <p:attrNameLst>
                                          <p:attrName>style.visibility</p:attrName>
                                        </p:attrNameLst>
                                      </p:cBhvr>
                                      <p:to>
                                        <p:strVal val="visible"/>
                                      </p:to>
                                    </p:set>
                                    <p:animEffect transition="in" filter="wipe(up)">
                                      <p:cBhvr>
                                        <p:cTn id="141" dur="500"/>
                                        <p:tgtEl>
                                          <p:spTgt spid="33826"/>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nodeType="clickEffect">
                                  <p:stCondLst>
                                    <p:cond delay="0"/>
                                  </p:stCondLst>
                                  <p:childTnLst>
                                    <p:set>
                                      <p:cBhvr>
                                        <p:cTn id="145" dur="1" fill="hold">
                                          <p:stCondLst>
                                            <p:cond delay="0"/>
                                          </p:stCondLst>
                                        </p:cTn>
                                        <p:tgtEl>
                                          <p:spTgt spid="11"/>
                                        </p:tgtEl>
                                        <p:attrNameLst>
                                          <p:attrName>style.visibility</p:attrName>
                                        </p:attrNameLst>
                                      </p:cBhvr>
                                      <p:to>
                                        <p:strVal val="visible"/>
                                      </p:to>
                                    </p:set>
                                    <p:animEffect transition="in" filter="wipe(up)">
                                      <p:cBhvr>
                                        <p:cTn id="146" dur="500"/>
                                        <p:tgtEl>
                                          <p:spTgt spid="11"/>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nodeType="clickEffect">
                                  <p:stCondLst>
                                    <p:cond delay="0"/>
                                  </p:stCondLst>
                                  <p:childTnLst>
                                    <p:set>
                                      <p:cBhvr>
                                        <p:cTn id="150" dur="1" fill="hold">
                                          <p:stCondLst>
                                            <p:cond delay="0"/>
                                          </p:stCondLst>
                                        </p:cTn>
                                        <p:tgtEl>
                                          <p:spTgt spid="18"/>
                                        </p:tgtEl>
                                        <p:attrNameLst>
                                          <p:attrName>style.visibility</p:attrName>
                                        </p:attrNameLst>
                                      </p:cBhvr>
                                      <p:to>
                                        <p:strVal val="visible"/>
                                      </p:to>
                                    </p:set>
                                    <p:animEffect transition="in" filter="wipe(up)">
                                      <p:cBhvr>
                                        <p:cTn id="1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3895" grpId="0" animBg="1"/>
      <p:bldP spid="35884" grpId="0" animBg="1"/>
      <p:bldP spid="35885" grpId="0"/>
      <p:bldP spid="33832" grpId="0" animBg="1"/>
      <p:bldP spid="33826" grpId="0" animBg="1"/>
      <p:bldP spid="35875" grpId="0" animBg="1"/>
      <p:bldP spid="35876" grpId="0" animBg="1"/>
      <p:bldP spid="35877" grpId="0" animBg="1"/>
      <p:bldP spid="33819" grpId="0" animBg="1"/>
      <p:bldP spid="437403" grpId="0"/>
      <p:bldP spid="437404" grpId="0"/>
      <p:bldP spid="437405" grpId="0"/>
      <p:bldP spid="437405" grpId="1"/>
      <p:bldP spid="437406" grpId="0"/>
      <p:bldP spid="437406" grpId="1"/>
      <p:bldP spid="120" grpId="0" animBg="1"/>
      <p:bldP spid="123" grpId="0" animBg="1"/>
      <p:bldP spid="124" grpId="0" animBg="1"/>
      <p:bldP spid="126" grpId="0" animBg="1"/>
      <p:bldP spid="127" grpId="0" animBg="1"/>
      <p:bldP spid="10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p:cNvGrpSpPr>
            <a:grpSpLocks/>
          </p:cNvGrpSpPr>
          <p:nvPr/>
        </p:nvGrpSpPr>
        <p:grpSpPr bwMode="auto">
          <a:xfrm>
            <a:off x="1829054" y="2242503"/>
            <a:ext cx="2857500" cy="1752600"/>
            <a:chOff x="1911171" y="2523769"/>
            <a:chExt cx="2857996" cy="1752379"/>
          </a:xfrm>
        </p:grpSpPr>
        <p:sp>
          <p:nvSpPr>
            <p:cNvPr id="38009" name="Line 10"/>
            <p:cNvSpPr>
              <a:spLocks noChangeShapeType="1"/>
            </p:cNvSpPr>
            <p:nvPr/>
          </p:nvSpPr>
          <p:spPr bwMode="auto">
            <a:xfrm>
              <a:off x="3416300" y="3904814"/>
              <a:ext cx="0" cy="25872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0" name="Line 11"/>
            <p:cNvSpPr>
              <a:spLocks noChangeShapeType="1"/>
            </p:cNvSpPr>
            <p:nvPr/>
          </p:nvSpPr>
          <p:spPr bwMode="auto">
            <a:xfrm>
              <a:off x="3357563" y="3793548"/>
              <a:ext cx="0" cy="4826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1" name="Line 12"/>
            <p:cNvSpPr>
              <a:spLocks noChangeShapeType="1"/>
            </p:cNvSpPr>
            <p:nvPr/>
          </p:nvSpPr>
          <p:spPr bwMode="auto">
            <a:xfrm flipH="1" flipV="1">
              <a:off x="3428998" y="4038021"/>
              <a:ext cx="1335089" cy="2204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2" name="Text Box 14"/>
            <p:cNvSpPr txBox="1">
              <a:spLocks noChangeArrowheads="1"/>
            </p:cNvSpPr>
            <p:nvPr/>
          </p:nvSpPr>
          <p:spPr bwMode="auto">
            <a:xfrm>
              <a:off x="3441649" y="3560275"/>
              <a:ext cx="33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38013" name="Line 42"/>
            <p:cNvSpPr>
              <a:spLocks noChangeShapeType="1"/>
            </p:cNvSpPr>
            <p:nvPr/>
          </p:nvSpPr>
          <p:spPr bwMode="auto">
            <a:xfrm flipH="1" flipV="1">
              <a:off x="1919287" y="4021104"/>
              <a:ext cx="1427162" cy="20295"/>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4" name="Line 42"/>
            <p:cNvSpPr>
              <a:spLocks noChangeShapeType="1"/>
            </p:cNvSpPr>
            <p:nvPr/>
          </p:nvSpPr>
          <p:spPr bwMode="auto">
            <a:xfrm rot="-5400000" flipH="1" flipV="1">
              <a:off x="1170227" y="3264713"/>
              <a:ext cx="1492455" cy="1056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5" name="Line 42"/>
            <p:cNvSpPr>
              <a:spLocks noChangeShapeType="1"/>
            </p:cNvSpPr>
            <p:nvPr/>
          </p:nvSpPr>
          <p:spPr bwMode="auto">
            <a:xfrm rot="-5400000" flipH="1" flipV="1">
              <a:off x="4017656" y="3301508"/>
              <a:ext cx="1492455" cy="1056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 name="Group 200"/>
          <p:cNvGrpSpPr>
            <a:grpSpLocks/>
          </p:cNvGrpSpPr>
          <p:nvPr/>
        </p:nvGrpSpPr>
        <p:grpSpPr bwMode="auto">
          <a:xfrm>
            <a:off x="7055762" y="6176060"/>
            <a:ext cx="3249613" cy="549275"/>
            <a:chOff x="4479" y="2414"/>
            <a:chExt cx="2047" cy="346"/>
          </a:xfrm>
        </p:grpSpPr>
        <p:sp>
          <p:nvSpPr>
            <p:cNvPr id="38007" name="Text Box 56"/>
            <p:cNvSpPr txBox="1">
              <a:spLocks noChangeArrowheads="1"/>
            </p:cNvSpPr>
            <p:nvPr/>
          </p:nvSpPr>
          <p:spPr bwMode="auto">
            <a:xfrm>
              <a:off x="4479" y="2414"/>
              <a:ext cx="116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a:t>
              </a:r>
              <a:r>
                <a:rPr lang="es-ES" sz="2400" baseline="-25000" dirty="0">
                  <a:solidFill>
                    <a:srgbClr val="000000"/>
                  </a:solidFill>
                  <a:latin typeface="Arial" panose="020B0604020202020204" pitchFamily="34" charset="0"/>
                </a:rPr>
                <a:t>1</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 R</a:t>
              </a:r>
              <a:r>
                <a:rPr lang="es-ES" sz="2400" baseline="-25000" dirty="0">
                  <a:solidFill>
                    <a:srgbClr val="000000"/>
                  </a:solidFill>
                  <a:latin typeface="Arial" panose="020B0604020202020204" pitchFamily="34" charset="0"/>
                </a:rPr>
                <a:t>2</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rPr>
                <a:t> R</a:t>
              </a:r>
              <a:r>
                <a:rPr lang="es-ES" sz="2400" baseline="-25000" dirty="0">
                  <a:solidFill>
                    <a:srgbClr val="000000"/>
                  </a:solidFill>
                  <a:latin typeface="Arial" panose="020B0604020202020204" pitchFamily="34" charset="0"/>
                </a:rPr>
                <a:t>3</a:t>
              </a:r>
              <a:endParaRPr lang="es-ES" sz="2800" dirty="0">
                <a:solidFill>
                  <a:srgbClr val="000000"/>
                </a:solidFill>
                <a:latin typeface="Arial" panose="020B0604020202020204" pitchFamily="34" charset="0"/>
                <a:sym typeface="Symbol" panose="05050102010706020507" pitchFamily="18" charset="2"/>
              </a:endParaRPr>
            </a:p>
          </p:txBody>
        </p:sp>
        <p:sp>
          <p:nvSpPr>
            <p:cNvPr id="38008" name="Text Box 59"/>
            <p:cNvSpPr txBox="1">
              <a:spLocks noChangeArrowheads="1"/>
            </p:cNvSpPr>
            <p:nvPr/>
          </p:nvSpPr>
          <p:spPr bwMode="auto">
            <a:xfrm>
              <a:off x="5762" y="2422"/>
              <a:ext cx="764" cy="338"/>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p>
          </p:txBody>
        </p:sp>
      </p:grpSp>
      <p:grpSp>
        <p:nvGrpSpPr>
          <p:cNvPr id="4" name="Group 201"/>
          <p:cNvGrpSpPr>
            <a:grpSpLocks/>
          </p:cNvGrpSpPr>
          <p:nvPr/>
        </p:nvGrpSpPr>
        <p:grpSpPr bwMode="auto">
          <a:xfrm>
            <a:off x="4292855" y="4338991"/>
            <a:ext cx="2647951" cy="2446338"/>
            <a:chOff x="3886" y="1207"/>
            <a:chExt cx="1668" cy="1541"/>
          </a:xfrm>
        </p:grpSpPr>
        <p:sp>
          <p:nvSpPr>
            <p:cNvPr id="38004" name="AutoShape 57"/>
            <p:cNvSpPr>
              <a:spLocks noChangeArrowheads="1"/>
            </p:cNvSpPr>
            <p:nvPr/>
          </p:nvSpPr>
          <p:spPr bwMode="auto">
            <a:xfrm rot="10800000">
              <a:off x="5033" y="2416"/>
              <a:ext cx="285" cy="277"/>
            </a:xfrm>
            <a:prstGeom prst="rightArrow">
              <a:avLst>
                <a:gd name="adj1" fmla="val 39352"/>
                <a:gd name="adj2" fmla="val 4945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8005" name="Text Box 58"/>
            <p:cNvSpPr txBox="1">
              <a:spLocks noChangeArrowheads="1"/>
            </p:cNvSpPr>
            <p:nvPr/>
          </p:nvSpPr>
          <p:spPr bwMode="auto">
            <a:xfrm>
              <a:off x="3886" y="2373"/>
              <a:ext cx="109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1</a:t>
              </a:r>
              <a:r>
                <a:rPr lang="es-ES" sz="2400" dirty="0">
                  <a:solidFill>
                    <a:srgbClr val="000000"/>
                  </a:solidFill>
                  <a:latin typeface="Comic Sans MS" panose="030F0702030302020204" pitchFamily="66" charset="0"/>
                </a:rPr>
                <a:t> </a:t>
              </a:r>
              <a:r>
                <a:rPr lang="es-ES" sz="2400" dirty="0">
                  <a:solidFill>
                    <a:srgbClr val="000000"/>
                  </a:solidFill>
                  <a:latin typeface="Comic Sans MS" panose="030F0702030302020204" pitchFamily="66" charset="0"/>
                  <a:sym typeface="Symbol" panose="05050102010706020507" pitchFamily="18" charset="2"/>
                </a:rPr>
                <a:t></a:t>
              </a:r>
              <a:r>
                <a:rPr lang="es-ES" sz="2400" dirty="0">
                  <a:solidFill>
                    <a:srgbClr val="000000"/>
                  </a:solidFill>
                  <a:latin typeface="Comic Sans MS" panose="030F0702030302020204" pitchFamily="66" charset="0"/>
                </a:rPr>
                <a:t> I</a:t>
              </a:r>
              <a:r>
                <a:rPr lang="es-ES" sz="2400" baseline="-25000" dirty="0">
                  <a:solidFill>
                    <a:srgbClr val="000000"/>
                  </a:solidFill>
                  <a:latin typeface="Comic Sans MS" panose="030F0702030302020204" pitchFamily="66" charset="0"/>
                </a:rPr>
                <a:t>2</a:t>
              </a:r>
              <a:r>
                <a:rPr lang="es-ES" sz="2400" dirty="0">
                  <a:solidFill>
                    <a:srgbClr val="000000"/>
                  </a:solidFill>
                  <a:latin typeface="Comic Sans MS" panose="030F0702030302020204" pitchFamily="66" charset="0"/>
                </a:rPr>
                <a:t> </a:t>
              </a:r>
              <a:r>
                <a:rPr lang="es-ES" sz="2400" dirty="0">
                  <a:solidFill>
                    <a:srgbClr val="000000"/>
                  </a:solidFill>
                  <a:latin typeface="Comic Sans MS" panose="030F0702030302020204" pitchFamily="66" charset="0"/>
                  <a:sym typeface="Symbol" panose="05050102010706020507" pitchFamily="18" charset="2"/>
                </a:rPr>
                <a:t></a:t>
              </a:r>
              <a:r>
                <a:rPr lang="es-ES" sz="2400" dirty="0">
                  <a:solidFill>
                    <a:srgbClr val="000000"/>
                  </a:solidFill>
                  <a:latin typeface="Comic Sans MS" panose="030F0702030302020204" pitchFamily="66" charset="0"/>
                </a:rPr>
                <a:t> I</a:t>
              </a:r>
              <a:r>
                <a:rPr lang="es-ES" sz="2400" baseline="-25000" dirty="0">
                  <a:solidFill>
                    <a:srgbClr val="000000"/>
                  </a:solidFill>
                  <a:latin typeface="Comic Sans MS" panose="030F0702030302020204" pitchFamily="66" charset="0"/>
                </a:rPr>
                <a:t>3</a:t>
              </a:r>
              <a:endParaRPr lang="es-ES" sz="2400" dirty="0">
                <a:solidFill>
                  <a:srgbClr val="000000"/>
                </a:solidFill>
                <a:latin typeface="Comic Sans MS" panose="030F0702030302020204" pitchFamily="66" charset="0"/>
                <a:sym typeface="Symbol" panose="05050102010706020507" pitchFamily="18" charset="2"/>
              </a:endParaRPr>
            </a:p>
          </p:txBody>
        </p:sp>
        <p:sp>
          <p:nvSpPr>
            <p:cNvPr id="38006" name="AutoShape 60"/>
            <p:cNvSpPr>
              <a:spLocks/>
            </p:cNvSpPr>
            <p:nvPr/>
          </p:nvSpPr>
          <p:spPr bwMode="auto">
            <a:xfrm flipH="1">
              <a:off x="5386" y="1207"/>
              <a:ext cx="168" cy="1541"/>
            </a:xfrm>
            <a:prstGeom prst="rightBrace">
              <a:avLst>
                <a:gd name="adj1" fmla="val 35813"/>
                <a:gd name="adj2" fmla="val 87785"/>
              </a:avLst>
            </a:prstGeom>
            <a:noFill/>
            <a:ln w="38100">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wrap="square"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37906" name="Rectangle 85"/>
          <p:cNvSpPr>
            <a:spLocks noChangeArrowheads="1"/>
          </p:cNvSpPr>
          <p:nvPr/>
        </p:nvSpPr>
        <p:spPr bwMode="auto">
          <a:xfrm>
            <a:off x="1273175" y="308167"/>
            <a:ext cx="8520113" cy="531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800" b="1" dirty="0">
                <a:solidFill>
                  <a:srgbClr val="CC0000"/>
                </a:solidFill>
                <a:latin typeface="Arial" panose="020B0604020202020204" pitchFamily="34" charset="0"/>
              </a:rPr>
              <a:t>4.4.3 ASOCIACIÓN EN PARALELO</a:t>
            </a:r>
          </a:p>
        </p:txBody>
      </p:sp>
      <p:grpSp>
        <p:nvGrpSpPr>
          <p:cNvPr id="5" name="Grupo 4"/>
          <p:cNvGrpSpPr/>
          <p:nvPr/>
        </p:nvGrpSpPr>
        <p:grpSpPr>
          <a:xfrm>
            <a:off x="1771904" y="915353"/>
            <a:ext cx="2978150" cy="2195512"/>
            <a:chOff x="1771904" y="915353"/>
            <a:chExt cx="2978150" cy="2195512"/>
          </a:xfrm>
        </p:grpSpPr>
        <p:sp>
          <p:nvSpPr>
            <p:cNvPr id="37891" name="Line 13"/>
            <p:cNvSpPr>
              <a:spLocks noChangeShapeType="1"/>
            </p:cNvSpPr>
            <p:nvPr/>
          </p:nvSpPr>
          <p:spPr bwMode="auto">
            <a:xfrm flipH="1">
              <a:off x="2303717" y="1455103"/>
              <a:ext cx="0" cy="143986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2" name="Line 18"/>
            <p:cNvSpPr>
              <a:spLocks noChangeShapeType="1"/>
            </p:cNvSpPr>
            <p:nvPr/>
          </p:nvSpPr>
          <p:spPr bwMode="auto">
            <a:xfrm flipH="1">
              <a:off x="2318004" y="1455103"/>
              <a:ext cx="71913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3" name="Text Box 19"/>
            <p:cNvSpPr txBox="1">
              <a:spLocks noChangeArrowheads="1"/>
            </p:cNvSpPr>
            <p:nvPr/>
          </p:nvSpPr>
          <p:spPr bwMode="auto">
            <a:xfrm>
              <a:off x="3472117" y="915353"/>
              <a:ext cx="503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1</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7894" name="Line 20"/>
            <p:cNvSpPr>
              <a:spLocks noChangeShapeType="1"/>
            </p:cNvSpPr>
            <p:nvPr/>
          </p:nvSpPr>
          <p:spPr bwMode="auto">
            <a:xfrm flipH="1">
              <a:off x="3508629" y="1451928"/>
              <a:ext cx="71913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5" name="Line 24"/>
            <p:cNvSpPr>
              <a:spLocks noChangeShapeType="1"/>
            </p:cNvSpPr>
            <p:nvPr/>
          </p:nvSpPr>
          <p:spPr bwMode="auto">
            <a:xfrm flipH="1" flipV="1">
              <a:off x="1836992" y="2177415"/>
              <a:ext cx="1204912" cy="476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6" name="Text Box 25"/>
            <p:cNvSpPr txBox="1">
              <a:spLocks noChangeArrowheads="1"/>
            </p:cNvSpPr>
            <p:nvPr/>
          </p:nvSpPr>
          <p:spPr bwMode="auto">
            <a:xfrm>
              <a:off x="3476879" y="1642428"/>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2</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7897" name="Line 26"/>
            <p:cNvSpPr>
              <a:spLocks noChangeShapeType="1"/>
            </p:cNvSpPr>
            <p:nvPr/>
          </p:nvSpPr>
          <p:spPr bwMode="auto">
            <a:xfrm flipH="1">
              <a:off x="3494342" y="2177415"/>
              <a:ext cx="1168400" cy="1588"/>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8" name="Line 30"/>
            <p:cNvSpPr>
              <a:spLocks noChangeShapeType="1"/>
            </p:cNvSpPr>
            <p:nvPr/>
          </p:nvSpPr>
          <p:spPr bwMode="auto">
            <a:xfrm flipH="1">
              <a:off x="2316417" y="2909253"/>
              <a:ext cx="7191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9" name="Text Box 31"/>
            <p:cNvSpPr txBox="1">
              <a:spLocks noChangeArrowheads="1"/>
            </p:cNvSpPr>
            <p:nvPr/>
          </p:nvSpPr>
          <p:spPr bwMode="auto">
            <a:xfrm>
              <a:off x="3470529" y="2380615"/>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3</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7900" name="Line 39"/>
            <p:cNvSpPr>
              <a:spLocks noChangeShapeType="1"/>
            </p:cNvSpPr>
            <p:nvPr/>
          </p:nvSpPr>
          <p:spPr bwMode="auto">
            <a:xfrm flipH="1">
              <a:off x="3507042" y="2898140"/>
              <a:ext cx="7191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01" name="Line 41"/>
            <p:cNvSpPr>
              <a:spLocks noChangeShapeType="1"/>
            </p:cNvSpPr>
            <p:nvPr/>
          </p:nvSpPr>
          <p:spPr bwMode="auto">
            <a:xfrm flipH="1">
              <a:off x="4216654" y="1439228"/>
              <a:ext cx="0" cy="143986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04" name="Oval 83"/>
            <p:cNvSpPr>
              <a:spLocks noChangeArrowheads="1"/>
            </p:cNvSpPr>
            <p:nvPr/>
          </p:nvSpPr>
          <p:spPr bwMode="auto">
            <a:xfrm>
              <a:off x="1771904" y="2123440"/>
              <a:ext cx="144463" cy="144463"/>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7905" name="Oval 84"/>
            <p:cNvSpPr>
              <a:spLocks noChangeArrowheads="1"/>
            </p:cNvSpPr>
            <p:nvPr/>
          </p:nvSpPr>
          <p:spPr bwMode="auto">
            <a:xfrm>
              <a:off x="4605592" y="2121853"/>
              <a:ext cx="144462" cy="144462"/>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37913" name="Group 116"/>
            <p:cNvGrpSpPr>
              <a:grpSpLocks/>
            </p:cNvGrpSpPr>
            <p:nvPr/>
          </p:nvGrpSpPr>
          <p:grpSpPr bwMode="auto">
            <a:xfrm>
              <a:off x="3057779" y="1247140"/>
              <a:ext cx="419100" cy="427038"/>
              <a:chOff x="2214" y="9158"/>
              <a:chExt cx="1080" cy="360"/>
            </a:xfrm>
          </p:grpSpPr>
          <p:grpSp>
            <p:nvGrpSpPr>
              <p:cNvPr id="37967" name="Group 117"/>
              <p:cNvGrpSpPr>
                <a:grpSpLocks/>
              </p:cNvGrpSpPr>
              <p:nvPr/>
            </p:nvGrpSpPr>
            <p:grpSpPr bwMode="auto">
              <a:xfrm>
                <a:off x="2574" y="9158"/>
                <a:ext cx="360" cy="360"/>
                <a:chOff x="2214" y="9158"/>
                <a:chExt cx="360" cy="360"/>
              </a:xfrm>
            </p:grpSpPr>
            <p:sp>
              <p:nvSpPr>
                <p:cNvPr id="37976" name="Line 11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7" name="Line 11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8" name="Line 12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68" name="Group 121"/>
              <p:cNvGrpSpPr>
                <a:grpSpLocks/>
              </p:cNvGrpSpPr>
              <p:nvPr/>
            </p:nvGrpSpPr>
            <p:grpSpPr bwMode="auto">
              <a:xfrm>
                <a:off x="2934" y="9158"/>
                <a:ext cx="360" cy="360"/>
                <a:chOff x="2214" y="9158"/>
                <a:chExt cx="360" cy="360"/>
              </a:xfrm>
            </p:grpSpPr>
            <p:sp>
              <p:nvSpPr>
                <p:cNvPr id="37973" name="Line 12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4" name="Line 12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5" name="Line 12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69" name="Group 125"/>
              <p:cNvGrpSpPr>
                <a:grpSpLocks/>
              </p:cNvGrpSpPr>
              <p:nvPr/>
            </p:nvGrpSpPr>
            <p:grpSpPr bwMode="auto">
              <a:xfrm>
                <a:off x="2214" y="9158"/>
                <a:ext cx="360" cy="360"/>
                <a:chOff x="2214" y="9158"/>
                <a:chExt cx="360" cy="360"/>
              </a:xfrm>
            </p:grpSpPr>
            <p:sp>
              <p:nvSpPr>
                <p:cNvPr id="37970" name="Line 12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1" name="Line 12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2" name="Line 12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7914" name="Group 129"/>
            <p:cNvGrpSpPr>
              <a:grpSpLocks/>
            </p:cNvGrpSpPr>
            <p:nvPr/>
          </p:nvGrpSpPr>
          <p:grpSpPr bwMode="auto">
            <a:xfrm>
              <a:off x="3057779" y="1956753"/>
              <a:ext cx="419100" cy="427037"/>
              <a:chOff x="2214" y="9158"/>
              <a:chExt cx="1080" cy="360"/>
            </a:xfrm>
          </p:grpSpPr>
          <p:grpSp>
            <p:nvGrpSpPr>
              <p:cNvPr id="37955" name="Group 130"/>
              <p:cNvGrpSpPr>
                <a:grpSpLocks/>
              </p:cNvGrpSpPr>
              <p:nvPr/>
            </p:nvGrpSpPr>
            <p:grpSpPr bwMode="auto">
              <a:xfrm>
                <a:off x="2574" y="9158"/>
                <a:ext cx="360" cy="360"/>
                <a:chOff x="2214" y="9158"/>
                <a:chExt cx="360" cy="360"/>
              </a:xfrm>
            </p:grpSpPr>
            <p:sp>
              <p:nvSpPr>
                <p:cNvPr id="37964" name="Line 13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5" name="Line 13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6" name="Line 13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56" name="Group 134"/>
              <p:cNvGrpSpPr>
                <a:grpSpLocks/>
              </p:cNvGrpSpPr>
              <p:nvPr/>
            </p:nvGrpSpPr>
            <p:grpSpPr bwMode="auto">
              <a:xfrm>
                <a:off x="2934" y="9158"/>
                <a:ext cx="360" cy="360"/>
                <a:chOff x="2214" y="9158"/>
                <a:chExt cx="360" cy="360"/>
              </a:xfrm>
            </p:grpSpPr>
            <p:sp>
              <p:nvSpPr>
                <p:cNvPr id="37961" name="Line 13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2" name="Line 13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3" name="Line 13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57" name="Group 138"/>
              <p:cNvGrpSpPr>
                <a:grpSpLocks/>
              </p:cNvGrpSpPr>
              <p:nvPr/>
            </p:nvGrpSpPr>
            <p:grpSpPr bwMode="auto">
              <a:xfrm>
                <a:off x="2214" y="9158"/>
                <a:ext cx="360" cy="360"/>
                <a:chOff x="2214" y="9158"/>
                <a:chExt cx="360" cy="360"/>
              </a:xfrm>
            </p:grpSpPr>
            <p:sp>
              <p:nvSpPr>
                <p:cNvPr id="37958" name="Line 13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9" name="Line 14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0" name="Line 14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7915" name="Group 142"/>
            <p:cNvGrpSpPr>
              <a:grpSpLocks/>
            </p:cNvGrpSpPr>
            <p:nvPr/>
          </p:nvGrpSpPr>
          <p:grpSpPr bwMode="auto">
            <a:xfrm>
              <a:off x="3057779" y="2683828"/>
              <a:ext cx="419100" cy="427037"/>
              <a:chOff x="2214" y="9158"/>
              <a:chExt cx="1080" cy="360"/>
            </a:xfrm>
          </p:grpSpPr>
          <p:grpSp>
            <p:nvGrpSpPr>
              <p:cNvPr id="37943" name="Group 143"/>
              <p:cNvGrpSpPr>
                <a:grpSpLocks/>
              </p:cNvGrpSpPr>
              <p:nvPr/>
            </p:nvGrpSpPr>
            <p:grpSpPr bwMode="auto">
              <a:xfrm>
                <a:off x="2574" y="9158"/>
                <a:ext cx="360" cy="360"/>
                <a:chOff x="2214" y="9158"/>
                <a:chExt cx="360" cy="360"/>
              </a:xfrm>
            </p:grpSpPr>
            <p:sp>
              <p:nvSpPr>
                <p:cNvPr id="37952" name="Line 14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3" name="Line 14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4" name="Line 14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44" name="Group 147"/>
              <p:cNvGrpSpPr>
                <a:grpSpLocks/>
              </p:cNvGrpSpPr>
              <p:nvPr/>
            </p:nvGrpSpPr>
            <p:grpSpPr bwMode="auto">
              <a:xfrm>
                <a:off x="2934" y="9158"/>
                <a:ext cx="360" cy="360"/>
                <a:chOff x="2214" y="9158"/>
                <a:chExt cx="360" cy="360"/>
              </a:xfrm>
            </p:grpSpPr>
            <p:sp>
              <p:nvSpPr>
                <p:cNvPr id="37949" name="Line 14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0" name="Line 14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1" name="Line 15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45" name="Group 151"/>
              <p:cNvGrpSpPr>
                <a:grpSpLocks/>
              </p:cNvGrpSpPr>
              <p:nvPr/>
            </p:nvGrpSpPr>
            <p:grpSpPr bwMode="auto">
              <a:xfrm>
                <a:off x="2214" y="9158"/>
                <a:ext cx="360" cy="360"/>
                <a:chOff x="2214" y="9158"/>
                <a:chExt cx="360" cy="360"/>
              </a:xfrm>
            </p:grpSpPr>
            <p:sp>
              <p:nvSpPr>
                <p:cNvPr id="37946" name="Line 15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47" name="Line 15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48" name="Line 15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grpSp>
        <p:nvGrpSpPr>
          <p:cNvPr id="23" name="Group 174"/>
          <p:cNvGrpSpPr>
            <a:grpSpLocks/>
          </p:cNvGrpSpPr>
          <p:nvPr/>
        </p:nvGrpSpPr>
        <p:grpSpPr bwMode="auto">
          <a:xfrm>
            <a:off x="1446467" y="875665"/>
            <a:ext cx="3621087" cy="2403475"/>
            <a:chOff x="963" y="986"/>
            <a:chExt cx="2281" cy="1514"/>
          </a:xfrm>
        </p:grpSpPr>
        <p:sp>
          <p:nvSpPr>
            <p:cNvPr id="37933" name="Line 155"/>
            <p:cNvSpPr>
              <a:spLocks noChangeShapeType="1"/>
            </p:cNvSpPr>
            <p:nvPr/>
          </p:nvSpPr>
          <p:spPr bwMode="auto">
            <a:xfrm flipV="1">
              <a:off x="3001" y="2124"/>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4" name="Line 156"/>
            <p:cNvSpPr>
              <a:spLocks noChangeShapeType="1"/>
            </p:cNvSpPr>
            <p:nvPr/>
          </p:nvSpPr>
          <p:spPr bwMode="auto">
            <a:xfrm>
              <a:off x="1209" y="2193"/>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5" name="Line 157"/>
            <p:cNvSpPr>
              <a:spLocks noChangeShapeType="1"/>
            </p:cNvSpPr>
            <p:nvPr/>
          </p:nvSpPr>
          <p:spPr bwMode="auto">
            <a:xfrm rot="5400000">
              <a:off x="1727" y="1249"/>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6" name="Line 158"/>
            <p:cNvSpPr>
              <a:spLocks noChangeShapeType="1"/>
            </p:cNvSpPr>
            <p:nvPr/>
          </p:nvSpPr>
          <p:spPr bwMode="auto">
            <a:xfrm rot="5400000">
              <a:off x="1732" y="1703"/>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7" name="Line 159"/>
            <p:cNvSpPr>
              <a:spLocks noChangeShapeType="1"/>
            </p:cNvSpPr>
            <p:nvPr/>
          </p:nvSpPr>
          <p:spPr bwMode="auto">
            <a:xfrm rot="5400000">
              <a:off x="1737" y="2163"/>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8" name="Text Box 160"/>
            <p:cNvSpPr txBox="1">
              <a:spLocks noChangeArrowheads="1"/>
            </p:cNvSpPr>
            <p:nvPr/>
          </p:nvSpPr>
          <p:spPr bwMode="auto">
            <a:xfrm>
              <a:off x="963" y="2162"/>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7939" name="Text Box 161"/>
            <p:cNvSpPr txBox="1">
              <a:spLocks noChangeArrowheads="1"/>
            </p:cNvSpPr>
            <p:nvPr/>
          </p:nvSpPr>
          <p:spPr bwMode="auto">
            <a:xfrm>
              <a:off x="1645" y="1898"/>
              <a:ext cx="2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3</a:t>
              </a:r>
              <a:endParaRPr lang="es-ES" sz="2000" b="1">
                <a:solidFill>
                  <a:srgbClr val="3333FF"/>
                </a:solidFill>
                <a:latin typeface="Comic Sans MS" panose="030F0702030302020204" pitchFamily="66" charset="0"/>
              </a:endParaRPr>
            </a:p>
          </p:txBody>
        </p:sp>
        <p:sp>
          <p:nvSpPr>
            <p:cNvPr id="37940" name="Text Box 162"/>
            <p:cNvSpPr txBox="1">
              <a:spLocks noChangeArrowheads="1"/>
            </p:cNvSpPr>
            <p:nvPr/>
          </p:nvSpPr>
          <p:spPr bwMode="auto">
            <a:xfrm>
              <a:off x="1625" y="986"/>
              <a:ext cx="2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endParaRPr lang="es-ES" sz="2000" b="1">
                <a:solidFill>
                  <a:srgbClr val="3333FF"/>
                </a:solidFill>
                <a:latin typeface="Comic Sans MS" panose="030F0702030302020204" pitchFamily="66" charset="0"/>
              </a:endParaRPr>
            </a:p>
          </p:txBody>
        </p:sp>
        <p:sp>
          <p:nvSpPr>
            <p:cNvPr id="37941" name="Text Box 163"/>
            <p:cNvSpPr txBox="1">
              <a:spLocks noChangeArrowheads="1"/>
            </p:cNvSpPr>
            <p:nvPr/>
          </p:nvSpPr>
          <p:spPr bwMode="auto">
            <a:xfrm>
              <a:off x="1639" y="1439"/>
              <a:ext cx="2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endParaRPr lang="es-ES" sz="2000" b="1">
                <a:solidFill>
                  <a:srgbClr val="3333FF"/>
                </a:solidFill>
                <a:latin typeface="Comic Sans MS" panose="030F0702030302020204" pitchFamily="66" charset="0"/>
              </a:endParaRPr>
            </a:p>
          </p:txBody>
        </p:sp>
        <p:sp>
          <p:nvSpPr>
            <p:cNvPr id="37942" name="Text Box 164"/>
            <p:cNvSpPr txBox="1">
              <a:spLocks noChangeArrowheads="1"/>
            </p:cNvSpPr>
            <p:nvPr/>
          </p:nvSpPr>
          <p:spPr bwMode="auto">
            <a:xfrm>
              <a:off x="3023" y="2030"/>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grpSp>
      <p:sp>
        <p:nvSpPr>
          <p:cNvPr id="492710" name="Text Box 166"/>
          <p:cNvSpPr txBox="1">
            <a:spLocks noChangeArrowheads="1"/>
          </p:cNvSpPr>
          <p:nvPr/>
        </p:nvSpPr>
        <p:spPr bwMode="auto">
          <a:xfrm>
            <a:off x="6940743" y="1676853"/>
            <a:ext cx="2672351"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Cables ideales</a:t>
            </a:r>
          </a:p>
          <a:p>
            <a:pPr algn="ctr" eaLnBrk="1" hangingPunct="1">
              <a:spcBef>
                <a:spcPts val="0"/>
              </a:spcBef>
              <a:buFontTx/>
              <a:buNone/>
            </a:pPr>
            <a:r>
              <a:rPr lang="es-ES" sz="2400" dirty="0">
                <a:solidFill>
                  <a:srgbClr val="FF0000"/>
                </a:solidFill>
                <a:latin typeface="Arial" panose="020B0604020202020204" pitchFamily="34" charset="0"/>
              </a:rPr>
              <a:t>(potencial cte.)</a:t>
            </a:r>
          </a:p>
        </p:txBody>
      </p:sp>
      <p:sp>
        <p:nvSpPr>
          <p:cNvPr id="37929" name="Text Box 53"/>
          <p:cNvSpPr txBox="1">
            <a:spLocks noChangeArrowheads="1"/>
          </p:cNvSpPr>
          <p:nvPr/>
        </p:nvSpPr>
        <p:spPr bwMode="auto">
          <a:xfrm>
            <a:off x="7115662" y="4320035"/>
            <a:ext cx="2322513" cy="592137"/>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FFFF"/>
                </a:solidFill>
                <a:latin typeface="Arial" panose="020B0604020202020204" pitchFamily="34" charset="0"/>
              </a:rPr>
              <a:t>V</a:t>
            </a:r>
            <a:r>
              <a:rPr lang="es-ES" sz="2400" baseline="-25000">
                <a:solidFill>
                  <a:srgbClr val="FFFFFF"/>
                </a:solidFill>
                <a:latin typeface="Arial" panose="020B0604020202020204" pitchFamily="34" charset="0"/>
              </a:rPr>
              <a:t>1</a:t>
            </a:r>
            <a:r>
              <a:rPr lang="es-ES" sz="2400">
                <a:solidFill>
                  <a:srgbClr val="FFFFFF"/>
                </a:solidFill>
                <a:latin typeface="Arial" panose="020B0604020202020204" pitchFamily="34" charset="0"/>
              </a:rPr>
              <a:t> = V</a:t>
            </a:r>
            <a:r>
              <a:rPr lang="es-ES" sz="2400" baseline="-25000">
                <a:solidFill>
                  <a:srgbClr val="FFFFFF"/>
                </a:solidFill>
                <a:latin typeface="Arial" panose="020B0604020202020204" pitchFamily="34" charset="0"/>
              </a:rPr>
              <a:t>2</a:t>
            </a:r>
            <a:r>
              <a:rPr lang="es-ES" sz="2400">
                <a:solidFill>
                  <a:srgbClr val="FFFFFF"/>
                </a:solidFill>
                <a:latin typeface="Arial" panose="020B0604020202020204" pitchFamily="34" charset="0"/>
              </a:rPr>
              <a:t> = V</a:t>
            </a:r>
            <a:r>
              <a:rPr lang="es-ES" sz="2400" baseline="-25000">
                <a:solidFill>
                  <a:srgbClr val="FFFFFF"/>
                </a:solidFill>
                <a:latin typeface="Arial" panose="020B0604020202020204" pitchFamily="34" charset="0"/>
              </a:rPr>
              <a:t>3</a:t>
            </a:r>
            <a:r>
              <a:rPr lang="es-ES" sz="2400">
                <a:solidFill>
                  <a:srgbClr val="FFFFFF"/>
                </a:solidFill>
                <a:latin typeface="Arial" panose="020B0604020202020204" pitchFamily="34" charset="0"/>
              </a:rPr>
              <a:t> = </a:t>
            </a:r>
            <a:r>
              <a:rPr lang="es-ES" sz="2800">
                <a:solidFill>
                  <a:srgbClr val="FFFFFF"/>
                </a:solidFill>
                <a:latin typeface="Arial" panose="020B0604020202020204" pitchFamily="34" charset="0"/>
                <a:sym typeface="Symbol" panose="05050102010706020507" pitchFamily="18" charset="2"/>
              </a:rPr>
              <a:t></a:t>
            </a:r>
          </a:p>
        </p:txBody>
      </p:sp>
      <p:sp>
        <p:nvSpPr>
          <p:cNvPr id="37930" name="Text Box 175"/>
          <p:cNvSpPr txBox="1">
            <a:spLocks noChangeArrowheads="1"/>
          </p:cNvSpPr>
          <p:nvPr/>
        </p:nvSpPr>
        <p:spPr bwMode="auto">
          <a:xfrm>
            <a:off x="7508622" y="5040630"/>
            <a:ext cx="2796361" cy="905881"/>
          </a:xfrm>
          <a:prstGeom prst="rect">
            <a:avLst/>
          </a:prstGeom>
          <a:solidFill>
            <a:srgbClr val="CCFFCC"/>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rPr>
              <a:t>Caída en =  Caída</a:t>
            </a:r>
          </a:p>
          <a:p>
            <a:pPr eaLnBrk="1" hangingPunct="1">
              <a:spcBef>
                <a:spcPts val="0"/>
              </a:spcBef>
              <a:buFontTx/>
              <a:buNone/>
            </a:pPr>
            <a:r>
              <a:rPr lang="es-ES" sz="2400" dirty="0">
                <a:latin typeface="Arial" panose="020B0604020202020204" pitchFamily="34" charset="0"/>
              </a:rPr>
              <a:t>  cada R      en pila</a:t>
            </a:r>
          </a:p>
        </p:txBody>
      </p:sp>
      <p:sp>
        <p:nvSpPr>
          <p:cNvPr id="37927" name="Text Box 62"/>
          <p:cNvSpPr txBox="1">
            <a:spLocks noChangeArrowheads="1"/>
          </p:cNvSpPr>
          <p:nvPr/>
        </p:nvSpPr>
        <p:spPr bwMode="auto">
          <a:xfrm>
            <a:off x="3849944" y="4313759"/>
            <a:ext cx="2366963" cy="587375"/>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Comic Sans MS" panose="030F0702030302020204" pitchFamily="66" charset="0"/>
              </a:rPr>
              <a:t>I = I</a:t>
            </a:r>
            <a:r>
              <a:rPr lang="es-ES" sz="2400" baseline="-25000">
                <a:solidFill>
                  <a:srgbClr val="FFFFFF"/>
                </a:solidFill>
                <a:latin typeface="Comic Sans MS" panose="030F0702030302020204" pitchFamily="66" charset="0"/>
              </a:rPr>
              <a:t>1</a:t>
            </a:r>
            <a:r>
              <a:rPr lang="es-ES" sz="2400">
                <a:solidFill>
                  <a:srgbClr val="FFFFFF"/>
                </a:solidFill>
                <a:latin typeface="Comic Sans MS" panose="030F0702030302020204" pitchFamily="66" charset="0"/>
              </a:rPr>
              <a:t> </a:t>
            </a:r>
            <a:r>
              <a:rPr lang="es-ES" sz="2400">
                <a:solidFill>
                  <a:srgbClr val="FFFFFF"/>
                </a:solidFill>
                <a:latin typeface="Comic Sans MS" panose="030F0702030302020204" pitchFamily="66" charset="0"/>
                <a:sym typeface="Symbol" panose="05050102010706020507" pitchFamily="18" charset="2"/>
              </a:rPr>
              <a:t>+</a:t>
            </a:r>
            <a:r>
              <a:rPr lang="es-ES" sz="2400">
                <a:solidFill>
                  <a:srgbClr val="FFFFFF"/>
                </a:solidFill>
                <a:latin typeface="Comic Sans MS" panose="030F0702030302020204" pitchFamily="66" charset="0"/>
              </a:rPr>
              <a:t> I</a:t>
            </a:r>
            <a:r>
              <a:rPr lang="es-ES" sz="2400" baseline="-25000">
                <a:solidFill>
                  <a:srgbClr val="FFFFFF"/>
                </a:solidFill>
                <a:latin typeface="Comic Sans MS" panose="030F0702030302020204" pitchFamily="66" charset="0"/>
              </a:rPr>
              <a:t>2</a:t>
            </a:r>
            <a:r>
              <a:rPr lang="es-ES" sz="2400">
                <a:solidFill>
                  <a:srgbClr val="FFFFFF"/>
                </a:solidFill>
                <a:latin typeface="Comic Sans MS" panose="030F0702030302020204" pitchFamily="66" charset="0"/>
              </a:rPr>
              <a:t> </a:t>
            </a:r>
            <a:r>
              <a:rPr lang="es-ES" sz="2400">
                <a:solidFill>
                  <a:srgbClr val="FFFFFF"/>
                </a:solidFill>
                <a:latin typeface="Comic Sans MS" panose="030F0702030302020204" pitchFamily="66" charset="0"/>
                <a:sym typeface="Symbol" panose="05050102010706020507" pitchFamily="18" charset="2"/>
              </a:rPr>
              <a:t>+</a:t>
            </a:r>
            <a:r>
              <a:rPr lang="es-ES" sz="2400">
                <a:solidFill>
                  <a:srgbClr val="FFFFFF"/>
                </a:solidFill>
                <a:latin typeface="Comic Sans MS" panose="030F0702030302020204" pitchFamily="66" charset="0"/>
              </a:rPr>
              <a:t> I</a:t>
            </a:r>
            <a:r>
              <a:rPr lang="es-ES" sz="2400" baseline="-25000">
                <a:solidFill>
                  <a:srgbClr val="FFFFFF"/>
                </a:solidFill>
                <a:latin typeface="Comic Sans MS" panose="030F0702030302020204" pitchFamily="66" charset="0"/>
              </a:rPr>
              <a:t>3</a:t>
            </a:r>
            <a:endParaRPr lang="es-ES" sz="2400">
              <a:solidFill>
                <a:srgbClr val="FFFFFF"/>
              </a:solidFill>
              <a:latin typeface="Comic Sans MS" panose="030F0702030302020204" pitchFamily="66" charset="0"/>
              <a:sym typeface="Symbol" panose="05050102010706020507" pitchFamily="18" charset="2"/>
            </a:endParaRPr>
          </a:p>
        </p:txBody>
      </p:sp>
      <p:sp>
        <p:nvSpPr>
          <p:cNvPr id="37928" name="AutoShape 171"/>
          <p:cNvSpPr>
            <a:spLocks noChangeArrowheads="1"/>
          </p:cNvSpPr>
          <p:nvPr/>
        </p:nvSpPr>
        <p:spPr bwMode="auto">
          <a:xfrm rot="5400000">
            <a:off x="8082627" y="2593839"/>
            <a:ext cx="388583" cy="439738"/>
          </a:xfrm>
          <a:prstGeom prst="rightArrow">
            <a:avLst>
              <a:gd name="adj1" fmla="val 39352"/>
              <a:gd name="adj2" fmla="val 49460"/>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7926" name="Text Box 180"/>
          <p:cNvSpPr txBox="1">
            <a:spLocks noChangeArrowheads="1"/>
          </p:cNvSpPr>
          <p:nvPr/>
        </p:nvSpPr>
        <p:spPr bwMode="auto">
          <a:xfrm>
            <a:off x="1916368" y="5039821"/>
            <a:ext cx="4296016" cy="536549"/>
          </a:xfrm>
          <a:prstGeom prst="rect">
            <a:avLst/>
          </a:prstGeom>
          <a:solidFill>
            <a:srgbClr val="CCFFCC"/>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Comic Sans MS" panose="030F0702030302020204" pitchFamily="66" charset="0"/>
              </a:rPr>
              <a:t>I </a:t>
            </a:r>
            <a:r>
              <a:rPr lang="es-ES" sz="2400">
                <a:latin typeface="Arial" panose="020B0604020202020204" pitchFamily="34" charset="0"/>
              </a:rPr>
              <a:t>entrante = Suma </a:t>
            </a:r>
            <a:r>
              <a:rPr lang="es-ES" sz="2400">
                <a:latin typeface="Comic Sans MS" panose="030F0702030302020204" pitchFamily="66" charset="0"/>
              </a:rPr>
              <a:t>I </a:t>
            </a:r>
            <a:r>
              <a:rPr lang="es-ES" sz="2400">
                <a:latin typeface="Arial" panose="020B0604020202020204" pitchFamily="34" charset="0"/>
              </a:rPr>
              <a:t>salientes</a:t>
            </a:r>
          </a:p>
        </p:txBody>
      </p:sp>
      <p:sp>
        <p:nvSpPr>
          <p:cNvPr id="37923" name="Text Box 167"/>
          <p:cNvSpPr txBox="1">
            <a:spLocks noChangeArrowheads="1"/>
          </p:cNvSpPr>
          <p:nvPr/>
        </p:nvSpPr>
        <p:spPr bwMode="auto">
          <a:xfrm>
            <a:off x="1317881" y="4318958"/>
            <a:ext cx="2366963" cy="550863"/>
          </a:xfrm>
          <a:prstGeom prst="rect">
            <a:avLst/>
          </a:prstGeom>
          <a:solidFill>
            <a:schemeClr val="bg2">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90000"/>
              </a:lnSpc>
              <a:spcBef>
                <a:spcPct val="50000"/>
              </a:spcBef>
              <a:buFontTx/>
              <a:buNone/>
            </a:pPr>
            <a:r>
              <a:rPr lang="es-ES" sz="2400" dirty="0">
                <a:latin typeface="Arial" panose="020B0604020202020204" pitchFamily="34" charset="0"/>
              </a:rPr>
              <a:t>1ª Ley Kirchhoff</a:t>
            </a:r>
          </a:p>
        </p:txBody>
      </p:sp>
      <p:sp>
        <p:nvSpPr>
          <p:cNvPr id="100" name="Text Box 166">
            <a:extLst>
              <a:ext uri="{FF2B5EF4-FFF2-40B4-BE49-F238E27FC236}">
                <a16:creationId xmlns:a16="http://schemas.microsoft.com/office/drawing/2014/main" id="{31C443A7-F855-48D6-B97F-2732FBBE915C}"/>
              </a:ext>
            </a:extLst>
          </p:cNvPr>
          <p:cNvSpPr txBox="1">
            <a:spLocks noChangeArrowheads="1"/>
          </p:cNvSpPr>
          <p:nvPr/>
        </p:nvSpPr>
        <p:spPr bwMode="auto">
          <a:xfrm>
            <a:off x="6940742" y="2921518"/>
            <a:ext cx="2672352"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Hay dos con forma de tenedor</a:t>
            </a:r>
          </a:p>
        </p:txBody>
      </p:sp>
      <p:sp>
        <p:nvSpPr>
          <p:cNvPr id="101" name="AutoShape 171">
            <a:extLst>
              <a:ext uri="{FF2B5EF4-FFF2-40B4-BE49-F238E27FC236}">
                <a16:creationId xmlns:a16="http://schemas.microsoft.com/office/drawing/2014/main" id="{8FB7FF6A-5C1D-4F10-8967-01D12D07CE41}"/>
              </a:ext>
            </a:extLst>
          </p:cNvPr>
          <p:cNvSpPr>
            <a:spLocks noChangeArrowheads="1"/>
          </p:cNvSpPr>
          <p:nvPr/>
        </p:nvSpPr>
        <p:spPr bwMode="auto">
          <a:xfrm rot="5400000">
            <a:off x="8082627" y="3801822"/>
            <a:ext cx="388583" cy="439738"/>
          </a:xfrm>
          <a:prstGeom prst="rightArrow">
            <a:avLst>
              <a:gd name="adj1" fmla="val 39352"/>
              <a:gd name="adj2" fmla="val 49460"/>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 name="Forma libre: forma 1">
            <a:extLst>
              <a:ext uri="{FF2B5EF4-FFF2-40B4-BE49-F238E27FC236}">
                <a16:creationId xmlns:a16="http://schemas.microsoft.com/office/drawing/2014/main" id="{D809B915-C42D-41E6-AB5A-6CE02460B42D}"/>
              </a:ext>
            </a:extLst>
          </p:cNvPr>
          <p:cNvSpPr/>
          <p:nvPr/>
        </p:nvSpPr>
        <p:spPr bwMode="auto">
          <a:xfrm>
            <a:off x="1321834" y="1799302"/>
            <a:ext cx="900000" cy="2484000"/>
          </a:xfrm>
          <a:custGeom>
            <a:avLst/>
            <a:gdLst>
              <a:gd name="connsiteX0" fmla="*/ 565960 w 910089"/>
              <a:gd name="connsiteY0" fmla="*/ 2408903 h 2408903"/>
              <a:gd name="connsiteX1" fmla="*/ 202166 w 910089"/>
              <a:gd name="connsiteY1" fmla="*/ 1946787 h 2408903"/>
              <a:gd name="connsiteX2" fmla="*/ 15353 w 910089"/>
              <a:gd name="connsiteY2" fmla="*/ 1160207 h 2408903"/>
              <a:gd name="connsiteX3" fmla="*/ 74347 w 910089"/>
              <a:gd name="connsiteY3" fmla="*/ 245807 h 2408903"/>
              <a:gd name="connsiteX4" fmla="*/ 575792 w 910089"/>
              <a:gd name="connsiteY4" fmla="*/ 0 h 2408903"/>
              <a:gd name="connsiteX5" fmla="*/ 910089 w 910089"/>
              <a:gd name="connsiteY5" fmla="*/ 245807 h 240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089" h="2408903">
                <a:moveTo>
                  <a:pt x="565960" y="2408903"/>
                </a:moveTo>
                <a:cubicBezTo>
                  <a:pt x="429947" y="2281903"/>
                  <a:pt x="293934" y="2154903"/>
                  <a:pt x="202166" y="1946787"/>
                </a:cubicBezTo>
                <a:cubicBezTo>
                  <a:pt x="110398" y="1738671"/>
                  <a:pt x="36656" y="1443704"/>
                  <a:pt x="15353" y="1160207"/>
                </a:cubicBezTo>
                <a:cubicBezTo>
                  <a:pt x="-5950" y="876710"/>
                  <a:pt x="-19060" y="439175"/>
                  <a:pt x="74347" y="245807"/>
                </a:cubicBezTo>
                <a:cubicBezTo>
                  <a:pt x="167753" y="52439"/>
                  <a:pt x="436502" y="0"/>
                  <a:pt x="575792" y="0"/>
                </a:cubicBezTo>
                <a:cubicBezTo>
                  <a:pt x="715082" y="0"/>
                  <a:pt x="812585" y="122903"/>
                  <a:pt x="910089" y="245807"/>
                </a:cubicBezTo>
              </a:path>
            </a:pathLst>
          </a:custGeom>
          <a:noFill/>
          <a:ln w="38100" cap="flat" cmpd="sng" algn="ctr">
            <a:solidFill>
              <a:schemeClr val="tx2">
                <a:lumMod val="75000"/>
                <a:lumOff val="25000"/>
              </a:schemeClr>
            </a:solidFill>
            <a:prstDash val="solid"/>
            <a:round/>
            <a:headEnd type="none" w="med" len="med"/>
            <a:tailEnd type="triangle" w="med"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Tree>
    <p:extLst>
      <p:ext uri="{BB962C8B-B14F-4D97-AF65-F5344CB8AC3E}">
        <p14:creationId xmlns:p14="http://schemas.microsoft.com/office/powerpoint/2010/main" val="11963369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ppt_x</p:attrName>
                                        </p:attrNameLst>
                                      </p:cBhvr>
                                      <p:tavLst>
                                        <p:tav tm="0">
                                          <p:val>
                                            <p:strVal val="#ppt_x"/>
                                          </p:val>
                                        </p:tav>
                                        <p:tav tm="100000">
                                          <p:val>
                                            <p:strVal val="#ppt_x"/>
                                          </p:val>
                                        </p:tav>
                                      </p:tavLst>
                                    </p:anim>
                                    <p:anim calcmode="lin" valueType="num">
                                      <p:cBhvr>
                                        <p:cTn id="13" dur="500" fill="hold"/>
                                        <p:tgtEl>
                                          <p:spTgt spid="11"/>
                                        </p:tgtEl>
                                        <p:attrNameLst>
                                          <p:attrName>ppt_y</p:attrName>
                                        </p:attrNameLst>
                                      </p:cBhvr>
                                      <p:tavLst>
                                        <p:tav tm="0">
                                          <p:val>
                                            <p:strVal val="#ppt_y+#ppt_h/2"/>
                                          </p:val>
                                        </p:tav>
                                        <p:tav tm="100000">
                                          <p:val>
                                            <p:strVal val="#ppt_y"/>
                                          </p:val>
                                        </p:tav>
                                      </p:tavLst>
                                    </p:anim>
                                    <p:anim calcmode="lin" valueType="num">
                                      <p:cBhvr>
                                        <p:cTn id="14" dur="500" fill="hold"/>
                                        <p:tgtEl>
                                          <p:spTgt spid="11"/>
                                        </p:tgtEl>
                                        <p:attrNameLst>
                                          <p:attrName>ppt_w</p:attrName>
                                        </p:attrNameLst>
                                      </p:cBhvr>
                                      <p:tavLst>
                                        <p:tav tm="0">
                                          <p:val>
                                            <p:strVal val="#ppt_w"/>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dissolve">
                                      <p:cBhvr>
                                        <p:cTn id="20" dur="500"/>
                                        <p:tgtEl>
                                          <p:spTgt spid="2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37923"/>
                                        </p:tgtEl>
                                        <p:attrNameLst>
                                          <p:attrName>style.visibility</p:attrName>
                                        </p:attrNameLst>
                                      </p:cBhvr>
                                      <p:to>
                                        <p:strVal val="visible"/>
                                      </p:to>
                                    </p:set>
                                    <p:animEffect transition="in" filter="wipe(up)">
                                      <p:cBhvr>
                                        <p:cTn id="25" dur="500"/>
                                        <p:tgtEl>
                                          <p:spTgt spid="3792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down)">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37926"/>
                                        </p:tgtEl>
                                        <p:attrNameLst>
                                          <p:attrName>style.visibility</p:attrName>
                                        </p:attrNameLst>
                                      </p:cBhvr>
                                      <p:to>
                                        <p:strVal val="visible"/>
                                      </p:to>
                                    </p:set>
                                    <p:animEffect transition="in" filter="wipe(up)">
                                      <p:cBhvr>
                                        <p:cTn id="35" dur="500"/>
                                        <p:tgtEl>
                                          <p:spTgt spid="3792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grpId="0" nodeType="clickEffect">
                                  <p:stCondLst>
                                    <p:cond delay="0"/>
                                  </p:stCondLst>
                                  <p:childTnLst>
                                    <p:set>
                                      <p:cBhvr>
                                        <p:cTn id="39" dur="1" fill="hold">
                                          <p:stCondLst>
                                            <p:cond delay="0"/>
                                          </p:stCondLst>
                                        </p:cTn>
                                        <p:tgtEl>
                                          <p:spTgt spid="37927"/>
                                        </p:tgtEl>
                                        <p:attrNameLst>
                                          <p:attrName>style.visibility</p:attrName>
                                        </p:attrNameLst>
                                      </p:cBhvr>
                                      <p:to>
                                        <p:strVal val="visible"/>
                                      </p:to>
                                    </p:set>
                                    <p:animEffect transition="in" filter="blinds(vertical)">
                                      <p:cBhvr>
                                        <p:cTn id="40" dur="500"/>
                                        <p:tgtEl>
                                          <p:spTgt spid="37927"/>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492710"/>
                                        </p:tgtEl>
                                        <p:attrNameLst>
                                          <p:attrName>style.visibility</p:attrName>
                                        </p:attrNameLst>
                                      </p:cBhvr>
                                      <p:to>
                                        <p:strVal val="visible"/>
                                      </p:to>
                                    </p:set>
                                    <p:animEffect transition="in" filter="wipe(up)">
                                      <p:cBhvr>
                                        <p:cTn id="45" dur="500"/>
                                        <p:tgtEl>
                                          <p:spTgt spid="492710"/>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37928"/>
                                        </p:tgtEl>
                                        <p:attrNameLst>
                                          <p:attrName>style.visibility</p:attrName>
                                        </p:attrNameLst>
                                      </p:cBhvr>
                                      <p:to>
                                        <p:strVal val="visible"/>
                                      </p:to>
                                    </p:set>
                                    <p:animEffect transition="in" filter="wipe(up)">
                                      <p:cBhvr>
                                        <p:cTn id="50" dur="500"/>
                                        <p:tgtEl>
                                          <p:spTgt spid="37928"/>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100"/>
                                        </p:tgtEl>
                                        <p:attrNameLst>
                                          <p:attrName>style.visibility</p:attrName>
                                        </p:attrNameLst>
                                      </p:cBhvr>
                                      <p:to>
                                        <p:strVal val="visible"/>
                                      </p:to>
                                    </p:set>
                                    <p:animEffect transition="in" filter="wipe(up)">
                                      <p:cBhvr>
                                        <p:cTn id="54" dur="500"/>
                                        <p:tgtEl>
                                          <p:spTgt spid="10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101"/>
                                        </p:tgtEl>
                                        <p:attrNameLst>
                                          <p:attrName>style.visibility</p:attrName>
                                        </p:attrNameLst>
                                      </p:cBhvr>
                                      <p:to>
                                        <p:strVal val="visible"/>
                                      </p:to>
                                    </p:set>
                                    <p:animEffect transition="in" filter="wipe(up)">
                                      <p:cBhvr>
                                        <p:cTn id="59" dur="500"/>
                                        <p:tgtEl>
                                          <p:spTgt spid="101"/>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37930"/>
                                        </p:tgtEl>
                                        <p:attrNameLst>
                                          <p:attrName>style.visibility</p:attrName>
                                        </p:attrNameLst>
                                      </p:cBhvr>
                                      <p:to>
                                        <p:strVal val="visible"/>
                                      </p:to>
                                    </p:set>
                                    <p:animEffect transition="in" filter="wipe(up)">
                                      <p:cBhvr>
                                        <p:cTn id="63" dur="500"/>
                                        <p:tgtEl>
                                          <p:spTgt spid="37930"/>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5" fill="hold" grpId="0" nodeType="clickEffect">
                                  <p:stCondLst>
                                    <p:cond delay="0"/>
                                  </p:stCondLst>
                                  <p:childTnLst>
                                    <p:set>
                                      <p:cBhvr>
                                        <p:cTn id="67" dur="1" fill="hold">
                                          <p:stCondLst>
                                            <p:cond delay="0"/>
                                          </p:stCondLst>
                                        </p:cTn>
                                        <p:tgtEl>
                                          <p:spTgt spid="37929"/>
                                        </p:tgtEl>
                                        <p:attrNameLst>
                                          <p:attrName>style.visibility</p:attrName>
                                        </p:attrNameLst>
                                      </p:cBhvr>
                                      <p:to>
                                        <p:strVal val="visible"/>
                                      </p:to>
                                    </p:set>
                                    <p:animEffect transition="in" filter="blinds(vertical)">
                                      <p:cBhvr>
                                        <p:cTn id="68" dur="500"/>
                                        <p:tgtEl>
                                          <p:spTgt spid="37929"/>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1" fill="hold" nodeType="clickEffect">
                                  <p:stCondLst>
                                    <p:cond delay="0"/>
                                  </p:stCondLst>
                                  <p:childTnLst>
                                    <p:set>
                                      <p:cBhvr>
                                        <p:cTn id="72" dur="1" fill="hold">
                                          <p:stCondLst>
                                            <p:cond delay="0"/>
                                          </p:stCondLst>
                                        </p:cTn>
                                        <p:tgtEl>
                                          <p:spTgt spid="3"/>
                                        </p:tgtEl>
                                        <p:attrNameLst>
                                          <p:attrName>style.visibility</p:attrName>
                                        </p:attrNameLst>
                                      </p:cBhvr>
                                      <p:to>
                                        <p:strVal val="visible"/>
                                      </p:to>
                                    </p:set>
                                    <p:anim calcmode="lin" valueType="num">
                                      <p:cBhvr additive="base">
                                        <p:cTn id="73" dur="500"/>
                                        <p:tgtEl>
                                          <p:spTgt spid="3"/>
                                        </p:tgtEl>
                                        <p:attrNameLst>
                                          <p:attrName>ppt_y</p:attrName>
                                        </p:attrNameLst>
                                      </p:cBhvr>
                                      <p:tavLst>
                                        <p:tav tm="0">
                                          <p:val>
                                            <p:strVal val="#ppt_y-#ppt_h*1.125000"/>
                                          </p:val>
                                        </p:tav>
                                        <p:tav tm="100000">
                                          <p:val>
                                            <p:strVal val="#ppt_y"/>
                                          </p:val>
                                        </p:tav>
                                      </p:tavLst>
                                    </p:anim>
                                    <p:animEffect transition="in" filter="wipe(down)">
                                      <p:cBhvr>
                                        <p:cTn id="74" dur="500"/>
                                        <p:tgtEl>
                                          <p:spTgt spid="3"/>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2"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wipe(right)">
                                      <p:cBhvr>
                                        <p:cTn id="7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710" grpId="0"/>
      <p:bldP spid="37929" grpId="0" animBg="1"/>
      <p:bldP spid="37930" grpId="0" animBg="1"/>
      <p:bldP spid="37927" grpId="0" animBg="1"/>
      <p:bldP spid="37928" grpId="0" animBg="1"/>
      <p:bldP spid="37926" grpId="0" animBg="1"/>
      <p:bldP spid="37923" grpId="0" animBg="1"/>
      <p:bldP spid="100" grpId="0"/>
      <p:bldP spid="101"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p:cNvGrpSpPr>
            <a:grpSpLocks/>
          </p:cNvGrpSpPr>
          <p:nvPr/>
        </p:nvGrpSpPr>
        <p:grpSpPr bwMode="auto">
          <a:xfrm>
            <a:off x="1829054" y="2242503"/>
            <a:ext cx="2857500" cy="1752600"/>
            <a:chOff x="1911171" y="2523769"/>
            <a:chExt cx="2857996" cy="1752379"/>
          </a:xfrm>
        </p:grpSpPr>
        <p:sp>
          <p:nvSpPr>
            <p:cNvPr id="38009" name="Line 10"/>
            <p:cNvSpPr>
              <a:spLocks noChangeShapeType="1"/>
            </p:cNvSpPr>
            <p:nvPr/>
          </p:nvSpPr>
          <p:spPr bwMode="auto">
            <a:xfrm>
              <a:off x="3416300" y="3904814"/>
              <a:ext cx="0" cy="25872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0" name="Line 11"/>
            <p:cNvSpPr>
              <a:spLocks noChangeShapeType="1"/>
            </p:cNvSpPr>
            <p:nvPr/>
          </p:nvSpPr>
          <p:spPr bwMode="auto">
            <a:xfrm>
              <a:off x="3357563" y="3793548"/>
              <a:ext cx="0" cy="48260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1" name="Line 12"/>
            <p:cNvSpPr>
              <a:spLocks noChangeShapeType="1"/>
            </p:cNvSpPr>
            <p:nvPr/>
          </p:nvSpPr>
          <p:spPr bwMode="auto">
            <a:xfrm flipH="1" flipV="1">
              <a:off x="3428998" y="4038021"/>
              <a:ext cx="1335089" cy="22041"/>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2" name="Text Box 14"/>
            <p:cNvSpPr txBox="1">
              <a:spLocks noChangeArrowheads="1"/>
            </p:cNvSpPr>
            <p:nvPr/>
          </p:nvSpPr>
          <p:spPr bwMode="auto">
            <a:xfrm>
              <a:off x="3441649" y="3560275"/>
              <a:ext cx="33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38013" name="Line 42"/>
            <p:cNvSpPr>
              <a:spLocks noChangeShapeType="1"/>
            </p:cNvSpPr>
            <p:nvPr/>
          </p:nvSpPr>
          <p:spPr bwMode="auto">
            <a:xfrm flipH="1" flipV="1">
              <a:off x="1919287" y="4021104"/>
              <a:ext cx="1427162" cy="20295"/>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4" name="Line 42"/>
            <p:cNvSpPr>
              <a:spLocks noChangeShapeType="1"/>
            </p:cNvSpPr>
            <p:nvPr/>
          </p:nvSpPr>
          <p:spPr bwMode="auto">
            <a:xfrm rot="-5400000" flipH="1" flipV="1">
              <a:off x="1170227" y="3264713"/>
              <a:ext cx="1492455" cy="1056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15" name="Line 42"/>
            <p:cNvSpPr>
              <a:spLocks noChangeShapeType="1"/>
            </p:cNvSpPr>
            <p:nvPr/>
          </p:nvSpPr>
          <p:spPr bwMode="auto">
            <a:xfrm rot="-5400000" flipH="1" flipV="1">
              <a:off x="4017656" y="3301508"/>
              <a:ext cx="1492455" cy="10567"/>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37891" name="Line 13"/>
          <p:cNvSpPr>
            <a:spLocks noChangeShapeType="1"/>
          </p:cNvSpPr>
          <p:nvPr/>
        </p:nvSpPr>
        <p:spPr bwMode="auto">
          <a:xfrm flipH="1">
            <a:off x="2303717" y="1455103"/>
            <a:ext cx="0" cy="143986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2" name="Line 18"/>
          <p:cNvSpPr>
            <a:spLocks noChangeShapeType="1"/>
          </p:cNvSpPr>
          <p:nvPr/>
        </p:nvSpPr>
        <p:spPr bwMode="auto">
          <a:xfrm flipH="1">
            <a:off x="2318004" y="1455103"/>
            <a:ext cx="71913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3" name="Text Box 19"/>
          <p:cNvSpPr txBox="1">
            <a:spLocks noChangeArrowheads="1"/>
          </p:cNvSpPr>
          <p:nvPr/>
        </p:nvSpPr>
        <p:spPr bwMode="auto">
          <a:xfrm>
            <a:off x="3472117" y="915353"/>
            <a:ext cx="5032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1</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7894" name="Line 20"/>
          <p:cNvSpPr>
            <a:spLocks noChangeShapeType="1"/>
          </p:cNvSpPr>
          <p:nvPr/>
        </p:nvSpPr>
        <p:spPr bwMode="auto">
          <a:xfrm flipH="1">
            <a:off x="3508629" y="1451928"/>
            <a:ext cx="71913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5" name="Line 24"/>
          <p:cNvSpPr>
            <a:spLocks noChangeShapeType="1"/>
          </p:cNvSpPr>
          <p:nvPr/>
        </p:nvSpPr>
        <p:spPr bwMode="auto">
          <a:xfrm flipH="1" flipV="1">
            <a:off x="1836992" y="2177415"/>
            <a:ext cx="1204912" cy="476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6" name="Text Box 25"/>
          <p:cNvSpPr txBox="1">
            <a:spLocks noChangeArrowheads="1"/>
          </p:cNvSpPr>
          <p:nvPr/>
        </p:nvSpPr>
        <p:spPr bwMode="auto">
          <a:xfrm>
            <a:off x="3476879" y="1642428"/>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2</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7897" name="Line 26"/>
          <p:cNvSpPr>
            <a:spLocks noChangeShapeType="1"/>
          </p:cNvSpPr>
          <p:nvPr/>
        </p:nvSpPr>
        <p:spPr bwMode="auto">
          <a:xfrm flipH="1">
            <a:off x="3494342" y="2177415"/>
            <a:ext cx="1168400" cy="1588"/>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8" name="Line 30"/>
          <p:cNvSpPr>
            <a:spLocks noChangeShapeType="1"/>
          </p:cNvSpPr>
          <p:nvPr/>
        </p:nvSpPr>
        <p:spPr bwMode="auto">
          <a:xfrm flipH="1">
            <a:off x="2316417" y="2909253"/>
            <a:ext cx="7191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899" name="Text Box 31"/>
          <p:cNvSpPr txBox="1">
            <a:spLocks noChangeArrowheads="1"/>
          </p:cNvSpPr>
          <p:nvPr/>
        </p:nvSpPr>
        <p:spPr bwMode="auto">
          <a:xfrm>
            <a:off x="3470529" y="2380615"/>
            <a:ext cx="5032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rPr>
              <a:t>R</a:t>
            </a:r>
            <a:r>
              <a:rPr lang="es-ES" sz="2000" b="1" baseline="-30000">
                <a:solidFill>
                  <a:srgbClr val="008000"/>
                </a:solidFill>
                <a:latin typeface="Arial" panose="020B0604020202020204" pitchFamily="34" charset="0"/>
                <a:ea typeface="Times New Roman" panose="02020603050405020304" pitchFamily="18" charset="0"/>
                <a:cs typeface="Arial" panose="020B0604020202020204" pitchFamily="34" charset="0"/>
              </a:rPr>
              <a:t>3</a:t>
            </a:r>
            <a:endParaRPr lang="es-ES" sz="2000" b="1">
              <a:solidFill>
                <a:srgbClr val="008000"/>
              </a:solidFill>
              <a:latin typeface="Arial" panose="020B0604020202020204" pitchFamily="34" charset="0"/>
              <a:ea typeface="Times New Roman" panose="02020603050405020304" pitchFamily="18" charset="0"/>
              <a:cs typeface="Arial" panose="020B0604020202020204" pitchFamily="34" charset="0"/>
            </a:endParaRPr>
          </a:p>
        </p:txBody>
      </p:sp>
      <p:sp>
        <p:nvSpPr>
          <p:cNvPr id="37900" name="Line 39"/>
          <p:cNvSpPr>
            <a:spLocks noChangeShapeType="1"/>
          </p:cNvSpPr>
          <p:nvPr/>
        </p:nvSpPr>
        <p:spPr bwMode="auto">
          <a:xfrm flipH="1">
            <a:off x="3507042" y="2898140"/>
            <a:ext cx="7191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01" name="Line 41"/>
          <p:cNvSpPr>
            <a:spLocks noChangeShapeType="1"/>
          </p:cNvSpPr>
          <p:nvPr/>
        </p:nvSpPr>
        <p:spPr bwMode="auto">
          <a:xfrm flipH="1">
            <a:off x="4216654" y="1439228"/>
            <a:ext cx="0" cy="143986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008" name="Text Box 59"/>
          <p:cNvSpPr txBox="1">
            <a:spLocks noChangeArrowheads="1"/>
          </p:cNvSpPr>
          <p:nvPr/>
        </p:nvSpPr>
        <p:spPr bwMode="auto">
          <a:xfrm>
            <a:off x="5398262" y="2168271"/>
            <a:ext cx="1212850" cy="536575"/>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p>
        </p:txBody>
      </p:sp>
      <p:sp>
        <p:nvSpPr>
          <p:cNvPr id="37904" name="Oval 83"/>
          <p:cNvSpPr>
            <a:spLocks noChangeArrowheads="1"/>
          </p:cNvSpPr>
          <p:nvPr/>
        </p:nvSpPr>
        <p:spPr bwMode="auto">
          <a:xfrm>
            <a:off x="1771904" y="2123440"/>
            <a:ext cx="144463" cy="144463"/>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7905" name="Oval 84"/>
          <p:cNvSpPr>
            <a:spLocks noChangeArrowheads="1"/>
          </p:cNvSpPr>
          <p:nvPr/>
        </p:nvSpPr>
        <p:spPr bwMode="auto">
          <a:xfrm>
            <a:off x="4605592" y="2121853"/>
            <a:ext cx="144462" cy="144462"/>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5" name="Group 184"/>
          <p:cNvGrpSpPr>
            <a:grpSpLocks/>
          </p:cNvGrpSpPr>
          <p:nvPr/>
        </p:nvGrpSpPr>
        <p:grpSpPr bwMode="auto">
          <a:xfrm>
            <a:off x="1273175" y="4331399"/>
            <a:ext cx="9078913" cy="1082675"/>
            <a:chOff x="802" y="3663"/>
            <a:chExt cx="5719" cy="682"/>
          </a:xfrm>
        </p:grpSpPr>
        <p:sp>
          <p:nvSpPr>
            <p:cNvPr id="38002" name="Rectangle 111"/>
            <p:cNvSpPr>
              <a:spLocks noChangeArrowheads="1"/>
            </p:cNvSpPr>
            <p:nvPr/>
          </p:nvSpPr>
          <p:spPr bwMode="auto">
            <a:xfrm>
              <a:off x="802" y="3663"/>
              <a:ext cx="1062" cy="682"/>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endParaRPr lang="es-ES" sz="2000">
                <a:solidFill>
                  <a:srgbClr val="000000"/>
                </a:solidFill>
                <a:latin typeface="Arial" panose="020B0604020202020204" pitchFamily="34" charset="0"/>
              </a:endParaRPr>
            </a:p>
          </p:txBody>
        </p:sp>
        <p:sp>
          <p:nvSpPr>
            <p:cNvPr id="38003" name="Rectangle 87"/>
            <p:cNvSpPr>
              <a:spLocks noChangeArrowheads="1"/>
            </p:cNvSpPr>
            <p:nvPr/>
          </p:nvSpPr>
          <p:spPr bwMode="auto">
            <a:xfrm>
              <a:off x="5234" y="3692"/>
              <a:ext cx="1287" cy="634"/>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6" name="Group 183"/>
          <p:cNvGrpSpPr>
            <a:grpSpLocks/>
          </p:cNvGrpSpPr>
          <p:nvPr/>
        </p:nvGrpSpPr>
        <p:grpSpPr bwMode="auto">
          <a:xfrm>
            <a:off x="8428038" y="4329811"/>
            <a:ext cx="1938337" cy="981075"/>
            <a:chOff x="5285" y="3654"/>
            <a:chExt cx="1221" cy="618"/>
          </a:xfrm>
        </p:grpSpPr>
        <p:sp>
          <p:nvSpPr>
            <p:cNvPr id="37996" name="Text Box 88"/>
            <p:cNvSpPr txBox="1">
              <a:spLocks noChangeArrowheads="1"/>
            </p:cNvSpPr>
            <p:nvPr/>
          </p:nvSpPr>
          <p:spPr bwMode="auto">
            <a:xfrm>
              <a:off x="5285" y="3938"/>
              <a:ext cx="122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R</a:t>
              </a:r>
              <a:r>
                <a:rPr lang="es-ES" sz="2400" b="1" baseline="-25000">
                  <a:solidFill>
                    <a:srgbClr val="000000"/>
                  </a:solidFill>
                  <a:latin typeface="Arial" panose="020B0604020202020204" pitchFamily="34" charset="0"/>
                </a:rPr>
                <a:t>1</a:t>
              </a:r>
              <a:r>
                <a:rPr lang="es-ES" sz="2400" b="1">
                  <a:solidFill>
                    <a:srgbClr val="000000"/>
                  </a:solidFill>
                  <a:latin typeface="Arial" panose="020B0604020202020204" pitchFamily="34" charset="0"/>
                </a:rPr>
                <a:t>     R</a:t>
              </a:r>
              <a:r>
                <a:rPr lang="es-ES" sz="2400" b="1" baseline="-25000">
                  <a:solidFill>
                    <a:srgbClr val="000000"/>
                  </a:solidFill>
                  <a:latin typeface="Arial" panose="020B0604020202020204" pitchFamily="34" charset="0"/>
                </a:rPr>
                <a:t>2</a:t>
              </a:r>
              <a:r>
                <a:rPr lang="es-ES" sz="2400" b="1">
                  <a:solidFill>
                    <a:srgbClr val="000000"/>
                  </a:solidFill>
                  <a:latin typeface="Arial" panose="020B0604020202020204" pitchFamily="34" charset="0"/>
                </a:rPr>
                <a:t>    R</a:t>
              </a:r>
              <a:r>
                <a:rPr lang="es-ES" sz="2400" b="1" baseline="-25000">
                  <a:solidFill>
                    <a:srgbClr val="000000"/>
                  </a:solidFill>
                  <a:latin typeface="Arial" panose="020B0604020202020204" pitchFamily="34" charset="0"/>
                </a:rPr>
                <a:t>3</a:t>
              </a:r>
              <a:endParaRPr lang="es-ES" sz="2400" b="1">
                <a:solidFill>
                  <a:srgbClr val="000000"/>
                </a:solidFill>
                <a:latin typeface="Arial" panose="020B0604020202020204" pitchFamily="34" charset="0"/>
              </a:endParaRPr>
            </a:p>
          </p:txBody>
        </p:sp>
        <p:sp>
          <p:nvSpPr>
            <p:cNvPr id="37997" name="Text Box 89"/>
            <p:cNvSpPr txBox="1">
              <a:spLocks noChangeArrowheads="1"/>
            </p:cNvSpPr>
            <p:nvPr/>
          </p:nvSpPr>
          <p:spPr bwMode="auto">
            <a:xfrm>
              <a:off x="5549" y="3819"/>
              <a:ext cx="76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       + </a:t>
              </a:r>
            </a:p>
          </p:txBody>
        </p:sp>
        <p:sp>
          <p:nvSpPr>
            <p:cNvPr id="37998" name="Line 90"/>
            <p:cNvSpPr>
              <a:spLocks noChangeShapeType="1"/>
            </p:cNvSpPr>
            <p:nvPr/>
          </p:nvSpPr>
          <p:spPr bwMode="auto">
            <a:xfrm flipV="1">
              <a:off x="5322" y="3973"/>
              <a:ext cx="227"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99" name="Line 91"/>
            <p:cNvSpPr>
              <a:spLocks noChangeShapeType="1"/>
            </p:cNvSpPr>
            <p:nvPr/>
          </p:nvSpPr>
          <p:spPr bwMode="auto">
            <a:xfrm flipV="1">
              <a:off x="5788" y="3980"/>
              <a:ext cx="227"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8000" name="Line 92"/>
            <p:cNvSpPr>
              <a:spLocks noChangeShapeType="1"/>
            </p:cNvSpPr>
            <p:nvPr/>
          </p:nvSpPr>
          <p:spPr bwMode="auto">
            <a:xfrm flipV="1">
              <a:off x="6239" y="3976"/>
              <a:ext cx="227"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8001" name="Text Box 93"/>
            <p:cNvSpPr txBox="1">
              <a:spLocks noChangeArrowheads="1"/>
            </p:cNvSpPr>
            <p:nvPr/>
          </p:nvSpPr>
          <p:spPr bwMode="auto">
            <a:xfrm>
              <a:off x="5306" y="3654"/>
              <a:ext cx="112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1       1      1</a:t>
              </a:r>
            </a:p>
          </p:txBody>
        </p:sp>
      </p:grpSp>
      <p:grpSp>
        <p:nvGrpSpPr>
          <p:cNvPr id="7" name="Group 94"/>
          <p:cNvGrpSpPr>
            <a:grpSpLocks/>
          </p:cNvGrpSpPr>
          <p:nvPr/>
        </p:nvGrpSpPr>
        <p:grpSpPr bwMode="auto">
          <a:xfrm>
            <a:off x="3038475" y="4404424"/>
            <a:ext cx="901700" cy="879475"/>
            <a:chOff x="1914" y="3629"/>
            <a:chExt cx="568" cy="554"/>
          </a:xfrm>
        </p:grpSpPr>
        <p:sp>
          <p:nvSpPr>
            <p:cNvPr id="37992" name="Line 95"/>
            <p:cNvSpPr>
              <a:spLocks noChangeShapeType="1"/>
            </p:cNvSpPr>
            <p:nvPr/>
          </p:nvSpPr>
          <p:spPr bwMode="auto">
            <a:xfrm>
              <a:off x="1914" y="3928"/>
              <a:ext cx="379"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93" name="Text Box 96"/>
            <p:cNvSpPr txBox="1">
              <a:spLocks noChangeArrowheads="1"/>
            </p:cNvSpPr>
            <p:nvPr/>
          </p:nvSpPr>
          <p:spPr bwMode="auto">
            <a:xfrm>
              <a:off x="1975" y="3849"/>
              <a:ext cx="19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sp>
          <p:nvSpPr>
            <p:cNvPr id="37994" name="Text Box 97"/>
            <p:cNvSpPr txBox="1">
              <a:spLocks noChangeArrowheads="1"/>
            </p:cNvSpPr>
            <p:nvPr/>
          </p:nvSpPr>
          <p:spPr bwMode="auto">
            <a:xfrm>
              <a:off x="1987" y="3629"/>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p>
          </p:txBody>
        </p:sp>
        <p:sp>
          <p:nvSpPr>
            <p:cNvPr id="37995" name="Text Box 98"/>
            <p:cNvSpPr txBox="1">
              <a:spLocks noChangeArrowheads="1"/>
            </p:cNvSpPr>
            <p:nvPr/>
          </p:nvSpPr>
          <p:spPr bwMode="auto">
            <a:xfrm>
              <a:off x="2275" y="3769"/>
              <a:ext cx="20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a:t>
              </a:r>
            </a:p>
          </p:txBody>
        </p:sp>
      </p:grpSp>
      <p:grpSp>
        <p:nvGrpSpPr>
          <p:cNvPr id="8" name="Group 99"/>
          <p:cNvGrpSpPr>
            <a:grpSpLocks/>
          </p:cNvGrpSpPr>
          <p:nvPr/>
        </p:nvGrpSpPr>
        <p:grpSpPr bwMode="auto">
          <a:xfrm>
            <a:off x="5657850" y="4391724"/>
            <a:ext cx="2835275" cy="881062"/>
            <a:chOff x="3564" y="3621"/>
            <a:chExt cx="1786" cy="555"/>
          </a:xfrm>
        </p:grpSpPr>
        <p:sp>
          <p:nvSpPr>
            <p:cNvPr id="37987" name="Line 100"/>
            <p:cNvSpPr>
              <a:spLocks noChangeShapeType="1"/>
            </p:cNvSpPr>
            <p:nvPr/>
          </p:nvSpPr>
          <p:spPr bwMode="auto">
            <a:xfrm flipV="1">
              <a:off x="3663" y="3920"/>
              <a:ext cx="1472"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88" name="Text Box 101"/>
            <p:cNvSpPr txBox="1">
              <a:spLocks noChangeArrowheads="1"/>
            </p:cNvSpPr>
            <p:nvPr/>
          </p:nvSpPr>
          <p:spPr bwMode="auto">
            <a:xfrm>
              <a:off x="3564" y="3633"/>
              <a:ext cx="147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(R</a:t>
              </a:r>
              <a:r>
                <a:rPr lang="es-ES" sz="2000" baseline="-25000">
                  <a:solidFill>
                    <a:srgbClr val="000000"/>
                  </a:solidFill>
                  <a:latin typeface="Arial" panose="020B0604020202020204" pitchFamily="34" charset="0"/>
                </a:rPr>
                <a:t>1</a:t>
              </a:r>
              <a:r>
                <a:rPr lang="es-ES" sz="2000" baseline="30000">
                  <a:solidFill>
                    <a:srgbClr val="000000"/>
                  </a:solidFill>
                  <a:latin typeface="Arial" panose="020B0604020202020204" pitchFamily="34" charset="0"/>
                  <a:sym typeface="Symbol" panose="05050102010706020507" pitchFamily="18" charset="2"/>
                </a:rPr>
                <a:t>1</a:t>
              </a:r>
              <a:r>
                <a:rPr lang="es-ES" sz="2000">
                  <a:solidFill>
                    <a:srgbClr val="000000"/>
                  </a:solidFill>
                  <a:latin typeface="Arial" panose="020B0604020202020204" pitchFamily="34" charset="0"/>
                </a:rPr>
                <a:t> + R</a:t>
              </a:r>
              <a:r>
                <a:rPr lang="es-ES" sz="2000" baseline="-25000">
                  <a:solidFill>
                    <a:srgbClr val="000000"/>
                  </a:solidFill>
                  <a:latin typeface="Arial" panose="020B0604020202020204" pitchFamily="34" charset="0"/>
                </a:rPr>
                <a:t>2 </a:t>
              </a:r>
              <a:r>
                <a:rPr lang="es-ES" sz="2000" baseline="30000">
                  <a:solidFill>
                    <a:srgbClr val="000000"/>
                  </a:solidFill>
                  <a:latin typeface="Arial" panose="020B0604020202020204" pitchFamily="34" charset="0"/>
                  <a:sym typeface="Symbol" panose="05050102010706020507" pitchFamily="18" charset="2"/>
                </a:rPr>
                <a:t>1</a:t>
              </a:r>
              <a:r>
                <a:rPr lang="es-ES" sz="2000">
                  <a:solidFill>
                    <a:srgbClr val="000000"/>
                  </a:solidFill>
                  <a:latin typeface="Arial" panose="020B0604020202020204" pitchFamily="34" charset="0"/>
                </a:rPr>
                <a:t> + R</a:t>
              </a:r>
              <a:r>
                <a:rPr lang="es-ES" sz="2000" baseline="-25000">
                  <a:solidFill>
                    <a:srgbClr val="000000"/>
                  </a:solidFill>
                  <a:latin typeface="Arial" panose="020B0604020202020204" pitchFamily="34" charset="0"/>
                </a:rPr>
                <a:t>3</a:t>
              </a:r>
              <a:r>
                <a:rPr lang="es-ES" sz="2000" baseline="30000">
                  <a:solidFill>
                    <a:srgbClr val="000000"/>
                  </a:solidFill>
                  <a:latin typeface="Arial" panose="020B0604020202020204" pitchFamily="34" charset="0"/>
                  <a:sym typeface="Symbol" panose="05050102010706020507" pitchFamily="18" charset="2"/>
                </a:rPr>
                <a:t>1</a:t>
              </a:r>
              <a:r>
                <a:rPr lang="es-ES" sz="2000">
                  <a:solidFill>
                    <a:srgbClr val="000000"/>
                  </a:solidFill>
                  <a:latin typeface="Arial" panose="020B0604020202020204" pitchFamily="34" charset="0"/>
                </a:rPr>
                <a:t>)</a:t>
              </a:r>
            </a:p>
          </p:txBody>
        </p:sp>
        <p:sp>
          <p:nvSpPr>
            <p:cNvPr id="37989" name="Text Box 102"/>
            <p:cNvSpPr txBox="1">
              <a:spLocks noChangeArrowheads="1"/>
            </p:cNvSpPr>
            <p:nvPr/>
          </p:nvSpPr>
          <p:spPr bwMode="auto">
            <a:xfrm>
              <a:off x="4276" y="3842"/>
              <a:ext cx="19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sp>
          <p:nvSpPr>
            <p:cNvPr id="37990" name="Text Box 103"/>
            <p:cNvSpPr txBox="1">
              <a:spLocks noChangeArrowheads="1"/>
            </p:cNvSpPr>
            <p:nvPr/>
          </p:nvSpPr>
          <p:spPr bwMode="auto">
            <a:xfrm>
              <a:off x="5124" y="3739"/>
              <a:ext cx="22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a:t>
              </a:r>
            </a:p>
          </p:txBody>
        </p:sp>
        <p:sp>
          <p:nvSpPr>
            <p:cNvPr id="37991" name="Text Box 104"/>
            <p:cNvSpPr txBox="1">
              <a:spLocks noChangeArrowheads="1"/>
            </p:cNvSpPr>
            <p:nvPr/>
          </p:nvSpPr>
          <p:spPr bwMode="auto">
            <a:xfrm>
              <a:off x="4973" y="3621"/>
              <a:ext cx="19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grpSp>
      <p:grpSp>
        <p:nvGrpSpPr>
          <p:cNvPr id="9" name="Group 105"/>
          <p:cNvGrpSpPr>
            <a:grpSpLocks/>
          </p:cNvGrpSpPr>
          <p:nvPr/>
        </p:nvGrpSpPr>
        <p:grpSpPr bwMode="auto">
          <a:xfrm>
            <a:off x="3879850" y="4383786"/>
            <a:ext cx="1941513" cy="898525"/>
            <a:chOff x="2444" y="3616"/>
            <a:chExt cx="1223" cy="566"/>
          </a:xfrm>
        </p:grpSpPr>
        <p:sp>
          <p:nvSpPr>
            <p:cNvPr id="37983" name="Line 106"/>
            <p:cNvSpPr>
              <a:spLocks noChangeShapeType="1"/>
            </p:cNvSpPr>
            <p:nvPr/>
          </p:nvSpPr>
          <p:spPr bwMode="auto">
            <a:xfrm>
              <a:off x="2444" y="3931"/>
              <a:ext cx="1003" cy="0"/>
            </a:xfrm>
            <a:prstGeom prst="line">
              <a:avLst/>
            </a:prstGeom>
            <a:noFill/>
            <a:ln w="127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84" name="Text Box 107"/>
            <p:cNvSpPr txBox="1">
              <a:spLocks noChangeArrowheads="1"/>
            </p:cNvSpPr>
            <p:nvPr/>
          </p:nvSpPr>
          <p:spPr bwMode="auto">
            <a:xfrm>
              <a:off x="2453" y="3616"/>
              <a:ext cx="97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rPr>
                <a:t>I</a:t>
              </a:r>
              <a:r>
                <a:rPr lang="es-ES" sz="2000" baseline="-25000">
                  <a:solidFill>
                    <a:srgbClr val="000000"/>
                  </a:solidFill>
                  <a:latin typeface="Arial" panose="020B0604020202020204" pitchFamily="34" charset="0"/>
                </a:rPr>
                <a:t>1</a:t>
              </a:r>
              <a:r>
                <a:rPr lang="es-ES" sz="20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000" baseline="-25000">
                  <a:solidFill>
                    <a:srgbClr val="000000"/>
                  </a:solidFill>
                  <a:latin typeface="Arial" panose="020B0604020202020204" pitchFamily="34" charset="0"/>
                </a:rPr>
                <a:t>2</a:t>
              </a:r>
              <a:r>
                <a:rPr lang="es-ES" sz="20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000" baseline="-25000">
                  <a:solidFill>
                    <a:srgbClr val="000000"/>
                  </a:solidFill>
                  <a:latin typeface="Arial" panose="020B0604020202020204" pitchFamily="34" charset="0"/>
                </a:rPr>
                <a:t>3</a:t>
              </a:r>
            </a:p>
          </p:txBody>
        </p:sp>
        <p:sp>
          <p:nvSpPr>
            <p:cNvPr id="37985" name="Text Box 108"/>
            <p:cNvSpPr txBox="1">
              <a:spLocks noChangeArrowheads="1"/>
            </p:cNvSpPr>
            <p:nvPr/>
          </p:nvSpPr>
          <p:spPr bwMode="auto">
            <a:xfrm>
              <a:off x="3460" y="3771"/>
              <a:ext cx="20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a:t>
              </a:r>
            </a:p>
          </p:txBody>
        </p:sp>
        <p:sp>
          <p:nvSpPr>
            <p:cNvPr id="37986" name="Text Box 109"/>
            <p:cNvSpPr txBox="1">
              <a:spLocks noChangeArrowheads="1"/>
            </p:cNvSpPr>
            <p:nvPr/>
          </p:nvSpPr>
          <p:spPr bwMode="auto">
            <a:xfrm>
              <a:off x="2824" y="3848"/>
              <a:ext cx="198"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grpSp>
      <p:grpSp>
        <p:nvGrpSpPr>
          <p:cNvPr id="10" name="Group 182"/>
          <p:cNvGrpSpPr>
            <a:grpSpLocks/>
          </p:cNvGrpSpPr>
          <p:nvPr/>
        </p:nvGrpSpPr>
        <p:grpSpPr bwMode="auto">
          <a:xfrm>
            <a:off x="1327150" y="4348861"/>
            <a:ext cx="1795463" cy="1047750"/>
            <a:chOff x="788" y="3650"/>
            <a:chExt cx="1131" cy="660"/>
          </a:xfrm>
        </p:grpSpPr>
        <p:sp>
          <p:nvSpPr>
            <p:cNvPr id="37979" name="Text Box 112"/>
            <p:cNvSpPr txBox="1">
              <a:spLocks noChangeArrowheads="1"/>
            </p:cNvSpPr>
            <p:nvPr/>
          </p:nvSpPr>
          <p:spPr bwMode="auto">
            <a:xfrm>
              <a:off x="788" y="3976"/>
              <a:ext cx="957"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R</a:t>
              </a:r>
              <a:r>
                <a:rPr lang="es-ES" sz="2400" b="1" baseline="-25000">
                  <a:solidFill>
                    <a:srgbClr val="000000"/>
                  </a:solidFill>
                  <a:latin typeface="Arial" panose="020B0604020202020204" pitchFamily="34" charset="0"/>
                </a:rPr>
                <a:t>equivalente</a:t>
              </a:r>
              <a:endParaRPr lang="es-ES" sz="2400" b="1">
                <a:solidFill>
                  <a:srgbClr val="000000"/>
                </a:solidFill>
                <a:latin typeface="Arial" panose="020B0604020202020204" pitchFamily="34" charset="0"/>
              </a:endParaRPr>
            </a:p>
          </p:txBody>
        </p:sp>
        <p:sp>
          <p:nvSpPr>
            <p:cNvPr id="37980" name="Text Box 113"/>
            <p:cNvSpPr txBox="1">
              <a:spLocks noChangeArrowheads="1"/>
            </p:cNvSpPr>
            <p:nvPr/>
          </p:nvSpPr>
          <p:spPr bwMode="auto">
            <a:xfrm>
              <a:off x="1693" y="3822"/>
              <a:ext cx="226"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a:t>
              </a:r>
            </a:p>
          </p:txBody>
        </p:sp>
        <p:sp>
          <p:nvSpPr>
            <p:cNvPr id="37981" name="Line 114"/>
            <p:cNvSpPr>
              <a:spLocks noChangeShapeType="1"/>
            </p:cNvSpPr>
            <p:nvPr/>
          </p:nvSpPr>
          <p:spPr bwMode="auto">
            <a:xfrm flipV="1">
              <a:off x="824" y="3993"/>
              <a:ext cx="874"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82" name="Text Box 115"/>
            <p:cNvSpPr txBox="1">
              <a:spLocks noChangeArrowheads="1"/>
            </p:cNvSpPr>
            <p:nvPr/>
          </p:nvSpPr>
          <p:spPr bwMode="auto">
            <a:xfrm>
              <a:off x="1157" y="3650"/>
              <a:ext cx="22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1</a:t>
              </a:r>
            </a:p>
          </p:txBody>
        </p:sp>
      </p:grpSp>
      <p:grpSp>
        <p:nvGrpSpPr>
          <p:cNvPr id="37913" name="Group 116"/>
          <p:cNvGrpSpPr>
            <a:grpSpLocks/>
          </p:cNvGrpSpPr>
          <p:nvPr/>
        </p:nvGrpSpPr>
        <p:grpSpPr bwMode="auto">
          <a:xfrm>
            <a:off x="3057779" y="1247140"/>
            <a:ext cx="419100" cy="427038"/>
            <a:chOff x="2214" y="9158"/>
            <a:chExt cx="1080" cy="360"/>
          </a:xfrm>
        </p:grpSpPr>
        <p:grpSp>
          <p:nvGrpSpPr>
            <p:cNvPr id="37967" name="Group 117"/>
            <p:cNvGrpSpPr>
              <a:grpSpLocks/>
            </p:cNvGrpSpPr>
            <p:nvPr/>
          </p:nvGrpSpPr>
          <p:grpSpPr bwMode="auto">
            <a:xfrm>
              <a:off x="2574" y="9158"/>
              <a:ext cx="360" cy="360"/>
              <a:chOff x="2214" y="9158"/>
              <a:chExt cx="360" cy="360"/>
            </a:xfrm>
          </p:grpSpPr>
          <p:sp>
            <p:nvSpPr>
              <p:cNvPr id="37976" name="Line 11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7" name="Line 11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8" name="Line 12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68" name="Group 121"/>
            <p:cNvGrpSpPr>
              <a:grpSpLocks/>
            </p:cNvGrpSpPr>
            <p:nvPr/>
          </p:nvGrpSpPr>
          <p:grpSpPr bwMode="auto">
            <a:xfrm>
              <a:off x="2934" y="9158"/>
              <a:ext cx="360" cy="360"/>
              <a:chOff x="2214" y="9158"/>
              <a:chExt cx="360" cy="360"/>
            </a:xfrm>
          </p:grpSpPr>
          <p:sp>
            <p:nvSpPr>
              <p:cNvPr id="37973" name="Line 12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4" name="Line 12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5" name="Line 12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69" name="Group 125"/>
            <p:cNvGrpSpPr>
              <a:grpSpLocks/>
            </p:cNvGrpSpPr>
            <p:nvPr/>
          </p:nvGrpSpPr>
          <p:grpSpPr bwMode="auto">
            <a:xfrm>
              <a:off x="2214" y="9158"/>
              <a:ext cx="360" cy="360"/>
              <a:chOff x="2214" y="9158"/>
              <a:chExt cx="360" cy="360"/>
            </a:xfrm>
          </p:grpSpPr>
          <p:sp>
            <p:nvSpPr>
              <p:cNvPr id="37970" name="Line 12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1" name="Line 12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72" name="Line 12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7914" name="Group 129"/>
          <p:cNvGrpSpPr>
            <a:grpSpLocks/>
          </p:cNvGrpSpPr>
          <p:nvPr/>
        </p:nvGrpSpPr>
        <p:grpSpPr bwMode="auto">
          <a:xfrm>
            <a:off x="3057779" y="1956753"/>
            <a:ext cx="419100" cy="427037"/>
            <a:chOff x="2214" y="9158"/>
            <a:chExt cx="1080" cy="360"/>
          </a:xfrm>
        </p:grpSpPr>
        <p:grpSp>
          <p:nvGrpSpPr>
            <p:cNvPr id="37955" name="Group 130"/>
            <p:cNvGrpSpPr>
              <a:grpSpLocks/>
            </p:cNvGrpSpPr>
            <p:nvPr/>
          </p:nvGrpSpPr>
          <p:grpSpPr bwMode="auto">
            <a:xfrm>
              <a:off x="2574" y="9158"/>
              <a:ext cx="360" cy="360"/>
              <a:chOff x="2214" y="9158"/>
              <a:chExt cx="360" cy="360"/>
            </a:xfrm>
          </p:grpSpPr>
          <p:sp>
            <p:nvSpPr>
              <p:cNvPr id="37964" name="Line 13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5" name="Line 13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6" name="Line 13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56" name="Group 134"/>
            <p:cNvGrpSpPr>
              <a:grpSpLocks/>
            </p:cNvGrpSpPr>
            <p:nvPr/>
          </p:nvGrpSpPr>
          <p:grpSpPr bwMode="auto">
            <a:xfrm>
              <a:off x="2934" y="9158"/>
              <a:ext cx="360" cy="360"/>
              <a:chOff x="2214" y="9158"/>
              <a:chExt cx="360" cy="360"/>
            </a:xfrm>
          </p:grpSpPr>
          <p:sp>
            <p:nvSpPr>
              <p:cNvPr id="37961" name="Line 13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2" name="Line 13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3" name="Line 13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57" name="Group 138"/>
            <p:cNvGrpSpPr>
              <a:grpSpLocks/>
            </p:cNvGrpSpPr>
            <p:nvPr/>
          </p:nvGrpSpPr>
          <p:grpSpPr bwMode="auto">
            <a:xfrm>
              <a:off x="2214" y="9158"/>
              <a:ext cx="360" cy="360"/>
              <a:chOff x="2214" y="9158"/>
              <a:chExt cx="360" cy="360"/>
            </a:xfrm>
          </p:grpSpPr>
          <p:sp>
            <p:nvSpPr>
              <p:cNvPr id="37958" name="Line 13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9" name="Line 14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60" name="Line 14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7915" name="Group 142"/>
          <p:cNvGrpSpPr>
            <a:grpSpLocks/>
          </p:cNvGrpSpPr>
          <p:nvPr/>
        </p:nvGrpSpPr>
        <p:grpSpPr bwMode="auto">
          <a:xfrm>
            <a:off x="3057779" y="2683828"/>
            <a:ext cx="419100" cy="427037"/>
            <a:chOff x="2214" y="9158"/>
            <a:chExt cx="1080" cy="360"/>
          </a:xfrm>
        </p:grpSpPr>
        <p:grpSp>
          <p:nvGrpSpPr>
            <p:cNvPr id="37943" name="Group 143"/>
            <p:cNvGrpSpPr>
              <a:grpSpLocks/>
            </p:cNvGrpSpPr>
            <p:nvPr/>
          </p:nvGrpSpPr>
          <p:grpSpPr bwMode="auto">
            <a:xfrm>
              <a:off x="2574" y="9158"/>
              <a:ext cx="360" cy="360"/>
              <a:chOff x="2214" y="9158"/>
              <a:chExt cx="360" cy="360"/>
            </a:xfrm>
          </p:grpSpPr>
          <p:sp>
            <p:nvSpPr>
              <p:cNvPr id="37952" name="Line 14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3" name="Line 14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4" name="Line 14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44" name="Group 147"/>
            <p:cNvGrpSpPr>
              <a:grpSpLocks/>
            </p:cNvGrpSpPr>
            <p:nvPr/>
          </p:nvGrpSpPr>
          <p:grpSpPr bwMode="auto">
            <a:xfrm>
              <a:off x="2934" y="9158"/>
              <a:ext cx="360" cy="360"/>
              <a:chOff x="2214" y="9158"/>
              <a:chExt cx="360" cy="360"/>
            </a:xfrm>
          </p:grpSpPr>
          <p:sp>
            <p:nvSpPr>
              <p:cNvPr id="37949" name="Line 14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0" name="Line 14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51" name="Line 15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945" name="Group 151"/>
            <p:cNvGrpSpPr>
              <a:grpSpLocks/>
            </p:cNvGrpSpPr>
            <p:nvPr/>
          </p:nvGrpSpPr>
          <p:grpSpPr bwMode="auto">
            <a:xfrm>
              <a:off x="2214" y="9158"/>
              <a:ext cx="360" cy="360"/>
              <a:chOff x="2214" y="9158"/>
              <a:chExt cx="360" cy="360"/>
            </a:xfrm>
          </p:grpSpPr>
          <p:sp>
            <p:nvSpPr>
              <p:cNvPr id="37946" name="Line 15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47" name="Line 15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948" name="Line 15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23" name="Group 174"/>
          <p:cNvGrpSpPr>
            <a:grpSpLocks/>
          </p:cNvGrpSpPr>
          <p:nvPr/>
        </p:nvGrpSpPr>
        <p:grpSpPr bwMode="auto">
          <a:xfrm>
            <a:off x="1446467" y="875665"/>
            <a:ext cx="3621087" cy="2403475"/>
            <a:chOff x="963" y="986"/>
            <a:chExt cx="2281" cy="1514"/>
          </a:xfrm>
        </p:grpSpPr>
        <p:sp>
          <p:nvSpPr>
            <p:cNvPr id="37933" name="Line 155"/>
            <p:cNvSpPr>
              <a:spLocks noChangeShapeType="1"/>
            </p:cNvSpPr>
            <p:nvPr/>
          </p:nvSpPr>
          <p:spPr bwMode="auto">
            <a:xfrm flipV="1">
              <a:off x="3001" y="2124"/>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4" name="Line 156"/>
            <p:cNvSpPr>
              <a:spLocks noChangeShapeType="1"/>
            </p:cNvSpPr>
            <p:nvPr/>
          </p:nvSpPr>
          <p:spPr bwMode="auto">
            <a:xfrm>
              <a:off x="1209" y="2193"/>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5" name="Line 157"/>
            <p:cNvSpPr>
              <a:spLocks noChangeShapeType="1"/>
            </p:cNvSpPr>
            <p:nvPr/>
          </p:nvSpPr>
          <p:spPr bwMode="auto">
            <a:xfrm rot="5400000">
              <a:off x="1727" y="1249"/>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6" name="Line 158"/>
            <p:cNvSpPr>
              <a:spLocks noChangeShapeType="1"/>
            </p:cNvSpPr>
            <p:nvPr/>
          </p:nvSpPr>
          <p:spPr bwMode="auto">
            <a:xfrm rot="5400000">
              <a:off x="1732" y="1703"/>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7" name="Line 159"/>
            <p:cNvSpPr>
              <a:spLocks noChangeShapeType="1"/>
            </p:cNvSpPr>
            <p:nvPr/>
          </p:nvSpPr>
          <p:spPr bwMode="auto">
            <a:xfrm rot="5400000">
              <a:off x="1737" y="2163"/>
              <a:ext cx="0" cy="210"/>
            </a:xfrm>
            <a:prstGeom prst="line">
              <a:avLst/>
            </a:prstGeom>
            <a:noFill/>
            <a:ln w="12700">
              <a:solidFill>
                <a:srgbClr val="0000FF"/>
              </a:solidFill>
              <a:round/>
              <a:headEnd type="triangle" w="lg" len="lg"/>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37938" name="Text Box 160"/>
            <p:cNvSpPr txBox="1">
              <a:spLocks noChangeArrowheads="1"/>
            </p:cNvSpPr>
            <p:nvPr/>
          </p:nvSpPr>
          <p:spPr bwMode="auto">
            <a:xfrm>
              <a:off x="963" y="2162"/>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sp>
          <p:nvSpPr>
            <p:cNvPr id="37939" name="Text Box 161"/>
            <p:cNvSpPr txBox="1">
              <a:spLocks noChangeArrowheads="1"/>
            </p:cNvSpPr>
            <p:nvPr/>
          </p:nvSpPr>
          <p:spPr bwMode="auto">
            <a:xfrm>
              <a:off x="1645" y="1898"/>
              <a:ext cx="2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3</a:t>
              </a:r>
              <a:endParaRPr lang="es-ES" sz="2000" b="1">
                <a:solidFill>
                  <a:srgbClr val="3333FF"/>
                </a:solidFill>
                <a:latin typeface="Comic Sans MS" panose="030F0702030302020204" pitchFamily="66" charset="0"/>
              </a:endParaRPr>
            </a:p>
          </p:txBody>
        </p:sp>
        <p:sp>
          <p:nvSpPr>
            <p:cNvPr id="37940" name="Text Box 162"/>
            <p:cNvSpPr txBox="1">
              <a:spLocks noChangeArrowheads="1"/>
            </p:cNvSpPr>
            <p:nvPr/>
          </p:nvSpPr>
          <p:spPr bwMode="auto">
            <a:xfrm>
              <a:off x="1625" y="986"/>
              <a:ext cx="2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endParaRPr lang="es-ES" sz="2000" b="1">
                <a:solidFill>
                  <a:srgbClr val="3333FF"/>
                </a:solidFill>
                <a:latin typeface="Comic Sans MS" panose="030F0702030302020204" pitchFamily="66" charset="0"/>
              </a:endParaRPr>
            </a:p>
          </p:txBody>
        </p:sp>
        <p:sp>
          <p:nvSpPr>
            <p:cNvPr id="37941" name="Text Box 163"/>
            <p:cNvSpPr txBox="1">
              <a:spLocks noChangeArrowheads="1"/>
            </p:cNvSpPr>
            <p:nvPr/>
          </p:nvSpPr>
          <p:spPr bwMode="auto">
            <a:xfrm>
              <a:off x="1639" y="1439"/>
              <a:ext cx="2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endParaRPr lang="es-ES" sz="2000" b="1">
                <a:solidFill>
                  <a:srgbClr val="3333FF"/>
                </a:solidFill>
                <a:latin typeface="Comic Sans MS" panose="030F0702030302020204" pitchFamily="66" charset="0"/>
              </a:endParaRPr>
            </a:p>
          </p:txBody>
        </p:sp>
        <p:sp>
          <p:nvSpPr>
            <p:cNvPr id="37942" name="Text Box 164"/>
            <p:cNvSpPr txBox="1">
              <a:spLocks noChangeArrowheads="1"/>
            </p:cNvSpPr>
            <p:nvPr/>
          </p:nvSpPr>
          <p:spPr bwMode="auto">
            <a:xfrm>
              <a:off x="3023" y="2030"/>
              <a:ext cx="22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3333FF"/>
                  </a:solidFill>
                  <a:latin typeface="Comic Sans MS" panose="030F0702030302020204" pitchFamily="66" charset="0"/>
                </a:rPr>
                <a:t>I</a:t>
              </a:r>
              <a:endParaRPr lang="es-ES" sz="2000" b="1">
                <a:solidFill>
                  <a:srgbClr val="3333FF"/>
                </a:solidFill>
                <a:latin typeface="Comic Sans MS" panose="030F0702030302020204" pitchFamily="66" charset="0"/>
              </a:endParaRPr>
            </a:p>
          </p:txBody>
        </p:sp>
      </p:grpSp>
      <p:sp>
        <p:nvSpPr>
          <p:cNvPr id="37929" name="Text Box 53"/>
          <p:cNvSpPr txBox="1">
            <a:spLocks noChangeArrowheads="1"/>
          </p:cNvSpPr>
          <p:nvPr/>
        </p:nvSpPr>
        <p:spPr bwMode="auto">
          <a:xfrm>
            <a:off x="5398198" y="1388116"/>
            <a:ext cx="2322513" cy="592137"/>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FFFF"/>
                </a:solidFill>
                <a:latin typeface="Arial" panose="020B0604020202020204" pitchFamily="34" charset="0"/>
              </a:rPr>
              <a:t>V</a:t>
            </a:r>
            <a:r>
              <a:rPr lang="es-ES" sz="2400" baseline="-25000">
                <a:solidFill>
                  <a:srgbClr val="FFFFFF"/>
                </a:solidFill>
                <a:latin typeface="Arial" panose="020B0604020202020204" pitchFamily="34" charset="0"/>
              </a:rPr>
              <a:t>1</a:t>
            </a:r>
            <a:r>
              <a:rPr lang="es-ES" sz="2400">
                <a:solidFill>
                  <a:srgbClr val="FFFFFF"/>
                </a:solidFill>
                <a:latin typeface="Arial" panose="020B0604020202020204" pitchFamily="34" charset="0"/>
              </a:rPr>
              <a:t> = V</a:t>
            </a:r>
            <a:r>
              <a:rPr lang="es-ES" sz="2400" baseline="-25000">
                <a:solidFill>
                  <a:srgbClr val="FFFFFF"/>
                </a:solidFill>
                <a:latin typeface="Arial" panose="020B0604020202020204" pitchFamily="34" charset="0"/>
              </a:rPr>
              <a:t>2</a:t>
            </a:r>
            <a:r>
              <a:rPr lang="es-ES" sz="2400">
                <a:solidFill>
                  <a:srgbClr val="FFFFFF"/>
                </a:solidFill>
                <a:latin typeface="Arial" panose="020B0604020202020204" pitchFamily="34" charset="0"/>
              </a:rPr>
              <a:t> = V</a:t>
            </a:r>
            <a:r>
              <a:rPr lang="es-ES" sz="2400" baseline="-25000">
                <a:solidFill>
                  <a:srgbClr val="FFFFFF"/>
                </a:solidFill>
                <a:latin typeface="Arial" panose="020B0604020202020204" pitchFamily="34" charset="0"/>
              </a:rPr>
              <a:t>3</a:t>
            </a:r>
            <a:r>
              <a:rPr lang="es-ES" sz="2400">
                <a:solidFill>
                  <a:srgbClr val="FFFFFF"/>
                </a:solidFill>
                <a:latin typeface="Arial" panose="020B0604020202020204" pitchFamily="34" charset="0"/>
              </a:rPr>
              <a:t> = </a:t>
            </a:r>
            <a:r>
              <a:rPr lang="es-ES" sz="2800">
                <a:solidFill>
                  <a:srgbClr val="FFFFFF"/>
                </a:solidFill>
                <a:latin typeface="Arial" panose="020B0604020202020204" pitchFamily="34" charset="0"/>
                <a:sym typeface="Symbol" panose="05050102010706020507" pitchFamily="18" charset="2"/>
              </a:rPr>
              <a:t></a:t>
            </a:r>
          </a:p>
        </p:txBody>
      </p:sp>
      <p:sp>
        <p:nvSpPr>
          <p:cNvPr id="37927" name="Text Box 62"/>
          <p:cNvSpPr txBox="1">
            <a:spLocks noChangeArrowheads="1"/>
          </p:cNvSpPr>
          <p:nvPr/>
        </p:nvSpPr>
        <p:spPr bwMode="auto">
          <a:xfrm>
            <a:off x="5394134" y="2878646"/>
            <a:ext cx="2366963" cy="587375"/>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FFFF"/>
                </a:solidFill>
                <a:latin typeface="Comic Sans MS" panose="030F0702030302020204" pitchFamily="66" charset="0"/>
              </a:rPr>
              <a:t>I = I</a:t>
            </a:r>
            <a:r>
              <a:rPr lang="es-ES" sz="2400" baseline="-25000">
                <a:solidFill>
                  <a:srgbClr val="FFFFFF"/>
                </a:solidFill>
                <a:latin typeface="Comic Sans MS" panose="030F0702030302020204" pitchFamily="66" charset="0"/>
              </a:rPr>
              <a:t>1</a:t>
            </a:r>
            <a:r>
              <a:rPr lang="es-ES" sz="2400">
                <a:solidFill>
                  <a:srgbClr val="FFFFFF"/>
                </a:solidFill>
                <a:latin typeface="Comic Sans MS" panose="030F0702030302020204" pitchFamily="66" charset="0"/>
              </a:rPr>
              <a:t> </a:t>
            </a:r>
            <a:r>
              <a:rPr lang="es-ES" sz="2400">
                <a:solidFill>
                  <a:srgbClr val="FFFFFF"/>
                </a:solidFill>
                <a:latin typeface="Comic Sans MS" panose="030F0702030302020204" pitchFamily="66" charset="0"/>
                <a:sym typeface="Symbol" panose="05050102010706020507" pitchFamily="18" charset="2"/>
              </a:rPr>
              <a:t>+</a:t>
            </a:r>
            <a:r>
              <a:rPr lang="es-ES" sz="2400">
                <a:solidFill>
                  <a:srgbClr val="FFFFFF"/>
                </a:solidFill>
                <a:latin typeface="Comic Sans MS" panose="030F0702030302020204" pitchFamily="66" charset="0"/>
              </a:rPr>
              <a:t> I</a:t>
            </a:r>
            <a:r>
              <a:rPr lang="es-ES" sz="2400" baseline="-25000">
                <a:solidFill>
                  <a:srgbClr val="FFFFFF"/>
                </a:solidFill>
                <a:latin typeface="Comic Sans MS" panose="030F0702030302020204" pitchFamily="66" charset="0"/>
              </a:rPr>
              <a:t>2</a:t>
            </a:r>
            <a:r>
              <a:rPr lang="es-ES" sz="2400">
                <a:solidFill>
                  <a:srgbClr val="FFFFFF"/>
                </a:solidFill>
                <a:latin typeface="Comic Sans MS" panose="030F0702030302020204" pitchFamily="66" charset="0"/>
              </a:rPr>
              <a:t> </a:t>
            </a:r>
            <a:r>
              <a:rPr lang="es-ES" sz="2400">
                <a:solidFill>
                  <a:srgbClr val="FFFFFF"/>
                </a:solidFill>
                <a:latin typeface="Comic Sans MS" panose="030F0702030302020204" pitchFamily="66" charset="0"/>
                <a:sym typeface="Symbol" panose="05050102010706020507" pitchFamily="18" charset="2"/>
              </a:rPr>
              <a:t>+</a:t>
            </a:r>
            <a:r>
              <a:rPr lang="es-ES" sz="2400">
                <a:solidFill>
                  <a:srgbClr val="FFFFFF"/>
                </a:solidFill>
                <a:latin typeface="Comic Sans MS" panose="030F0702030302020204" pitchFamily="66" charset="0"/>
              </a:rPr>
              <a:t> I</a:t>
            </a:r>
            <a:r>
              <a:rPr lang="es-ES" sz="2400" baseline="-25000">
                <a:solidFill>
                  <a:srgbClr val="FFFFFF"/>
                </a:solidFill>
                <a:latin typeface="Comic Sans MS" panose="030F0702030302020204" pitchFamily="66" charset="0"/>
              </a:rPr>
              <a:t>3</a:t>
            </a:r>
            <a:endParaRPr lang="es-ES" sz="2400">
              <a:solidFill>
                <a:srgbClr val="FFFFFF"/>
              </a:solidFill>
              <a:latin typeface="Comic Sans MS" panose="030F0702030302020204" pitchFamily="66" charset="0"/>
              <a:sym typeface="Symbol" panose="05050102010706020507" pitchFamily="18" charset="2"/>
            </a:endParaRPr>
          </a:p>
        </p:txBody>
      </p:sp>
      <p:grpSp>
        <p:nvGrpSpPr>
          <p:cNvPr id="137" name="Group 98"/>
          <p:cNvGrpSpPr>
            <a:grpSpLocks/>
          </p:cNvGrpSpPr>
          <p:nvPr/>
        </p:nvGrpSpPr>
        <p:grpSpPr bwMode="auto">
          <a:xfrm>
            <a:off x="1477963" y="5727275"/>
            <a:ext cx="3917950" cy="974725"/>
            <a:chOff x="2506" y="898"/>
            <a:chExt cx="2468" cy="614"/>
          </a:xfrm>
        </p:grpSpPr>
        <p:sp>
          <p:nvSpPr>
            <p:cNvPr id="138" name="Rectangle 18"/>
            <p:cNvSpPr>
              <a:spLocks noChangeArrowheads="1"/>
            </p:cNvSpPr>
            <p:nvPr/>
          </p:nvSpPr>
          <p:spPr bwMode="auto">
            <a:xfrm>
              <a:off x="2506" y="898"/>
              <a:ext cx="2468" cy="614"/>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40" name="Text Box 16"/>
            <p:cNvSpPr txBox="1">
              <a:spLocks noChangeArrowheads="1"/>
            </p:cNvSpPr>
            <p:nvPr/>
          </p:nvSpPr>
          <p:spPr bwMode="auto">
            <a:xfrm>
              <a:off x="3644" y="1013"/>
              <a:ext cx="121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G</a:t>
              </a:r>
              <a:r>
                <a:rPr lang="es-ES" sz="2400" b="1" baseline="-25000">
                  <a:solidFill>
                    <a:srgbClr val="000000"/>
                  </a:solidFill>
                  <a:latin typeface="Arial" panose="020B0604020202020204" pitchFamily="34" charset="0"/>
                </a:rPr>
                <a:t>1</a:t>
              </a:r>
              <a:r>
                <a:rPr lang="es-ES" sz="2400" b="1">
                  <a:solidFill>
                    <a:srgbClr val="000000"/>
                  </a:solidFill>
                  <a:latin typeface="Arial" panose="020B0604020202020204" pitchFamily="34" charset="0"/>
                </a:rPr>
                <a:t> + G</a:t>
              </a:r>
              <a:r>
                <a:rPr lang="es-ES" sz="2400" b="1" baseline="-25000">
                  <a:solidFill>
                    <a:srgbClr val="000000"/>
                  </a:solidFill>
                  <a:latin typeface="Arial" panose="020B0604020202020204" pitchFamily="34" charset="0"/>
                </a:rPr>
                <a:t>2</a:t>
              </a:r>
              <a:r>
                <a:rPr lang="es-ES" sz="2400" b="1">
                  <a:solidFill>
                    <a:srgbClr val="000000"/>
                  </a:solidFill>
                  <a:latin typeface="Arial" panose="020B0604020202020204" pitchFamily="34" charset="0"/>
                </a:rPr>
                <a:t> + G</a:t>
              </a:r>
              <a:r>
                <a:rPr lang="es-ES" sz="2400" b="1" baseline="-25000">
                  <a:solidFill>
                    <a:srgbClr val="000000"/>
                  </a:solidFill>
                  <a:latin typeface="Arial" panose="020B0604020202020204" pitchFamily="34" charset="0"/>
                </a:rPr>
                <a:t>3</a:t>
              </a:r>
              <a:endParaRPr lang="es-ES" sz="2400" b="1">
                <a:solidFill>
                  <a:srgbClr val="000000"/>
                </a:solidFill>
                <a:latin typeface="Arial" panose="020B0604020202020204" pitchFamily="34" charset="0"/>
              </a:endParaRPr>
            </a:p>
          </p:txBody>
        </p:sp>
        <p:sp>
          <p:nvSpPr>
            <p:cNvPr id="141" name="Text Box 19"/>
            <p:cNvSpPr txBox="1">
              <a:spLocks noChangeArrowheads="1"/>
            </p:cNvSpPr>
            <p:nvPr/>
          </p:nvSpPr>
          <p:spPr bwMode="auto">
            <a:xfrm>
              <a:off x="2570" y="1015"/>
              <a:ext cx="1132"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G</a:t>
              </a:r>
              <a:r>
                <a:rPr lang="es-ES" sz="2400" b="1" baseline="-25000">
                  <a:solidFill>
                    <a:srgbClr val="000000"/>
                  </a:solidFill>
                  <a:latin typeface="Arial" panose="020B0604020202020204" pitchFamily="34" charset="0"/>
                </a:rPr>
                <a:t>equivalente</a:t>
              </a:r>
              <a:r>
                <a:rPr lang="es-ES" sz="2400">
                  <a:solidFill>
                    <a:srgbClr val="000000"/>
                  </a:solidFill>
                  <a:latin typeface="Arial" panose="020B0604020202020204" pitchFamily="34" charset="0"/>
                </a:rPr>
                <a:t> </a:t>
              </a:r>
              <a:r>
                <a:rPr lang="es-ES" sz="2400" b="1">
                  <a:solidFill>
                    <a:srgbClr val="000000"/>
                  </a:solidFill>
                  <a:latin typeface="Arial" panose="020B0604020202020204" pitchFamily="34" charset="0"/>
                </a:rPr>
                <a:t>=</a:t>
              </a:r>
            </a:p>
          </p:txBody>
        </p:sp>
      </p:grpSp>
      <p:sp>
        <p:nvSpPr>
          <p:cNvPr id="142" name="Text Box 20"/>
          <p:cNvSpPr txBox="1">
            <a:spLocks noChangeArrowheads="1"/>
          </p:cNvSpPr>
          <p:nvPr/>
        </p:nvSpPr>
        <p:spPr bwMode="auto">
          <a:xfrm>
            <a:off x="6127796" y="5573050"/>
            <a:ext cx="3963032" cy="1275213"/>
          </a:xfrm>
          <a:prstGeom prst="rect">
            <a:avLst/>
          </a:prstGeom>
          <a:solidFill>
            <a:srgbClr val="CCFFCC"/>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marL="108000" algn="ctr" eaLnBrk="1" hangingPunct="1">
              <a:spcBef>
                <a:spcPts val="0"/>
              </a:spcBef>
              <a:buFontTx/>
              <a:buNone/>
            </a:pPr>
            <a:r>
              <a:rPr lang="es-ES" sz="2400" dirty="0">
                <a:latin typeface="Arial" panose="020B0604020202020204" pitchFamily="34" charset="0"/>
              </a:rPr>
              <a:t>Al sumarse G  en paralelo,</a:t>
            </a:r>
          </a:p>
          <a:p>
            <a:pPr marL="108000" algn="ctr" eaLnBrk="1" hangingPunct="1">
              <a:spcBef>
                <a:spcPts val="0"/>
              </a:spcBef>
              <a:buFontTx/>
              <a:buNone/>
            </a:pPr>
            <a:r>
              <a:rPr lang="es-ES" sz="2400">
                <a:latin typeface="Arial" panose="020B0604020202020204" pitchFamily="34" charset="0"/>
              </a:rPr>
              <a:t>puede ser más </a:t>
            </a:r>
            <a:r>
              <a:rPr lang="es-ES" sz="2400" dirty="0">
                <a:latin typeface="Arial" panose="020B0604020202020204" pitchFamily="34" charset="0"/>
              </a:rPr>
              <a:t>cómodo trabajar </a:t>
            </a:r>
            <a:r>
              <a:rPr lang="es-ES" sz="2400">
                <a:latin typeface="Arial" panose="020B0604020202020204" pitchFamily="34" charset="0"/>
              </a:rPr>
              <a:t>con G en parelelo</a:t>
            </a:r>
            <a:endParaRPr lang="es-ES" sz="2400" dirty="0">
              <a:latin typeface="Arial" panose="020B0604020202020204" pitchFamily="34" charset="0"/>
            </a:endParaRPr>
          </a:p>
        </p:txBody>
      </p:sp>
    </p:spTree>
    <p:extLst>
      <p:ext uri="{BB962C8B-B14F-4D97-AF65-F5344CB8AC3E}">
        <p14:creationId xmlns:p14="http://schemas.microsoft.com/office/powerpoint/2010/main" val="26458997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nodeType="afterGroup">
                            <p:stCondLst>
                              <p:cond delay="500"/>
                            </p:stCondLst>
                            <p:childTnLst>
                              <p:par>
                                <p:cTn id="29" presetID="9" presetClass="entr" presetSubtype="0"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5" fill="hold" nodeType="clickEffect">
                                  <p:stCondLst>
                                    <p:cond delay="0"/>
                                  </p:stCondLst>
                                  <p:childTnLst>
                                    <p:set>
                                      <p:cBhvr>
                                        <p:cTn id="35" dur="1" fill="hold">
                                          <p:stCondLst>
                                            <p:cond delay="0"/>
                                          </p:stCondLst>
                                        </p:cTn>
                                        <p:tgtEl>
                                          <p:spTgt spid="137"/>
                                        </p:tgtEl>
                                        <p:attrNameLst>
                                          <p:attrName>style.visibility</p:attrName>
                                        </p:attrNameLst>
                                      </p:cBhvr>
                                      <p:to>
                                        <p:strVal val="visible"/>
                                      </p:to>
                                    </p:set>
                                    <p:animEffect transition="in" filter="blinds(vertical)">
                                      <p:cBhvr>
                                        <p:cTn id="36" dur="500"/>
                                        <p:tgtEl>
                                          <p:spTgt spid="13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142"/>
                                        </p:tgtEl>
                                        <p:attrNameLst>
                                          <p:attrName>style.visibility</p:attrName>
                                        </p:attrNameLst>
                                      </p:cBhvr>
                                      <p:to>
                                        <p:strVal val="visible"/>
                                      </p:to>
                                    </p:set>
                                    <p:animEffect transition="in" filter="wipe(up)">
                                      <p:cBhvr>
                                        <p:cTn id="41"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rma libre 29"/>
          <p:cNvSpPr/>
          <p:nvPr/>
        </p:nvSpPr>
        <p:spPr bwMode="auto">
          <a:xfrm rot="281839">
            <a:off x="6236331" y="5146255"/>
            <a:ext cx="4029919" cy="833898"/>
          </a:xfrm>
          <a:custGeom>
            <a:avLst/>
            <a:gdLst>
              <a:gd name="connsiteX0" fmla="*/ 1335024 w 1690459"/>
              <a:gd name="connsiteY0" fmla="*/ 0 h 877824"/>
              <a:gd name="connsiteX1" fmla="*/ 1682496 w 1690459"/>
              <a:gd name="connsiteY1" fmla="*/ 566928 h 877824"/>
              <a:gd name="connsiteX2" fmla="*/ 1435608 w 1690459"/>
              <a:gd name="connsiteY2" fmla="*/ 822960 h 877824"/>
              <a:gd name="connsiteX3" fmla="*/ 0 w 1690459"/>
              <a:gd name="connsiteY3" fmla="*/ 877824 h 877824"/>
            </a:gdLst>
            <a:ahLst/>
            <a:cxnLst>
              <a:cxn ang="0">
                <a:pos x="connsiteX0" y="connsiteY0"/>
              </a:cxn>
              <a:cxn ang="0">
                <a:pos x="connsiteX1" y="connsiteY1"/>
              </a:cxn>
              <a:cxn ang="0">
                <a:pos x="connsiteX2" y="connsiteY2"/>
              </a:cxn>
              <a:cxn ang="0">
                <a:pos x="connsiteX3" y="connsiteY3"/>
              </a:cxn>
            </a:cxnLst>
            <a:rect l="l" t="t" r="r" b="b"/>
            <a:pathLst>
              <a:path w="1690459" h="877824">
                <a:moveTo>
                  <a:pt x="1335024" y="0"/>
                </a:moveTo>
                <a:cubicBezTo>
                  <a:pt x="1500378" y="214884"/>
                  <a:pt x="1665732" y="429768"/>
                  <a:pt x="1682496" y="566928"/>
                </a:cubicBezTo>
                <a:cubicBezTo>
                  <a:pt x="1699260" y="704088"/>
                  <a:pt x="1716024" y="771144"/>
                  <a:pt x="1435608" y="822960"/>
                </a:cubicBezTo>
                <a:cubicBezTo>
                  <a:pt x="1155192" y="874776"/>
                  <a:pt x="577596" y="876300"/>
                  <a:pt x="0" y="877824"/>
                </a:cubicBezTo>
              </a:path>
            </a:pathLst>
          </a:custGeom>
          <a:noFill/>
          <a:ln w="76200" cap="flat" cmpd="sng" algn="ctr">
            <a:solidFill>
              <a:srgbClr val="3333FF"/>
            </a:solidFill>
            <a:prstDash val="solid"/>
            <a:round/>
            <a:headEnd type="none" w="med" len="med"/>
            <a:tailEnd type="triangle" w="med" len="lg"/>
          </a:ln>
          <a:effectLst/>
        </p:spPr>
        <p:txBody>
          <a:bodyPr vert="horz" wrap="squar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8" name="Grupo 7"/>
          <p:cNvGrpSpPr>
            <a:grpSpLocks/>
          </p:cNvGrpSpPr>
          <p:nvPr/>
        </p:nvGrpSpPr>
        <p:grpSpPr bwMode="auto">
          <a:xfrm>
            <a:off x="1556025" y="1684066"/>
            <a:ext cx="7429437" cy="1436687"/>
            <a:chOff x="1575689" y="2384913"/>
            <a:chExt cx="7429438" cy="1436687"/>
          </a:xfrm>
        </p:grpSpPr>
        <p:sp>
          <p:nvSpPr>
            <p:cNvPr id="39964" name="Rectangle 4"/>
            <p:cNvSpPr>
              <a:spLocks noChangeArrowheads="1"/>
            </p:cNvSpPr>
            <p:nvPr/>
          </p:nvSpPr>
          <p:spPr bwMode="auto">
            <a:xfrm>
              <a:off x="6160327" y="3140563"/>
              <a:ext cx="2844800" cy="681037"/>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9965" name="Rectangle 5"/>
            <p:cNvSpPr>
              <a:spLocks noChangeArrowheads="1"/>
            </p:cNvSpPr>
            <p:nvPr/>
          </p:nvSpPr>
          <p:spPr bwMode="auto">
            <a:xfrm>
              <a:off x="1575689" y="2384913"/>
              <a:ext cx="1552040" cy="681037"/>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4" name="Grupo 3"/>
          <p:cNvGrpSpPr>
            <a:grpSpLocks/>
          </p:cNvGrpSpPr>
          <p:nvPr/>
        </p:nvGrpSpPr>
        <p:grpSpPr bwMode="auto">
          <a:xfrm>
            <a:off x="1266211" y="1744391"/>
            <a:ext cx="7754701" cy="1298549"/>
            <a:chOff x="1514475" y="2445238"/>
            <a:chExt cx="7754701" cy="1298549"/>
          </a:xfrm>
        </p:grpSpPr>
        <p:sp>
          <p:nvSpPr>
            <p:cNvPr id="39962" name="Text Box 6"/>
            <p:cNvSpPr txBox="1">
              <a:spLocks noChangeArrowheads="1"/>
            </p:cNvSpPr>
            <p:nvPr/>
          </p:nvSpPr>
          <p:spPr bwMode="auto">
            <a:xfrm>
              <a:off x="1514475" y="2445238"/>
              <a:ext cx="7494657"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r>
                <a:rPr lang="es-ES" sz="2400" b="1">
                  <a:solidFill>
                    <a:srgbClr val="000000"/>
                  </a:solidFill>
                  <a:latin typeface="Arial" panose="020B0604020202020204" pitchFamily="34" charset="0"/>
                  <a:sym typeface="Symbol" panose="05050102010706020507" pitchFamily="18" charset="2"/>
                </a:rPr>
                <a:t> P</a:t>
              </a:r>
              <a:r>
                <a:rPr lang="es-ES" sz="2400" b="1" baseline="-25000">
                  <a:solidFill>
                    <a:srgbClr val="000000"/>
                  </a:solidFill>
                  <a:latin typeface="Arial" panose="020B0604020202020204" pitchFamily="34" charset="0"/>
                  <a:sym typeface="Symbol" panose="05050102010706020507" pitchFamily="18" charset="2"/>
                </a:rPr>
                <a:t>equivalente</a:t>
              </a:r>
              <a:r>
                <a:rPr lang="es-ES" sz="2400" b="1">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sym typeface="Symbol" panose="05050102010706020507" pitchFamily="18" charset="2"/>
                </a:rPr>
                <a:t> </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equivalente</a:t>
              </a:r>
              <a:r>
                <a:rPr lang="es-ES" sz="2400">
                  <a:solidFill>
                    <a:srgbClr val="000000"/>
                  </a:solidFill>
                  <a:latin typeface="Arial" panose="020B0604020202020204" pitchFamily="34" charset="0"/>
                  <a:sym typeface="Symbol" panose="05050102010706020507" pitchFamily="18" charset="2"/>
                </a:rPr>
                <a:t> = </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(1/R</a:t>
              </a:r>
              <a:r>
                <a:rPr lang="es-ES" sz="2400" baseline="-25000">
                  <a:solidFill>
                    <a:srgbClr val="000000"/>
                  </a:solidFill>
                  <a:latin typeface="Arial" panose="020B0604020202020204" pitchFamily="34" charset="0"/>
                  <a:sym typeface="Symbol" panose="05050102010706020507" pitchFamily="18" charset="2"/>
                </a:rPr>
                <a:t>1</a:t>
              </a:r>
              <a:r>
                <a:rPr lang="es-ES" sz="2400">
                  <a:solidFill>
                    <a:srgbClr val="000000"/>
                  </a:solidFill>
                  <a:latin typeface="Arial" panose="020B0604020202020204" pitchFamily="34" charset="0"/>
                  <a:sym typeface="Symbol" panose="05050102010706020507" pitchFamily="18" charset="2"/>
                </a:rPr>
                <a:t> + 1/R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+ 1/R</a:t>
              </a:r>
              <a:r>
                <a:rPr lang="es-ES" sz="2400" baseline="-25000">
                  <a:solidFill>
                    <a:srgbClr val="000000"/>
                  </a:solidFill>
                  <a:latin typeface="Arial" panose="020B0604020202020204" pitchFamily="34" charset="0"/>
                  <a:sym typeface="Symbol" panose="05050102010706020507" pitchFamily="18" charset="2"/>
                </a:rPr>
                <a:t>3</a:t>
              </a:r>
              <a:r>
                <a:rPr lang="es-ES" sz="2400">
                  <a:solidFill>
                    <a:srgbClr val="000000"/>
                  </a:solidFill>
                  <a:latin typeface="Arial" panose="020B0604020202020204" pitchFamily="34" charset="0"/>
                  <a:sym typeface="Symbol" panose="05050102010706020507" pitchFamily="18" charset="2"/>
                </a:rPr>
                <a:t>) =</a:t>
              </a:r>
            </a:p>
          </p:txBody>
        </p:sp>
        <p:sp>
          <p:nvSpPr>
            <p:cNvPr id="39963" name="Text Box 7"/>
            <p:cNvSpPr txBox="1">
              <a:spLocks noChangeArrowheads="1"/>
            </p:cNvSpPr>
            <p:nvPr/>
          </p:nvSpPr>
          <p:spPr bwMode="auto">
            <a:xfrm>
              <a:off x="3119438" y="3207238"/>
              <a:ext cx="614973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1</a:t>
              </a:r>
              <a:r>
                <a:rPr lang="es-ES" sz="2400">
                  <a:solidFill>
                    <a:srgbClr val="000000"/>
                  </a:solidFill>
                  <a:latin typeface="Arial" panose="020B0604020202020204" pitchFamily="34" charset="0"/>
                  <a:sym typeface="Symbol" panose="05050102010706020507" pitchFamily="18" charset="2"/>
                </a:rPr>
                <a:t> + </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a:t>
              </a:r>
              <a:r>
                <a:rPr lang="es-ES" sz="2400" baseline="30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3</a:t>
              </a:r>
              <a:r>
                <a:rPr lang="es-ES" sz="2400">
                  <a:solidFill>
                    <a:srgbClr val="000000"/>
                  </a:solidFill>
                  <a:latin typeface="Arial" panose="020B0604020202020204" pitchFamily="34" charset="0"/>
                  <a:sym typeface="Symbol" panose="05050102010706020507" pitchFamily="18" charset="2"/>
                </a:rPr>
                <a:t> </a:t>
              </a:r>
              <a:r>
                <a:rPr lang="es-ES" sz="2400" b="1">
                  <a:solidFill>
                    <a:srgbClr val="000000"/>
                  </a:solidFill>
                  <a:latin typeface="Arial" panose="020B0604020202020204" pitchFamily="34" charset="0"/>
                  <a:sym typeface="Symbol" panose="05050102010706020507" pitchFamily="18" charset="2"/>
                </a:rPr>
                <a:t>= P</a:t>
              </a:r>
              <a:r>
                <a:rPr lang="es-ES" sz="2400" b="1" baseline="-25000">
                  <a:solidFill>
                    <a:srgbClr val="000000"/>
                  </a:solidFill>
                  <a:latin typeface="Arial" panose="020B0604020202020204" pitchFamily="34" charset="0"/>
                  <a:sym typeface="Symbol" panose="05050102010706020507" pitchFamily="18" charset="2"/>
                </a:rPr>
                <a:t>1</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2</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3</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total</a:t>
              </a:r>
            </a:p>
          </p:txBody>
        </p:sp>
      </p:grpSp>
      <p:grpSp>
        <p:nvGrpSpPr>
          <p:cNvPr id="13" name="Grupo 12"/>
          <p:cNvGrpSpPr/>
          <p:nvPr/>
        </p:nvGrpSpPr>
        <p:grpSpPr>
          <a:xfrm>
            <a:off x="1264116" y="328457"/>
            <a:ext cx="7794419" cy="681038"/>
            <a:chOff x="1283780" y="397281"/>
            <a:chExt cx="7794419" cy="681038"/>
          </a:xfrm>
        </p:grpSpPr>
        <p:sp>
          <p:nvSpPr>
            <p:cNvPr id="39959" name="Rectangle 12"/>
            <p:cNvSpPr>
              <a:spLocks noChangeArrowheads="1"/>
            </p:cNvSpPr>
            <p:nvPr/>
          </p:nvSpPr>
          <p:spPr bwMode="auto">
            <a:xfrm>
              <a:off x="7046401" y="397281"/>
              <a:ext cx="1749424" cy="681038"/>
            </a:xfrm>
            <a:prstGeom prst="rect">
              <a:avLst/>
            </a:prstGeom>
            <a:solidFill>
              <a:srgbClr val="FF99CC"/>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9960" name="Text Box 13"/>
            <p:cNvSpPr txBox="1">
              <a:spLocks noChangeArrowheads="1"/>
            </p:cNvSpPr>
            <p:nvPr/>
          </p:nvSpPr>
          <p:spPr bwMode="auto">
            <a:xfrm>
              <a:off x="1283780" y="436969"/>
              <a:ext cx="7794419"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a:t>
              </a:r>
              <a:r>
                <a:rPr lang="es-ES" sz="2400">
                  <a:latin typeface="Arial" panose="020B0604020202020204" pitchFamily="34" charset="0"/>
                  <a:sym typeface="Symbol" panose="05050102010706020507" pitchFamily="18" charset="2"/>
                </a:rPr>
                <a:t>N resistencias iguales de resistencia R:</a:t>
              </a:r>
              <a:r>
                <a:rPr lang="es-ES" sz="2400">
                  <a:solidFill>
                    <a:srgbClr val="000000"/>
                  </a:solidFill>
                  <a:latin typeface="Arial" panose="020B0604020202020204" pitchFamily="34" charset="0"/>
                  <a:sym typeface="Symbol" panose="05050102010706020507" pitchFamily="18" charset="2"/>
                </a:rPr>
                <a:t>   R</a:t>
              </a:r>
              <a:r>
                <a:rPr lang="es-ES" sz="2400" baseline="-25000">
                  <a:solidFill>
                    <a:srgbClr val="000000"/>
                  </a:solidFill>
                  <a:latin typeface="Arial" panose="020B0604020202020204" pitchFamily="34" charset="0"/>
                  <a:sym typeface="Symbol" panose="05050102010706020507" pitchFamily="18" charset="2"/>
                </a:rPr>
                <a:t>eq</a:t>
              </a:r>
              <a:r>
                <a:rPr lang="es-ES" sz="2400">
                  <a:solidFill>
                    <a:srgbClr val="000000"/>
                  </a:solidFill>
                  <a:latin typeface="Arial" panose="020B0604020202020204" pitchFamily="34" charset="0"/>
                  <a:sym typeface="Symbol" panose="05050102010706020507" pitchFamily="18" charset="2"/>
                </a:rPr>
                <a:t> = R / N</a:t>
              </a:r>
              <a:endParaRPr lang="es-ES" sz="2400" baseline="-25000">
                <a:solidFill>
                  <a:srgbClr val="FF0000"/>
                </a:solidFill>
                <a:latin typeface="Arial" panose="020B0604020202020204" pitchFamily="34" charset="0"/>
                <a:sym typeface="Symbol" panose="05050102010706020507" pitchFamily="18" charset="2"/>
              </a:endParaRPr>
            </a:p>
          </p:txBody>
        </p:sp>
      </p:grpSp>
      <p:sp>
        <p:nvSpPr>
          <p:cNvPr id="39961" name="Text Box 14"/>
          <p:cNvSpPr txBox="1">
            <a:spLocks noChangeArrowheads="1"/>
          </p:cNvSpPr>
          <p:nvPr/>
        </p:nvSpPr>
        <p:spPr bwMode="auto">
          <a:xfrm>
            <a:off x="5230585" y="1149528"/>
            <a:ext cx="5217557" cy="375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ct val="50000"/>
              </a:lnSpc>
              <a:spcBef>
                <a:spcPct val="50000"/>
              </a:spcBef>
              <a:buNone/>
            </a:pPr>
            <a:r>
              <a:rPr lang="es-ES" sz="2400">
                <a:solidFill>
                  <a:srgbClr val="FF0000"/>
                </a:solidFill>
                <a:latin typeface="Arial" panose="020B0604020202020204" pitchFamily="34" charset="0"/>
                <a:sym typeface="Symbol" panose="05050102010706020507" pitchFamily="18" charset="2"/>
              </a:rPr>
              <a:t>(R</a:t>
            </a:r>
            <a:r>
              <a:rPr lang="es-ES" sz="2400" baseline="-25000">
                <a:solidFill>
                  <a:srgbClr val="FF0000"/>
                </a:solidFill>
                <a:latin typeface="Arial" panose="020B0604020202020204" pitchFamily="34" charset="0"/>
                <a:sym typeface="Symbol" panose="05050102010706020507" pitchFamily="18" charset="2"/>
              </a:rPr>
              <a:t>eq</a:t>
            </a:r>
            <a:r>
              <a:rPr lang="es-ES" sz="2400">
                <a:solidFill>
                  <a:srgbClr val="FF0000"/>
                </a:solidFill>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sym typeface="Symbol" panose="05050102010706020507" pitchFamily="18" charset="2"/>
              </a:rPr>
              <a:t>&lt; </a:t>
            </a:r>
            <a:r>
              <a:rPr lang="es-ES" sz="2400" dirty="0" err="1">
                <a:solidFill>
                  <a:srgbClr val="FF0000"/>
                </a:solidFill>
                <a:latin typeface="Arial" panose="020B0604020202020204" pitchFamily="34" charset="0"/>
                <a:sym typeface="Symbol" panose="05050102010706020507" pitchFamily="18" charset="2"/>
              </a:rPr>
              <a:t>R</a:t>
            </a:r>
            <a:r>
              <a:rPr lang="es-ES" sz="2400" baseline="-25000" dirty="0" err="1">
                <a:solidFill>
                  <a:srgbClr val="FF0000"/>
                </a:solidFill>
                <a:latin typeface="Arial" panose="020B0604020202020204" pitchFamily="34" charset="0"/>
                <a:sym typeface="Symbol" panose="05050102010706020507" pitchFamily="18" charset="2"/>
              </a:rPr>
              <a:t>i</a:t>
            </a:r>
            <a:r>
              <a:rPr lang="es-ES" sz="2400" baseline="-25000" dirty="0">
                <a:solidFill>
                  <a:srgbClr val="FF0000"/>
                </a:solidFill>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rPr>
              <a:t>siempre, sean iguales </a:t>
            </a:r>
            <a:r>
              <a:rPr lang="es-ES" sz="2400">
                <a:solidFill>
                  <a:srgbClr val="FF0000"/>
                </a:solidFill>
                <a:latin typeface="Arial" panose="020B0604020202020204" pitchFamily="34" charset="0"/>
              </a:rPr>
              <a:t>o no)</a:t>
            </a:r>
            <a:endParaRPr lang="es-ES" sz="2400" dirty="0">
              <a:solidFill>
                <a:srgbClr val="FF0000"/>
              </a:solidFill>
              <a:latin typeface="Arial" panose="020B0604020202020204" pitchFamily="34" charset="0"/>
              <a:sym typeface="Symbol" panose="05050102010706020507" pitchFamily="18" charset="2"/>
            </a:endParaRPr>
          </a:p>
        </p:txBody>
      </p:sp>
      <p:sp>
        <p:nvSpPr>
          <p:cNvPr id="39956" name="Text Box 27"/>
          <p:cNvSpPr txBox="1">
            <a:spLocks noChangeArrowheads="1"/>
          </p:cNvSpPr>
          <p:nvPr/>
        </p:nvSpPr>
        <p:spPr bwMode="auto">
          <a:xfrm>
            <a:off x="6155016" y="4238334"/>
            <a:ext cx="4138612" cy="127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rPr>
              <a:t>Pueden ser las 2 partes </a:t>
            </a:r>
            <a:r>
              <a:rPr lang="es-ES" sz="2400" u="sng">
                <a:solidFill>
                  <a:srgbClr val="3333FF"/>
                </a:solidFill>
                <a:latin typeface="Arial" panose="020B0604020202020204" pitchFamily="34" charset="0"/>
              </a:rPr>
              <a:t>en paralelo</a:t>
            </a:r>
            <a:r>
              <a:rPr lang="es-ES" sz="2400">
                <a:solidFill>
                  <a:srgbClr val="3333FF"/>
                </a:solidFill>
                <a:latin typeface="Arial" panose="020B0604020202020204" pitchFamily="34" charset="0"/>
              </a:rPr>
              <a:t> en que se divida una asociación</a:t>
            </a:r>
          </a:p>
        </p:txBody>
      </p:sp>
      <p:sp>
        <p:nvSpPr>
          <p:cNvPr id="10" name="Text Box 10"/>
          <p:cNvSpPr txBox="1">
            <a:spLocks noChangeArrowheads="1"/>
          </p:cNvSpPr>
          <p:nvPr/>
        </p:nvSpPr>
        <p:spPr bwMode="auto">
          <a:xfrm>
            <a:off x="1299127" y="3435068"/>
            <a:ext cx="3843017"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Como:     R</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  = R</a:t>
            </a:r>
            <a:r>
              <a:rPr lang="es-ES" sz="2400" baseline="-25000">
                <a:solidFill>
                  <a:srgbClr val="000000"/>
                </a:solidFill>
                <a:latin typeface="Arial" panose="020B0604020202020204" pitchFamily="34" charset="0"/>
                <a:sym typeface="Symbol" panose="05050102010706020507" pitchFamily="18" charset="2"/>
              </a:rPr>
              <a:t>eq</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endParaRPr lang="es-ES" sz="2400" b="1">
              <a:solidFill>
                <a:srgbClr val="000000"/>
              </a:solidFill>
              <a:sym typeface="Symbol" panose="05050102010706020507" pitchFamily="18" charset="2"/>
            </a:endParaRPr>
          </a:p>
        </p:txBody>
      </p:sp>
      <p:sp>
        <p:nvSpPr>
          <p:cNvPr id="11" name="Text Box 16"/>
          <p:cNvSpPr txBox="1">
            <a:spLocks noChangeArrowheads="1"/>
          </p:cNvSpPr>
          <p:nvPr/>
        </p:nvSpPr>
        <p:spPr bwMode="auto">
          <a:xfrm>
            <a:off x="7056737" y="5567284"/>
            <a:ext cx="2506663" cy="906463"/>
          </a:xfrm>
          <a:prstGeom prst="rect">
            <a:avLst/>
          </a:prstGeom>
          <a:solidFill>
            <a:srgbClr val="6666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defRPr/>
            </a:pPr>
            <a:r>
              <a:rPr lang="es-ES" sz="2400" b="1">
                <a:solidFill>
                  <a:srgbClr val="FFFFFF"/>
                </a:solidFill>
                <a:latin typeface="Arial" panose="020B0604020202020204" pitchFamily="34" charset="0"/>
              </a:rPr>
              <a:t>Circuito Divisor</a:t>
            </a:r>
          </a:p>
          <a:p>
            <a:pPr algn="ctr" eaLnBrk="1" hangingPunct="1">
              <a:spcBef>
                <a:spcPts val="0"/>
              </a:spcBef>
              <a:buFontTx/>
              <a:buNone/>
              <a:defRPr/>
            </a:pPr>
            <a:r>
              <a:rPr lang="es-ES" sz="2400" b="1">
                <a:solidFill>
                  <a:srgbClr val="FFFFFF"/>
                </a:solidFill>
                <a:latin typeface="Arial" panose="020B0604020202020204" pitchFamily="34" charset="0"/>
              </a:rPr>
              <a:t>de Intensidades</a:t>
            </a:r>
          </a:p>
        </p:txBody>
      </p:sp>
      <p:sp>
        <p:nvSpPr>
          <p:cNvPr id="39958" name="Text Box 34"/>
          <p:cNvSpPr txBox="1">
            <a:spLocks noChangeArrowheads="1"/>
          </p:cNvSpPr>
          <p:nvPr/>
        </p:nvSpPr>
        <p:spPr bwMode="auto">
          <a:xfrm>
            <a:off x="6692182" y="6439928"/>
            <a:ext cx="3792356" cy="50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ts val="2600"/>
              </a:lnSpc>
              <a:spcBef>
                <a:spcPts val="0"/>
              </a:spcBef>
              <a:buFontTx/>
              <a:buNone/>
            </a:pPr>
            <a:r>
              <a:rPr lang="es-ES" sz="2400" dirty="0">
                <a:solidFill>
                  <a:srgbClr val="FF0000"/>
                </a:solidFill>
                <a:latin typeface="Arial" panose="020B0604020202020204" pitchFamily="34" charset="0"/>
              </a:rPr>
              <a:t>(misma V y se reparte </a:t>
            </a:r>
            <a:r>
              <a:rPr lang="es-ES" sz="2400" dirty="0">
                <a:solidFill>
                  <a:srgbClr val="FF0000"/>
                </a:solidFill>
                <a:latin typeface="Comic Sans MS" panose="030F0702030302020204" pitchFamily="66" charset="0"/>
                <a:sym typeface="Symbol" panose="05050102010706020507" pitchFamily="18" charset="2"/>
              </a:rPr>
              <a:t>I</a:t>
            </a:r>
            <a:r>
              <a:rPr lang="es-ES" sz="2400" dirty="0">
                <a:solidFill>
                  <a:srgbClr val="FF0000"/>
                </a:solidFill>
                <a:latin typeface="Arial" panose="020B0604020202020204" pitchFamily="34" charset="0"/>
                <a:sym typeface="Symbol" panose="05050102010706020507" pitchFamily="18" charset="2"/>
              </a:rPr>
              <a:t>)</a:t>
            </a:r>
          </a:p>
        </p:txBody>
      </p:sp>
      <p:grpSp>
        <p:nvGrpSpPr>
          <p:cNvPr id="7" name="Group 43"/>
          <p:cNvGrpSpPr>
            <a:grpSpLocks/>
          </p:cNvGrpSpPr>
          <p:nvPr/>
        </p:nvGrpSpPr>
        <p:grpSpPr bwMode="auto">
          <a:xfrm>
            <a:off x="1600234" y="5134366"/>
            <a:ext cx="4433888" cy="1276350"/>
            <a:chOff x="3810" y="5054"/>
            <a:chExt cx="2793" cy="804"/>
          </a:xfrm>
        </p:grpSpPr>
        <p:sp>
          <p:nvSpPr>
            <p:cNvPr id="39952" name="Rectangle 36"/>
            <p:cNvSpPr>
              <a:spLocks noChangeArrowheads="1"/>
            </p:cNvSpPr>
            <p:nvPr/>
          </p:nvSpPr>
          <p:spPr bwMode="auto">
            <a:xfrm>
              <a:off x="3810" y="5054"/>
              <a:ext cx="2793" cy="804"/>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no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9953" name="Text Box 37"/>
            <p:cNvSpPr txBox="1">
              <a:spLocks noChangeArrowheads="1"/>
            </p:cNvSpPr>
            <p:nvPr/>
          </p:nvSpPr>
          <p:spPr bwMode="auto">
            <a:xfrm>
              <a:off x="3850" y="5238"/>
              <a:ext cx="1129"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r>
                <a:rPr lang="es-ES" sz="2400" baseline="-25000">
                  <a:solidFill>
                    <a:srgbClr val="000000"/>
                  </a:solidFill>
                  <a:latin typeface="Arial" panose="020B0604020202020204" pitchFamily="34" charset="0"/>
                  <a:sym typeface="Symbol" panose="05050102010706020507" pitchFamily="18" charset="2"/>
                </a:rPr>
                <a:t>rama</a:t>
              </a:r>
              <a:r>
                <a:rPr lang="es-ES" sz="2400">
                  <a:solidFill>
                    <a:srgbClr val="000000"/>
                  </a:solidFill>
                  <a:latin typeface="Arial" panose="020B0604020202020204" pitchFamily="34" charset="0"/>
                  <a:sym typeface="Symbol" panose="05050102010706020507" pitchFamily="18" charset="2"/>
                </a:rPr>
                <a:t> = </a:t>
              </a:r>
              <a:r>
                <a:rPr lang="es-ES" sz="2400">
                  <a:solidFill>
                    <a:srgbClr val="000000"/>
                  </a:solidFill>
                  <a:latin typeface="Comic Sans MS" panose="030F0702030302020204" pitchFamily="66" charset="0"/>
                  <a:sym typeface="Symbol" panose="05050102010706020507" pitchFamily="18" charset="2"/>
                </a:rPr>
                <a:t>I</a:t>
              </a:r>
              <a:r>
                <a:rPr lang="es-ES" sz="2400" baseline="-25000">
                  <a:solidFill>
                    <a:srgbClr val="000000"/>
                  </a:solidFill>
                  <a:latin typeface="Arial" panose="020B0604020202020204" pitchFamily="34" charset="0"/>
                  <a:sym typeface="Symbol" panose="05050102010706020507" pitchFamily="18" charset="2"/>
                </a:rPr>
                <a:t>total</a:t>
              </a:r>
            </a:p>
          </p:txBody>
        </p:sp>
        <p:sp>
          <p:nvSpPr>
            <p:cNvPr id="39954" name="Text Box 38"/>
            <p:cNvSpPr txBox="1">
              <a:spLocks noChangeArrowheads="1"/>
            </p:cNvSpPr>
            <p:nvPr/>
          </p:nvSpPr>
          <p:spPr bwMode="auto">
            <a:xfrm>
              <a:off x="5026" y="5434"/>
              <a:ext cx="1500"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parte</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otra_parte</a:t>
              </a:r>
              <a:endParaRPr lang="es-ES" sz="2400">
                <a:solidFill>
                  <a:srgbClr val="FF0000"/>
                </a:solidFill>
                <a:latin typeface="Arial" panose="020B0604020202020204" pitchFamily="34" charset="0"/>
                <a:sym typeface="Symbol" panose="05050102010706020507" pitchFamily="18" charset="2"/>
              </a:endParaRPr>
            </a:p>
          </p:txBody>
        </p:sp>
        <p:sp>
          <p:nvSpPr>
            <p:cNvPr id="2" name="Text Box 39"/>
            <p:cNvSpPr txBox="1">
              <a:spLocks noChangeArrowheads="1"/>
            </p:cNvSpPr>
            <p:nvPr/>
          </p:nvSpPr>
          <p:spPr bwMode="auto">
            <a:xfrm>
              <a:off x="5362" y="5066"/>
              <a:ext cx="845"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otra_parte</a:t>
              </a:r>
              <a:endParaRPr lang="es-ES" sz="2400">
                <a:solidFill>
                  <a:srgbClr val="FF0000"/>
                </a:solidFill>
                <a:latin typeface="Arial" panose="020B0604020202020204" pitchFamily="34" charset="0"/>
                <a:sym typeface="Symbol" panose="05050102010706020507" pitchFamily="18" charset="2"/>
              </a:endParaRPr>
            </a:p>
          </p:txBody>
        </p:sp>
        <p:sp>
          <p:nvSpPr>
            <p:cNvPr id="5" name="Line 40"/>
            <p:cNvSpPr>
              <a:spLocks noChangeShapeType="1"/>
            </p:cNvSpPr>
            <p:nvPr/>
          </p:nvSpPr>
          <p:spPr bwMode="auto">
            <a:xfrm>
              <a:off x="5024" y="5436"/>
              <a:ext cx="1464"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grpSp>
      <p:sp>
        <p:nvSpPr>
          <p:cNvPr id="9" name="CuadroTexto 8"/>
          <p:cNvSpPr txBox="1">
            <a:spLocks noChangeArrowheads="1"/>
          </p:cNvSpPr>
          <p:nvPr/>
        </p:nvSpPr>
        <p:spPr bwMode="auto">
          <a:xfrm>
            <a:off x="1407131" y="4206068"/>
            <a:ext cx="4626588" cy="61447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nchorCtr="0">
            <a:spAutoFit/>
          </a:bodyPr>
          <a:lstStyle>
            <a:lvl1pPr>
              <a:defRPr sz="2000">
                <a:solidFill>
                  <a:srgbClr val="000000"/>
                </a:solidFill>
                <a:latin typeface="Arial" panose="020B0604020202020204" pitchFamily="34" charset="0"/>
              </a:defRPr>
            </a:lvl1pPr>
            <a:lvl2pPr marL="742950" indent="-285750">
              <a:defRPr sz="2000">
                <a:solidFill>
                  <a:srgbClr val="000000"/>
                </a:solidFill>
                <a:latin typeface="Arial" panose="020B0604020202020204" pitchFamily="34" charset="0"/>
              </a:defRPr>
            </a:lvl2pPr>
            <a:lvl3pPr marL="1143000" indent="-228600">
              <a:defRPr sz="2000">
                <a:solidFill>
                  <a:srgbClr val="000000"/>
                </a:solidFill>
                <a:latin typeface="Arial" panose="020B0604020202020204" pitchFamily="34" charset="0"/>
              </a:defRPr>
            </a:lvl3pPr>
            <a:lvl4pPr marL="1600200" indent="-228600">
              <a:defRPr sz="2000">
                <a:solidFill>
                  <a:srgbClr val="000000"/>
                </a:solidFill>
                <a:latin typeface="Arial" panose="020B0604020202020204" pitchFamily="34" charset="0"/>
              </a:defRPr>
            </a:lvl4pPr>
            <a:lvl5pPr marL="2057400" indent="-228600">
              <a:defRPr sz="2000">
                <a:solidFill>
                  <a:srgbClr val="000000"/>
                </a:solidFill>
                <a:latin typeface="Arial" panose="020B0604020202020204" pitchFamily="34" charset="0"/>
              </a:defRPr>
            </a:lvl5pPr>
            <a:lvl6pPr marL="2514600" indent="-228600" eaLnBrk="0" fontAlgn="base" hangingPunct="0">
              <a:spcBef>
                <a:spcPct val="0"/>
              </a:spcBef>
              <a:spcAft>
                <a:spcPct val="0"/>
              </a:spcAft>
              <a:defRPr sz="2000">
                <a:solidFill>
                  <a:srgbClr val="000000"/>
                </a:solidFill>
                <a:latin typeface="Arial" panose="020B0604020202020204" pitchFamily="34" charset="0"/>
              </a:defRPr>
            </a:lvl6pPr>
            <a:lvl7pPr marL="2971800" indent="-228600" eaLnBrk="0" fontAlgn="base" hangingPunct="0">
              <a:spcBef>
                <a:spcPct val="0"/>
              </a:spcBef>
              <a:spcAft>
                <a:spcPct val="0"/>
              </a:spcAft>
              <a:defRPr sz="2000">
                <a:solidFill>
                  <a:srgbClr val="000000"/>
                </a:solidFill>
                <a:latin typeface="Arial" panose="020B0604020202020204" pitchFamily="34" charset="0"/>
              </a:defRPr>
            </a:lvl7pPr>
            <a:lvl8pPr marL="3429000" indent="-228600" eaLnBrk="0" fontAlgn="base" hangingPunct="0">
              <a:spcBef>
                <a:spcPct val="0"/>
              </a:spcBef>
              <a:spcAft>
                <a:spcPct val="0"/>
              </a:spcAft>
              <a:defRPr sz="2000">
                <a:solidFill>
                  <a:srgbClr val="000000"/>
                </a:solidFill>
                <a:latin typeface="Arial" panose="020B0604020202020204" pitchFamily="34" charset="0"/>
              </a:defRPr>
            </a:lvl8pPr>
            <a:lvl9pPr marL="3886200" indent="-228600" eaLnBrk="0" fontAlgn="base" hangingPunct="0">
              <a:spcBef>
                <a:spcPct val="0"/>
              </a:spcBef>
              <a:spcAft>
                <a:spcPct val="0"/>
              </a:spcAft>
              <a:defRPr sz="2000">
                <a:solidFill>
                  <a:srgbClr val="000000"/>
                </a:solidFill>
                <a:latin typeface="Arial" panose="020B0604020202020204" pitchFamily="34" charset="0"/>
              </a:defRPr>
            </a:lvl9pPr>
          </a:lstStyle>
          <a:p>
            <a:r>
              <a:rPr lang="es-ES" sz="2400"/>
              <a:t>Para 2:   R</a:t>
            </a:r>
            <a:r>
              <a:rPr lang="es-ES" sz="2400" baseline="-25000"/>
              <a:t>eq</a:t>
            </a:r>
            <a:r>
              <a:rPr lang="es-ES" sz="2400"/>
              <a:t> = R</a:t>
            </a:r>
            <a:r>
              <a:rPr lang="es-ES" sz="2400" baseline="-25000"/>
              <a:t>1</a:t>
            </a:r>
            <a:r>
              <a:rPr lang="es-ES" sz="2400"/>
              <a:t> x R</a:t>
            </a:r>
            <a:r>
              <a:rPr lang="es-ES" sz="2400" baseline="-25000"/>
              <a:t>2</a:t>
            </a:r>
            <a:r>
              <a:rPr lang="es-ES" sz="2400"/>
              <a:t> /(R</a:t>
            </a:r>
            <a:r>
              <a:rPr lang="es-ES" sz="2400" baseline="-25000"/>
              <a:t>1</a:t>
            </a:r>
            <a:r>
              <a:rPr lang="es-ES" sz="2400"/>
              <a:t> + R</a:t>
            </a:r>
            <a:r>
              <a:rPr lang="es-ES" sz="2400" baseline="-25000"/>
              <a:t>2</a:t>
            </a:r>
            <a:r>
              <a:rPr lang="es-ES" sz="2400"/>
              <a:t>)</a:t>
            </a:r>
          </a:p>
        </p:txBody>
      </p:sp>
      <p:grpSp>
        <p:nvGrpSpPr>
          <p:cNvPr id="12" name="Grupo 11"/>
          <p:cNvGrpSpPr>
            <a:grpSpLocks/>
          </p:cNvGrpSpPr>
          <p:nvPr/>
        </p:nvGrpSpPr>
        <p:grpSpPr bwMode="auto">
          <a:xfrm>
            <a:off x="5429365" y="3384369"/>
            <a:ext cx="4903913" cy="681037"/>
            <a:chOff x="5080835" y="3944938"/>
            <a:chExt cx="4904389" cy="681037"/>
          </a:xfrm>
        </p:grpSpPr>
        <p:sp>
          <p:nvSpPr>
            <p:cNvPr id="39949" name="Rectangle 9"/>
            <p:cNvSpPr>
              <a:spLocks noChangeArrowheads="1"/>
            </p:cNvSpPr>
            <p:nvPr/>
          </p:nvSpPr>
          <p:spPr bwMode="auto">
            <a:xfrm>
              <a:off x="5782749" y="3944938"/>
              <a:ext cx="2276475" cy="681037"/>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39950" name="Text Box 31"/>
            <p:cNvSpPr txBox="1">
              <a:spLocks noChangeArrowheads="1"/>
            </p:cNvSpPr>
            <p:nvPr/>
          </p:nvSpPr>
          <p:spPr bwMode="auto">
            <a:xfrm>
              <a:off x="8275638" y="4001199"/>
              <a:ext cx="170958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i = 1, 2, 3...</a:t>
              </a:r>
            </a:p>
          </p:txBody>
        </p:sp>
        <p:sp>
          <p:nvSpPr>
            <p:cNvPr id="39951" name="Text Box 10"/>
            <p:cNvSpPr txBox="1">
              <a:spLocks noChangeArrowheads="1"/>
            </p:cNvSpPr>
            <p:nvPr/>
          </p:nvSpPr>
          <p:spPr bwMode="auto">
            <a:xfrm>
              <a:off x="5080835" y="3989388"/>
              <a:ext cx="298890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Comic Sans MS" panose="030F0702030302020204" pitchFamily="66" charset="0"/>
                  <a:sym typeface="Symbol" panose="05050102010706020507" pitchFamily="18" charset="2"/>
                </a:rPr>
                <a:t>I</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 </a:t>
              </a:r>
              <a:r>
                <a:rPr lang="es-ES" sz="2400">
                  <a:solidFill>
                    <a:srgbClr val="000000"/>
                  </a:solidFill>
                  <a:latin typeface="Comic Sans MS" panose="030F0702030302020204" pitchFamily="66"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(R</a:t>
              </a:r>
              <a:r>
                <a:rPr lang="es-ES" sz="2400" baseline="-25000">
                  <a:solidFill>
                    <a:srgbClr val="000000"/>
                  </a:solidFill>
                  <a:latin typeface="Arial" panose="020B0604020202020204" pitchFamily="34" charset="0"/>
                  <a:sym typeface="Symbol" panose="05050102010706020507" pitchFamily="18" charset="2"/>
                </a:rPr>
                <a:t>eq</a:t>
              </a:r>
              <a:r>
                <a:rPr lang="es-ES" sz="2400">
                  <a:solidFill>
                    <a:srgbClr val="000000"/>
                  </a:solidFill>
                  <a:latin typeface="Arial" panose="020B0604020202020204" pitchFamily="34" charset="0"/>
                  <a:sym typeface="Symbol" panose="05050102010706020507" pitchFamily="18" charset="2"/>
                </a:rPr>
                <a:t> / R</a:t>
              </a:r>
              <a:r>
                <a:rPr lang="es-ES" sz="2400" baseline="-25000">
                  <a:solidFill>
                    <a:srgbClr val="000000"/>
                  </a:solidFill>
                  <a:latin typeface="Arial" panose="020B0604020202020204" pitchFamily="34"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a:t>
              </a:r>
              <a:endParaRPr lang="es-ES" sz="2400">
                <a:solidFill>
                  <a:srgbClr val="000000"/>
                </a:solidFill>
                <a:sym typeface="Symbol" panose="05050102010706020507" pitchFamily="18" charset="2"/>
              </a:endParaRPr>
            </a:p>
          </p:txBody>
        </p:sp>
      </p:grpSp>
      <p:sp>
        <p:nvSpPr>
          <p:cNvPr id="29" name="Text Box 34">
            <a:extLst>
              <a:ext uri="{FF2B5EF4-FFF2-40B4-BE49-F238E27FC236}">
                <a16:creationId xmlns:a16="http://schemas.microsoft.com/office/drawing/2014/main" id="{A773153F-6B0B-4AE8-9C43-127EEB553ACE}"/>
              </a:ext>
            </a:extLst>
          </p:cNvPr>
          <p:cNvSpPr txBox="1">
            <a:spLocks noChangeArrowheads="1"/>
          </p:cNvSpPr>
          <p:nvPr/>
        </p:nvSpPr>
        <p:spPr bwMode="auto">
          <a:xfrm>
            <a:off x="1307523" y="6431036"/>
            <a:ext cx="4963449" cy="500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lnSpc>
                <a:spcPts val="2600"/>
              </a:lnSpc>
              <a:spcBef>
                <a:spcPts val="0"/>
              </a:spcBef>
              <a:buFontTx/>
              <a:buNone/>
            </a:pPr>
            <a:r>
              <a:rPr lang="es-ES" sz="2400" dirty="0">
                <a:solidFill>
                  <a:srgbClr val="FF0000"/>
                </a:solidFill>
                <a:latin typeface="Arial" panose="020B0604020202020204" pitchFamily="34" charset="0"/>
              </a:rPr>
              <a:t>(le </a:t>
            </a:r>
            <a:r>
              <a:rPr lang="es-ES" sz="2400">
                <a:solidFill>
                  <a:srgbClr val="FF0000"/>
                </a:solidFill>
                <a:latin typeface="Arial" panose="020B0604020202020204" pitchFamily="34" charset="0"/>
              </a:rPr>
              <a:t>toca la fracción de </a:t>
            </a:r>
            <a:r>
              <a:rPr lang="es-ES" sz="2400" dirty="0">
                <a:solidFill>
                  <a:srgbClr val="FF0000"/>
                </a:solidFill>
                <a:latin typeface="Arial" panose="020B0604020202020204" pitchFamily="34" charset="0"/>
              </a:rPr>
              <a:t>R de la otra</a:t>
            </a:r>
            <a:r>
              <a:rPr lang="es-ES" sz="2400" dirty="0">
                <a:solidFill>
                  <a:srgbClr val="FF0000"/>
                </a:solidFill>
                <a:latin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14268135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p:tgtEl>
                                          <p:spTgt spid="13"/>
                                        </p:tgtEl>
                                        <p:attrNameLst>
                                          <p:attrName>ppt_y</p:attrName>
                                        </p:attrNameLst>
                                      </p:cBhvr>
                                      <p:tavLst>
                                        <p:tav tm="0">
                                          <p:val>
                                            <p:strVal val="#ppt_y-#ppt_h*1.125000"/>
                                          </p:val>
                                        </p:tav>
                                        <p:tav tm="100000">
                                          <p:val>
                                            <p:strVal val="#ppt_y"/>
                                          </p:val>
                                        </p:tav>
                                      </p:tavLst>
                                    </p:anim>
                                    <p:animEffect transition="in" filter="wipe(down)">
                                      <p:cBhvr>
                                        <p:cTn id="8" dur="500"/>
                                        <p:tgtEl>
                                          <p:spTgt spid="1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9961"/>
                                        </p:tgtEl>
                                        <p:attrNameLst>
                                          <p:attrName>style.visibility</p:attrName>
                                        </p:attrNameLst>
                                      </p:cBhvr>
                                      <p:to>
                                        <p:strVal val="visible"/>
                                      </p:to>
                                    </p:set>
                                    <p:anim calcmode="lin" valueType="num">
                                      <p:cBhvr additive="base">
                                        <p:cTn id="13" dur="500"/>
                                        <p:tgtEl>
                                          <p:spTgt spid="39961"/>
                                        </p:tgtEl>
                                        <p:attrNameLst>
                                          <p:attrName>ppt_y</p:attrName>
                                        </p:attrNameLst>
                                      </p:cBhvr>
                                      <p:tavLst>
                                        <p:tav tm="0">
                                          <p:val>
                                            <p:strVal val="#ppt_y+#ppt_h*1.125000"/>
                                          </p:val>
                                        </p:tav>
                                        <p:tav tm="100000">
                                          <p:val>
                                            <p:strVal val="#ppt_y"/>
                                          </p:val>
                                        </p:tav>
                                      </p:tavLst>
                                    </p:anim>
                                    <p:animEffect transition="in" filter="wipe(up)">
                                      <p:cBhvr>
                                        <p:cTn id="14" dur="500"/>
                                        <p:tgtEl>
                                          <p:spTgt spid="39961"/>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strips(downRight)">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9"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dissolve">
                                      <p:cBhvr>
                                        <p:cTn id="24" dur="500"/>
                                        <p:tgtEl>
                                          <p:spTgt spid="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p:tgtEl>
                                          <p:spTgt spid="10"/>
                                        </p:tgtEl>
                                        <p:attrNameLst>
                                          <p:attrName>ppt_y</p:attrName>
                                        </p:attrNameLst>
                                      </p:cBhvr>
                                      <p:tavLst>
                                        <p:tav tm="0">
                                          <p:val>
                                            <p:strVal val="#ppt_y+#ppt_h*1.125000"/>
                                          </p:val>
                                        </p:tav>
                                        <p:tav tm="100000">
                                          <p:val>
                                            <p:strVal val="#ppt_y"/>
                                          </p:val>
                                        </p:tav>
                                      </p:tavLst>
                                    </p:anim>
                                    <p:animEffect transition="in" filter="wipe(up)">
                                      <p:cBhvr>
                                        <p:cTn id="30" dur="500"/>
                                        <p:tgtEl>
                                          <p:spTgt spid="1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p:tgtEl>
                                          <p:spTgt spid="9"/>
                                        </p:tgtEl>
                                        <p:attrNameLst>
                                          <p:attrName>ppt_y</p:attrName>
                                        </p:attrNameLst>
                                      </p:cBhvr>
                                      <p:tavLst>
                                        <p:tav tm="0">
                                          <p:val>
                                            <p:strVal val="#ppt_y+#ppt_h*1.125000"/>
                                          </p:val>
                                        </p:tav>
                                        <p:tav tm="100000">
                                          <p:val>
                                            <p:strVal val="#ppt_y"/>
                                          </p:val>
                                        </p:tav>
                                      </p:tavLst>
                                    </p:anim>
                                    <p:animEffect transition="in" filter="wipe(up)">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9956"/>
                                        </p:tgtEl>
                                        <p:attrNameLst>
                                          <p:attrName>style.visibility</p:attrName>
                                        </p:attrNameLst>
                                      </p:cBhvr>
                                      <p:to>
                                        <p:strVal val="visible"/>
                                      </p:to>
                                    </p:set>
                                    <p:animEffect transition="in" filter="wipe(up)">
                                      <p:cBhvr>
                                        <p:cTn id="46" dur="500"/>
                                        <p:tgtEl>
                                          <p:spTgt spid="39956"/>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5"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blinds(vertical)">
                                      <p:cBhvr>
                                        <p:cTn id="51" dur="500"/>
                                        <p:tgtEl>
                                          <p:spTgt spid="11"/>
                                        </p:tgtEl>
                                      </p:cBhvr>
                                    </p:animEffect>
                                  </p:childTnLst>
                                </p:cTn>
                              </p:par>
                            </p:childTnLst>
                          </p:cTn>
                        </p:par>
                        <p:par>
                          <p:cTn id="52" fill="hold">
                            <p:stCondLst>
                              <p:cond delay="500"/>
                            </p:stCondLst>
                            <p:childTnLst>
                              <p:par>
                                <p:cTn id="53" presetID="12" presetClass="entr" presetSubtype="4" fill="hold" grpId="0" nodeType="afterEffect">
                                  <p:stCondLst>
                                    <p:cond delay="0"/>
                                  </p:stCondLst>
                                  <p:childTnLst>
                                    <p:set>
                                      <p:cBhvr>
                                        <p:cTn id="54" dur="1" fill="hold">
                                          <p:stCondLst>
                                            <p:cond delay="0"/>
                                          </p:stCondLst>
                                        </p:cTn>
                                        <p:tgtEl>
                                          <p:spTgt spid="39958"/>
                                        </p:tgtEl>
                                        <p:attrNameLst>
                                          <p:attrName>style.visibility</p:attrName>
                                        </p:attrNameLst>
                                      </p:cBhvr>
                                      <p:to>
                                        <p:strVal val="visible"/>
                                      </p:to>
                                    </p:set>
                                    <p:anim calcmode="lin" valueType="num">
                                      <p:cBhvr additive="base">
                                        <p:cTn id="55" dur="500"/>
                                        <p:tgtEl>
                                          <p:spTgt spid="39958"/>
                                        </p:tgtEl>
                                        <p:attrNameLst>
                                          <p:attrName>ppt_y</p:attrName>
                                        </p:attrNameLst>
                                      </p:cBhvr>
                                      <p:tavLst>
                                        <p:tav tm="0">
                                          <p:val>
                                            <p:strVal val="#ppt_y+#ppt_h*1.125000"/>
                                          </p:val>
                                        </p:tav>
                                        <p:tav tm="100000">
                                          <p:val>
                                            <p:strVal val="#ppt_y"/>
                                          </p:val>
                                        </p:tav>
                                      </p:tavLst>
                                    </p:anim>
                                    <p:animEffect transition="in" filter="wipe(up)">
                                      <p:cBhvr>
                                        <p:cTn id="56" dur="500"/>
                                        <p:tgtEl>
                                          <p:spTgt spid="3995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wipe(right)">
                                      <p:cBhvr>
                                        <p:cTn id="61" dur="500"/>
                                        <p:tgtEl>
                                          <p:spTgt spid="30"/>
                                        </p:tgtEl>
                                      </p:cBhvr>
                                    </p:animEffect>
                                  </p:childTnLst>
                                </p:cTn>
                              </p:par>
                            </p:childTnLst>
                          </p:cTn>
                        </p:par>
                        <p:par>
                          <p:cTn id="62" fill="hold">
                            <p:stCondLst>
                              <p:cond delay="500"/>
                            </p:stCondLst>
                            <p:childTnLst>
                              <p:par>
                                <p:cTn id="63" presetID="9" presetClass="entr" presetSubtype="0" fill="hold" nodeType="after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dissolve">
                                      <p:cBhvr>
                                        <p:cTn id="65" dur="500"/>
                                        <p:tgtEl>
                                          <p:spTgt spid="7"/>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4"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anim calcmode="lin" valueType="num">
                                      <p:cBhvr additive="base">
                                        <p:cTn id="70" dur="500"/>
                                        <p:tgtEl>
                                          <p:spTgt spid="29"/>
                                        </p:tgtEl>
                                        <p:attrNameLst>
                                          <p:attrName>ppt_y</p:attrName>
                                        </p:attrNameLst>
                                      </p:cBhvr>
                                      <p:tavLst>
                                        <p:tav tm="0">
                                          <p:val>
                                            <p:strVal val="#ppt_y+#ppt_h*1.125000"/>
                                          </p:val>
                                        </p:tav>
                                        <p:tav tm="100000">
                                          <p:val>
                                            <p:strVal val="#ppt_y"/>
                                          </p:val>
                                        </p:tav>
                                      </p:tavLst>
                                    </p:anim>
                                    <p:animEffect transition="in" filter="wipe(up)">
                                      <p:cBhvr>
                                        <p:cTn id="7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9961" grpId="0"/>
      <p:bldP spid="39956" grpId="0"/>
      <p:bldP spid="10" grpId="0"/>
      <p:bldP spid="11" grpId="0" animBg="1"/>
      <p:bldP spid="39958" grpId="0"/>
      <p:bldP spid="9" grpId="0" animBg="1"/>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41" name="Text Box 5"/>
          <p:cNvSpPr txBox="1">
            <a:spLocks noChangeArrowheads="1"/>
          </p:cNvSpPr>
          <p:nvPr/>
        </p:nvSpPr>
        <p:spPr bwMode="auto">
          <a:xfrm>
            <a:off x="1153599" y="4663846"/>
            <a:ext cx="913773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Para las </a:t>
            </a:r>
            <a:r>
              <a:rPr lang="es-ES" sz="2400" dirty="0">
                <a:solidFill>
                  <a:srgbClr val="3333FF"/>
                </a:solidFill>
                <a:latin typeface="Arial" panose="020B0604020202020204" pitchFamily="34" charset="0"/>
                <a:sym typeface="Symbol" panose="05050102010706020507" pitchFamily="18" charset="2"/>
              </a:rPr>
              <a:t>mismas resistencias </a:t>
            </a:r>
            <a:r>
              <a:rPr lang="es-ES" sz="2400" dirty="0">
                <a:solidFill>
                  <a:srgbClr val="000000"/>
                </a:solidFill>
                <a:latin typeface="Arial" panose="020B0604020202020204" pitchFamily="34" charset="0"/>
                <a:sym typeface="Symbol" panose="05050102010706020507" pitchFamily="18" charset="2"/>
              </a:rPr>
              <a:t>y para la </a:t>
            </a:r>
            <a:r>
              <a:rPr lang="es-ES" sz="2400" dirty="0">
                <a:solidFill>
                  <a:srgbClr val="3333FF"/>
                </a:solidFill>
                <a:latin typeface="Arial" panose="020B0604020202020204" pitchFamily="34" charset="0"/>
                <a:sym typeface="Symbol" panose="05050102010706020507" pitchFamily="18" charset="2"/>
              </a:rPr>
              <a:t>misma tensión aplicada</a:t>
            </a:r>
            <a:r>
              <a:rPr lang="es-ES" sz="2400" dirty="0">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a:t>
            </a:r>
          </a:p>
        </p:txBody>
      </p:sp>
      <p:sp>
        <p:nvSpPr>
          <p:cNvPr id="449625" name="Text Box 89"/>
          <p:cNvSpPr txBox="1">
            <a:spLocks noChangeArrowheads="1"/>
          </p:cNvSpPr>
          <p:nvPr/>
        </p:nvSpPr>
        <p:spPr bwMode="auto">
          <a:xfrm>
            <a:off x="1163230" y="1775550"/>
            <a:ext cx="9052553" cy="536549"/>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400" dirty="0">
                <a:latin typeface="Arial" panose="020B0604020202020204" pitchFamily="34" charset="0"/>
              </a:rPr>
              <a:t>Las </a:t>
            </a:r>
            <a:r>
              <a:rPr lang="es-ES" sz="2400" b="1" dirty="0">
                <a:solidFill>
                  <a:srgbClr val="008000"/>
                </a:solidFill>
                <a:latin typeface="Arial" panose="020B0604020202020204" pitchFamily="34" charset="0"/>
              </a:rPr>
              <a:t>bombillas</a:t>
            </a:r>
            <a:r>
              <a:rPr lang="es-ES" sz="2400" dirty="0">
                <a:latin typeface="Arial" panose="020B0604020202020204" pitchFamily="34" charset="0"/>
              </a:rPr>
              <a:t>, usualmente, y los </a:t>
            </a:r>
            <a:r>
              <a:rPr lang="es-ES" sz="2400" b="1" dirty="0">
                <a:solidFill>
                  <a:srgbClr val="008000"/>
                </a:solidFill>
                <a:latin typeface="Arial" panose="020B0604020202020204" pitchFamily="34" charset="0"/>
              </a:rPr>
              <a:t>enchufes</a:t>
            </a:r>
            <a:r>
              <a:rPr lang="es-ES" sz="2400" dirty="0">
                <a:latin typeface="Arial" panose="020B0604020202020204" pitchFamily="34" charset="0"/>
              </a:rPr>
              <a:t>, </a:t>
            </a:r>
            <a:r>
              <a:rPr lang="es-ES" sz="2400" dirty="0">
                <a:solidFill>
                  <a:srgbClr val="000000"/>
                </a:solidFill>
                <a:latin typeface="Arial" panose="020B0604020202020204" pitchFamily="34" charset="0"/>
              </a:rPr>
              <a:t>están </a:t>
            </a:r>
            <a:r>
              <a:rPr lang="es-ES" sz="2400" b="1" dirty="0">
                <a:solidFill>
                  <a:srgbClr val="FF0000"/>
                </a:solidFill>
                <a:latin typeface="Arial" panose="020B0604020202020204" pitchFamily="34" charset="0"/>
              </a:rPr>
              <a:t>en paralelo</a:t>
            </a:r>
            <a:endParaRPr lang="es-ES" sz="2400" dirty="0">
              <a:solidFill>
                <a:srgbClr val="000000"/>
              </a:solidFill>
              <a:latin typeface="Arial" panose="020B0604020202020204" pitchFamily="34" charset="0"/>
            </a:endParaRPr>
          </a:p>
        </p:txBody>
      </p:sp>
      <p:sp>
        <p:nvSpPr>
          <p:cNvPr id="449626" name="Text Box 90"/>
          <p:cNvSpPr txBox="1">
            <a:spLocks noChangeArrowheads="1"/>
          </p:cNvSpPr>
          <p:nvPr/>
        </p:nvSpPr>
        <p:spPr bwMode="auto">
          <a:xfrm>
            <a:off x="1295309" y="2298729"/>
            <a:ext cx="9247971" cy="905881"/>
          </a:xfrm>
          <a:prstGeom prst="rect">
            <a:avLst/>
          </a:prstGeom>
          <a:solidFill>
            <a:srgbClr val="FFFFFF"/>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Wingdings" panose="05000000000000000000" pitchFamily="2" charset="2"/>
              </a:rPr>
              <a:t></a:t>
            </a:r>
            <a:r>
              <a:rPr lang="es-ES" sz="2400" dirty="0">
                <a:solidFill>
                  <a:srgbClr val="000000"/>
                </a:solidFill>
                <a:latin typeface="Arial" panose="020B0604020202020204" pitchFamily="34" charset="0"/>
                <a:sym typeface="Symbol" panose="05050102010706020507" pitchFamily="18" charset="2"/>
              </a:rPr>
              <a:t> Si uno se desconecta o funde, es como una R , su </a:t>
            </a:r>
            <a:r>
              <a:rPr lang="es-ES" sz="2400" dirty="0">
                <a:solidFill>
                  <a:srgbClr val="000000"/>
                </a:solidFill>
                <a:latin typeface="Comic Sans MS" panose="030F0702030302020204" pitchFamily="66" charset="0"/>
                <a:sym typeface="Symbol" panose="05050102010706020507" pitchFamily="18" charset="2"/>
              </a:rPr>
              <a:t>I</a:t>
            </a:r>
            <a:r>
              <a:rPr lang="es-ES" sz="2400" dirty="0">
                <a:solidFill>
                  <a:srgbClr val="000000"/>
                </a:solidFill>
                <a:latin typeface="Arial" panose="020B0604020202020204" pitchFamily="34" charset="0"/>
                <a:sym typeface="Symbol" panose="05050102010706020507" pitchFamily="18" charset="2"/>
              </a:rPr>
              <a:t> es 0 para</a:t>
            </a:r>
          </a:p>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V  0, pero el resto funciona. En serie no, la </a:t>
            </a:r>
            <a:r>
              <a:rPr lang="es-ES" sz="2400" dirty="0" err="1">
                <a:solidFill>
                  <a:srgbClr val="000000"/>
                </a:solidFill>
                <a:latin typeface="Arial" panose="020B0604020202020204" pitchFamily="34" charset="0"/>
                <a:sym typeface="Symbol" panose="05050102010706020507" pitchFamily="18" charset="2"/>
              </a:rPr>
              <a:t>R</a:t>
            </a:r>
            <a:r>
              <a:rPr lang="es-ES" sz="2400" baseline="-25000" dirty="0" err="1">
                <a:solidFill>
                  <a:srgbClr val="000000"/>
                </a:solidFill>
                <a:latin typeface="Arial" panose="020B0604020202020204" pitchFamily="34" charset="0"/>
                <a:sym typeface="Symbol" panose="05050102010706020507" pitchFamily="18" charset="2"/>
              </a:rPr>
              <a:t>eq</a:t>
            </a:r>
            <a:r>
              <a:rPr lang="es-ES" sz="2400" dirty="0">
                <a:solidFill>
                  <a:srgbClr val="000000"/>
                </a:solidFill>
                <a:latin typeface="Arial" panose="020B0604020202020204" pitchFamily="34" charset="0"/>
                <a:sym typeface="Symbol" panose="05050102010706020507" pitchFamily="18" charset="2"/>
              </a:rPr>
              <a:t> es  e </a:t>
            </a:r>
            <a:r>
              <a:rPr lang="es-ES" sz="2400" dirty="0">
                <a:solidFill>
                  <a:srgbClr val="000000"/>
                </a:solidFill>
                <a:latin typeface="Comic Sans MS" panose="030F0702030302020204" pitchFamily="66" charset="0"/>
                <a:sym typeface="Symbol" panose="05050102010706020507" pitchFamily="18" charset="2"/>
              </a:rPr>
              <a:t>I = 0</a:t>
            </a:r>
            <a:endParaRPr lang="es-ES" sz="2400" dirty="0">
              <a:solidFill>
                <a:srgbClr val="000000"/>
              </a:solidFill>
              <a:latin typeface="Arial" panose="020B0604020202020204" pitchFamily="34" charset="0"/>
              <a:sym typeface="Symbol" panose="05050102010706020507" pitchFamily="18" charset="2"/>
            </a:endParaRPr>
          </a:p>
        </p:txBody>
      </p:sp>
      <p:sp>
        <p:nvSpPr>
          <p:cNvPr id="449627" name="Text Box 91"/>
          <p:cNvSpPr txBox="1">
            <a:spLocks noChangeArrowheads="1"/>
          </p:cNvSpPr>
          <p:nvPr/>
        </p:nvSpPr>
        <p:spPr bwMode="auto">
          <a:xfrm>
            <a:off x="1292634" y="3270353"/>
            <a:ext cx="9247971" cy="1275213"/>
          </a:xfrm>
          <a:prstGeom prst="rect">
            <a:avLst/>
          </a:prstGeom>
          <a:solidFill>
            <a:srgbClr val="FFFFFF"/>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Wingdings" panose="05000000000000000000" pitchFamily="2" charset="2"/>
              </a:rPr>
              <a:t></a:t>
            </a:r>
            <a:r>
              <a:rPr lang="es-ES" sz="2400" dirty="0">
                <a:solidFill>
                  <a:srgbClr val="000000"/>
                </a:solidFill>
                <a:latin typeface="Arial" panose="020B0604020202020204" pitchFamily="34" charset="0"/>
                <a:sym typeface="Symbol" panose="05050102010706020507" pitchFamily="18" charset="2"/>
              </a:rPr>
              <a:t> En paralelo el V, </a:t>
            </a:r>
            <a:r>
              <a:rPr lang="es-ES" sz="2400" dirty="0">
                <a:solidFill>
                  <a:srgbClr val="000000"/>
                </a:solidFill>
                <a:latin typeface="Comic Sans MS" panose="030F0702030302020204" pitchFamily="66" charset="0"/>
                <a:sym typeface="Symbol" panose="05050102010706020507" pitchFamily="18" charset="2"/>
              </a:rPr>
              <a:t>I</a:t>
            </a:r>
            <a:r>
              <a:rPr lang="es-ES" sz="2400" dirty="0">
                <a:solidFill>
                  <a:srgbClr val="000000"/>
                </a:solidFill>
                <a:latin typeface="Arial" panose="020B0604020202020204" pitchFamily="34" charset="0"/>
                <a:sym typeface="Symbol" panose="05050102010706020507" pitchFamily="18" charset="2"/>
              </a:rPr>
              <a:t> y P de cada elemento no depende del resto, </a:t>
            </a:r>
          </a:p>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en serie sí (en una habitación se notaría lo que pasa en otra si</a:t>
            </a:r>
          </a:p>
          <a:p>
            <a:pPr eaLnBrk="1" hangingPunct="1">
              <a:spcBef>
                <a:spcPts val="0"/>
              </a:spcBef>
              <a:buFontTx/>
              <a:buNone/>
            </a:pPr>
            <a:r>
              <a:rPr lang="es-ES" sz="2400" dirty="0">
                <a:solidFill>
                  <a:srgbClr val="000000"/>
                </a:solidFill>
                <a:latin typeface="Arial" panose="020B0604020202020204" pitchFamily="34" charset="0"/>
                <a:sym typeface="Symbol" panose="05050102010706020507" pitchFamily="18" charset="2"/>
              </a:rPr>
              <a:t>   se sustituye esa otra por un cable: habría más luz)</a:t>
            </a:r>
          </a:p>
        </p:txBody>
      </p:sp>
      <p:grpSp>
        <p:nvGrpSpPr>
          <p:cNvPr id="4" name="Group 95"/>
          <p:cNvGrpSpPr>
            <a:grpSpLocks/>
          </p:cNvGrpSpPr>
          <p:nvPr/>
        </p:nvGrpSpPr>
        <p:grpSpPr bwMode="auto">
          <a:xfrm>
            <a:off x="1465086" y="5365390"/>
            <a:ext cx="3587750" cy="1330325"/>
            <a:chOff x="1139" y="3588"/>
            <a:chExt cx="2260" cy="838"/>
          </a:xfrm>
        </p:grpSpPr>
        <p:sp>
          <p:nvSpPr>
            <p:cNvPr id="42056" name="Text Box 8"/>
            <p:cNvSpPr txBox="1">
              <a:spLocks noChangeArrowheads="1"/>
            </p:cNvSpPr>
            <p:nvPr/>
          </p:nvSpPr>
          <p:spPr bwMode="auto">
            <a:xfrm>
              <a:off x="1139" y="3588"/>
              <a:ext cx="2259" cy="384"/>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R</a:t>
              </a:r>
              <a:r>
                <a:rPr lang="es-ES" sz="2400" b="1" baseline="-25000">
                  <a:solidFill>
                    <a:srgbClr val="000000"/>
                  </a:solidFill>
                  <a:latin typeface="Arial" panose="020B0604020202020204" pitchFamily="34" charset="0"/>
                </a:rPr>
                <a:t>EQ(PARALELO)</a:t>
              </a:r>
              <a:r>
                <a:rPr lang="es-ES" sz="2400" b="1">
                  <a:solidFill>
                    <a:srgbClr val="000000"/>
                  </a:solidFill>
                  <a:latin typeface="Arial" panose="020B0604020202020204" pitchFamily="34" charset="0"/>
                </a:rPr>
                <a:t> &lt; R</a:t>
              </a:r>
              <a:r>
                <a:rPr lang="es-ES" sz="2400" b="1" baseline="-25000">
                  <a:solidFill>
                    <a:srgbClr val="000000"/>
                  </a:solidFill>
                  <a:latin typeface="Arial" panose="020B0604020202020204" pitchFamily="34" charset="0"/>
                </a:rPr>
                <a:t>EQ(SERIE)</a:t>
              </a:r>
              <a:endParaRPr lang="es-ES" sz="2400" b="1">
                <a:solidFill>
                  <a:srgbClr val="000000"/>
                </a:solidFill>
                <a:latin typeface="Arial" panose="020B0604020202020204" pitchFamily="34" charset="0"/>
              </a:endParaRPr>
            </a:p>
          </p:txBody>
        </p:sp>
        <p:sp>
          <p:nvSpPr>
            <p:cNvPr id="42057" name="Text Box 92"/>
            <p:cNvSpPr txBox="1">
              <a:spLocks noChangeArrowheads="1"/>
            </p:cNvSpPr>
            <p:nvPr/>
          </p:nvSpPr>
          <p:spPr bwMode="auto">
            <a:xfrm>
              <a:off x="1142" y="4046"/>
              <a:ext cx="2257" cy="380"/>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G</a:t>
              </a:r>
              <a:r>
                <a:rPr lang="es-ES" sz="2400" b="1" baseline="-25000">
                  <a:solidFill>
                    <a:srgbClr val="000000"/>
                  </a:solidFill>
                  <a:latin typeface="Arial" panose="020B0604020202020204" pitchFamily="34" charset="0"/>
                </a:rPr>
                <a:t>EQ(PARALELO)</a:t>
              </a:r>
              <a:r>
                <a:rPr lang="es-ES" sz="2400" b="1">
                  <a:solidFill>
                    <a:srgbClr val="000000"/>
                  </a:solidFill>
                  <a:latin typeface="Arial" panose="020B0604020202020204" pitchFamily="34" charset="0"/>
                </a:rPr>
                <a:t> &gt; G</a:t>
              </a:r>
              <a:r>
                <a:rPr lang="es-ES" sz="2400" b="1" baseline="-25000">
                  <a:solidFill>
                    <a:srgbClr val="000000"/>
                  </a:solidFill>
                  <a:latin typeface="Arial" panose="020B0604020202020204" pitchFamily="34" charset="0"/>
                </a:rPr>
                <a:t>EQ(SERIE)</a:t>
              </a:r>
              <a:endParaRPr lang="es-ES" sz="2400" b="1">
                <a:solidFill>
                  <a:srgbClr val="000000"/>
                </a:solidFill>
                <a:latin typeface="Arial" panose="020B0604020202020204" pitchFamily="34" charset="0"/>
              </a:endParaRPr>
            </a:p>
          </p:txBody>
        </p:sp>
      </p:grpSp>
      <p:grpSp>
        <p:nvGrpSpPr>
          <p:cNvPr id="17" name="Group 111"/>
          <p:cNvGrpSpPr>
            <a:grpSpLocks/>
          </p:cNvGrpSpPr>
          <p:nvPr/>
        </p:nvGrpSpPr>
        <p:grpSpPr bwMode="auto">
          <a:xfrm>
            <a:off x="7470598" y="5334254"/>
            <a:ext cx="2681288" cy="1374775"/>
            <a:chOff x="4778" y="3556"/>
            <a:chExt cx="1689" cy="866"/>
          </a:xfrm>
        </p:grpSpPr>
        <p:sp>
          <p:nvSpPr>
            <p:cNvPr id="42001" name="Text Box 6"/>
            <p:cNvSpPr txBox="1">
              <a:spLocks noChangeArrowheads="1"/>
            </p:cNvSpPr>
            <p:nvPr/>
          </p:nvSpPr>
          <p:spPr bwMode="auto">
            <a:xfrm>
              <a:off x="4788" y="4038"/>
              <a:ext cx="1679" cy="384"/>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latin typeface="Arial" panose="020B0604020202020204" pitchFamily="34" charset="0"/>
                </a:rPr>
                <a:t>P</a:t>
              </a:r>
              <a:r>
                <a:rPr lang="es-ES" sz="2400" b="1" baseline="-25000">
                  <a:latin typeface="Arial" panose="020B0604020202020204" pitchFamily="34" charset="0"/>
                </a:rPr>
                <a:t>PARALELO</a:t>
              </a:r>
              <a:r>
                <a:rPr lang="es-ES" sz="2400" b="1">
                  <a:latin typeface="Arial" panose="020B0604020202020204" pitchFamily="34" charset="0"/>
                </a:rPr>
                <a:t> &gt; P</a:t>
              </a:r>
              <a:r>
                <a:rPr lang="es-ES" sz="2400" b="1" baseline="-25000">
                  <a:latin typeface="Arial" panose="020B0604020202020204" pitchFamily="34" charset="0"/>
                </a:rPr>
                <a:t>SERIE</a:t>
              </a:r>
              <a:endParaRPr lang="es-ES" sz="2400" b="1">
                <a:latin typeface="Arial" panose="020B0604020202020204" pitchFamily="34" charset="0"/>
              </a:endParaRPr>
            </a:p>
          </p:txBody>
        </p:sp>
        <p:sp>
          <p:nvSpPr>
            <p:cNvPr id="42002" name="Text Box 7"/>
            <p:cNvSpPr txBox="1">
              <a:spLocks noChangeArrowheads="1"/>
            </p:cNvSpPr>
            <p:nvPr/>
          </p:nvSpPr>
          <p:spPr bwMode="auto">
            <a:xfrm>
              <a:off x="4778" y="3556"/>
              <a:ext cx="1687" cy="384"/>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b="1">
                  <a:latin typeface="Comic Sans MS" panose="030F0702030302020204" pitchFamily="66" charset="0"/>
                </a:rPr>
                <a:t>I</a:t>
              </a:r>
              <a:r>
                <a:rPr lang="es-ES" sz="2400" b="1" baseline="-25000">
                  <a:latin typeface="Arial" panose="020B0604020202020204" pitchFamily="34" charset="0"/>
                </a:rPr>
                <a:t>PARALELO</a:t>
              </a:r>
              <a:r>
                <a:rPr lang="es-ES" sz="2400" b="1">
                  <a:latin typeface="Arial" panose="020B0604020202020204" pitchFamily="34" charset="0"/>
                </a:rPr>
                <a:t> &gt; </a:t>
              </a:r>
              <a:r>
                <a:rPr lang="es-ES" sz="2400" b="1">
                  <a:latin typeface="Comic Sans MS" panose="030F0702030302020204" pitchFamily="66" charset="0"/>
                </a:rPr>
                <a:t>I</a:t>
              </a:r>
              <a:r>
                <a:rPr lang="es-ES" sz="2400" b="1" baseline="-25000">
                  <a:latin typeface="Arial" panose="020B0604020202020204" pitchFamily="34" charset="0"/>
                </a:rPr>
                <a:t>SERIE</a:t>
              </a:r>
              <a:endParaRPr lang="es-ES" sz="2400" b="1">
                <a:latin typeface="Arial" panose="020B0604020202020204" pitchFamily="34" charset="0"/>
              </a:endParaRPr>
            </a:p>
          </p:txBody>
        </p:sp>
      </p:grpSp>
      <p:grpSp>
        <p:nvGrpSpPr>
          <p:cNvPr id="18" name="Group 110"/>
          <p:cNvGrpSpPr>
            <a:grpSpLocks/>
          </p:cNvGrpSpPr>
          <p:nvPr/>
        </p:nvGrpSpPr>
        <p:grpSpPr bwMode="auto">
          <a:xfrm>
            <a:off x="5363986" y="5458079"/>
            <a:ext cx="1820862" cy="1227138"/>
            <a:chOff x="3451" y="3634"/>
            <a:chExt cx="1147" cy="773"/>
          </a:xfrm>
        </p:grpSpPr>
        <p:sp>
          <p:nvSpPr>
            <p:cNvPr id="41998" name="Text Box 108"/>
            <p:cNvSpPr txBox="1">
              <a:spLocks noChangeArrowheads="1"/>
            </p:cNvSpPr>
            <p:nvPr/>
          </p:nvSpPr>
          <p:spPr bwMode="auto">
            <a:xfrm>
              <a:off x="3566" y="3634"/>
              <a:ext cx="74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rPr>
                <a:t>V = R I</a:t>
              </a:r>
            </a:p>
          </p:txBody>
        </p:sp>
        <p:sp>
          <p:nvSpPr>
            <p:cNvPr id="41999" name="Text Box 109"/>
            <p:cNvSpPr txBox="1">
              <a:spLocks noChangeArrowheads="1"/>
            </p:cNvSpPr>
            <p:nvPr/>
          </p:nvSpPr>
          <p:spPr bwMode="auto">
            <a:xfrm>
              <a:off x="3520" y="4069"/>
              <a:ext cx="85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rPr>
                <a:t>P = V</a:t>
              </a:r>
              <a:r>
                <a:rPr lang="es-ES" sz="2400" baseline="30000">
                  <a:solidFill>
                    <a:srgbClr val="000000"/>
                  </a:solidFill>
                  <a:latin typeface="Comic Sans MS" panose="030F0702030302020204" pitchFamily="66" charset="0"/>
                </a:rPr>
                <a:t>2</a:t>
              </a:r>
              <a:r>
                <a:rPr lang="es-ES" sz="2400">
                  <a:solidFill>
                    <a:srgbClr val="000000"/>
                  </a:solidFill>
                  <a:latin typeface="Comic Sans MS" panose="030F0702030302020204" pitchFamily="66" charset="0"/>
                </a:rPr>
                <a:t>/R</a:t>
              </a:r>
            </a:p>
          </p:txBody>
        </p:sp>
        <p:sp>
          <p:nvSpPr>
            <p:cNvPr id="42000" name="AutoShape 104"/>
            <p:cNvSpPr>
              <a:spLocks noChangeArrowheads="1"/>
            </p:cNvSpPr>
            <p:nvPr/>
          </p:nvSpPr>
          <p:spPr bwMode="auto">
            <a:xfrm>
              <a:off x="3451" y="3831"/>
              <a:ext cx="1147" cy="349"/>
            </a:xfrm>
            <a:prstGeom prst="rightArrow">
              <a:avLst>
                <a:gd name="adj1" fmla="val 39259"/>
                <a:gd name="adj2" fmla="val 57590"/>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2" name="Grupo 1"/>
          <p:cNvGrpSpPr/>
          <p:nvPr/>
        </p:nvGrpSpPr>
        <p:grpSpPr>
          <a:xfrm>
            <a:off x="1652806" y="323501"/>
            <a:ext cx="8054200" cy="1163969"/>
            <a:chOff x="1652806" y="393074"/>
            <a:chExt cx="8054200" cy="1163969"/>
          </a:xfrm>
        </p:grpSpPr>
        <p:sp>
          <p:nvSpPr>
            <p:cNvPr id="42003" name="Line 24"/>
            <p:cNvSpPr>
              <a:spLocks noChangeShapeType="1"/>
            </p:cNvSpPr>
            <p:nvPr/>
          </p:nvSpPr>
          <p:spPr bwMode="auto">
            <a:xfrm flipV="1">
              <a:off x="6392306" y="926447"/>
              <a:ext cx="331470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90000" tIns="46800" rIns="90000" bIns="46800" anchor="ctr" anchorCtr="1">
              <a:spAutoFit/>
            </a:bodyPr>
            <a:lstStyle/>
            <a:p>
              <a:endParaRPr lang="es-ES"/>
            </a:p>
          </p:txBody>
        </p:sp>
        <p:sp>
          <p:nvSpPr>
            <p:cNvPr id="42036" name="Line 26"/>
            <p:cNvSpPr>
              <a:spLocks noChangeShapeType="1"/>
            </p:cNvSpPr>
            <p:nvPr/>
          </p:nvSpPr>
          <p:spPr bwMode="auto">
            <a:xfrm>
              <a:off x="6405006" y="1507472"/>
              <a:ext cx="330200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90000" tIns="46800" rIns="90000" bIns="46800" anchor="ctr" anchorCtr="1">
              <a:spAutoFit/>
            </a:bodyPr>
            <a:lstStyle/>
            <a:p>
              <a:endParaRPr lang="es-ES"/>
            </a:p>
          </p:txBody>
        </p:sp>
        <p:grpSp>
          <p:nvGrpSpPr>
            <p:cNvPr id="42037" name="Group 27"/>
            <p:cNvGrpSpPr>
              <a:grpSpLocks/>
            </p:cNvGrpSpPr>
            <p:nvPr/>
          </p:nvGrpSpPr>
          <p:grpSpPr bwMode="auto">
            <a:xfrm rot="16200000">
              <a:off x="7024131" y="1004235"/>
              <a:ext cx="482600" cy="442913"/>
              <a:chOff x="6388" y="2530"/>
              <a:chExt cx="453" cy="453"/>
            </a:xfrm>
          </p:grpSpPr>
          <p:sp>
            <p:nvSpPr>
              <p:cNvPr id="42053" name="Oval 28"/>
              <p:cNvSpPr>
                <a:spLocks noChangeArrowheads="1"/>
              </p:cNvSpPr>
              <p:nvPr/>
            </p:nvSpPr>
            <p:spPr bwMode="auto">
              <a:xfrm>
                <a:off x="6388" y="2530"/>
                <a:ext cx="453" cy="453"/>
              </a:xfrm>
              <a:prstGeom prst="ellipse">
                <a:avLst/>
              </a:prstGeom>
              <a:solidFill>
                <a:srgbClr val="FFFFFF"/>
              </a:solidFill>
              <a:ln w="25400">
                <a:solidFill>
                  <a:schemeClr val="tx1"/>
                </a:solidFill>
                <a:round/>
                <a:headEnd/>
                <a:tailEnd/>
              </a:ln>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54" name="Line 29"/>
              <p:cNvSpPr>
                <a:spLocks noChangeShapeType="1"/>
              </p:cNvSpPr>
              <p:nvPr/>
            </p:nvSpPr>
            <p:spPr bwMode="auto">
              <a:xfrm>
                <a:off x="6442" y="2612"/>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055" name="Line 30"/>
              <p:cNvSpPr>
                <a:spLocks noChangeShapeType="1"/>
              </p:cNvSpPr>
              <p:nvPr/>
            </p:nvSpPr>
            <p:spPr bwMode="auto">
              <a:xfrm flipV="1">
                <a:off x="6458" y="2608"/>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2038" name="Oval 31"/>
            <p:cNvSpPr>
              <a:spLocks noChangeArrowheads="1"/>
            </p:cNvSpPr>
            <p:nvPr/>
          </p:nvSpPr>
          <p:spPr bwMode="auto">
            <a:xfrm rot="16200000">
              <a:off x="7230506" y="885172"/>
              <a:ext cx="96837" cy="88900"/>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39" name="Oval 32"/>
            <p:cNvSpPr>
              <a:spLocks noChangeArrowheads="1"/>
            </p:cNvSpPr>
            <p:nvPr/>
          </p:nvSpPr>
          <p:spPr bwMode="auto">
            <a:xfrm rot="16200000">
              <a:off x="7230506" y="1459847"/>
              <a:ext cx="96837" cy="88900"/>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42040" name="Group 33"/>
            <p:cNvGrpSpPr>
              <a:grpSpLocks/>
            </p:cNvGrpSpPr>
            <p:nvPr/>
          </p:nvGrpSpPr>
          <p:grpSpPr bwMode="auto">
            <a:xfrm rot="16200000">
              <a:off x="7930593" y="1005822"/>
              <a:ext cx="482600" cy="441325"/>
              <a:chOff x="6388" y="2530"/>
              <a:chExt cx="453" cy="453"/>
            </a:xfrm>
          </p:grpSpPr>
          <p:sp>
            <p:nvSpPr>
              <p:cNvPr id="42050" name="Oval 34"/>
              <p:cNvSpPr>
                <a:spLocks noChangeArrowheads="1"/>
              </p:cNvSpPr>
              <p:nvPr/>
            </p:nvSpPr>
            <p:spPr bwMode="auto">
              <a:xfrm>
                <a:off x="6388" y="2530"/>
                <a:ext cx="453" cy="453"/>
              </a:xfrm>
              <a:prstGeom prst="ellipse">
                <a:avLst/>
              </a:prstGeom>
              <a:solidFill>
                <a:srgbClr val="FFFFFF"/>
              </a:solidFill>
              <a:ln w="25400">
                <a:solidFill>
                  <a:schemeClr val="tx1"/>
                </a:solidFill>
                <a:round/>
                <a:headEnd/>
                <a:tailEnd/>
              </a:ln>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51" name="Line 35"/>
              <p:cNvSpPr>
                <a:spLocks noChangeShapeType="1"/>
              </p:cNvSpPr>
              <p:nvPr/>
            </p:nvSpPr>
            <p:spPr bwMode="auto">
              <a:xfrm>
                <a:off x="6442" y="2612"/>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052" name="Line 36"/>
              <p:cNvSpPr>
                <a:spLocks noChangeShapeType="1"/>
              </p:cNvSpPr>
              <p:nvPr/>
            </p:nvSpPr>
            <p:spPr bwMode="auto">
              <a:xfrm flipV="1">
                <a:off x="6458" y="2608"/>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2041" name="Oval 37"/>
            <p:cNvSpPr>
              <a:spLocks noChangeArrowheads="1"/>
            </p:cNvSpPr>
            <p:nvPr/>
          </p:nvSpPr>
          <p:spPr bwMode="auto">
            <a:xfrm rot="16200000">
              <a:off x="8138556" y="885172"/>
              <a:ext cx="96837" cy="88900"/>
            </a:xfrm>
            <a:prstGeom prst="ellipse">
              <a:avLst/>
            </a:prstGeom>
            <a:solidFill>
              <a:srgbClr val="000000"/>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42" name="Oval 38"/>
            <p:cNvSpPr>
              <a:spLocks noChangeArrowheads="1"/>
            </p:cNvSpPr>
            <p:nvPr/>
          </p:nvSpPr>
          <p:spPr bwMode="auto">
            <a:xfrm rot="16200000">
              <a:off x="8138556" y="1459847"/>
              <a:ext cx="96837" cy="88900"/>
            </a:xfrm>
            <a:prstGeom prst="ellipse">
              <a:avLst/>
            </a:prstGeom>
            <a:solidFill>
              <a:srgbClr val="000000"/>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42043" name="Group 39"/>
            <p:cNvGrpSpPr>
              <a:grpSpLocks/>
            </p:cNvGrpSpPr>
            <p:nvPr/>
          </p:nvGrpSpPr>
          <p:grpSpPr bwMode="auto">
            <a:xfrm rot="16200000">
              <a:off x="8813244" y="1005822"/>
              <a:ext cx="482600" cy="441325"/>
              <a:chOff x="6388" y="2530"/>
              <a:chExt cx="453" cy="453"/>
            </a:xfrm>
          </p:grpSpPr>
          <p:sp>
            <p:nvSpPr>
              <p:cNvPr id="42047" name="Oval 40"/>
              <p:cNvSpPr>
                <a:spLocks noChangeArrowheads="1"/>
              </p:cNvSpPr>
              <p:nvPr/>
            </p:nvSpPr>
            <p:spPr bwMode="auto">
              <a:xfrm>
                <a:off x="6388" y="2530"/>
                <a:ext cx="453" cy="453"/>
              </a:xfrm>
              <a:prstGeom prst="ellipse">
                <a:avLst/>
              </a:prstGeom>
              <a:solidFill>
                <a:srgbClr val="FFFFFF"/>
              </a:solidFill>
              <a:ln w="25400">
                <a:solidFill>
                  <a:schemeClr val="tx1"/>
                </a:solidFill>
                <a:round/>
                <a:headEnd/>
                <a:tailEnd/>
              </a:ln>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48" name="Line 41"/>
              <p:cNvSpPr>
                <a:spLocks noChangeShapeType="1"/>
              </p:cNvSpPr>
              <p:nvPr/>
            </p:nvSpPr>
            <p:spPr bwMode="auto">
              <a:xfrm>
                <a:off x="6442" y="2612"/>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049" name="Line 42"/>
              <p:cNvSpPr>
                <a:spLocks noChangeShapeType="1"/>
              </p:cNvSpPr>
              <p:nvPr/>
            </p:nvSpPr>
            <p:spPr bwMode="auto">
              <a:xfrm flipV="1">
                <a:off x="6458" y="2608"/>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2044" name="Oval 43"/>
            <p:cNvSpPr>
              <a:spLocks noChangeArrowheads="1"/>
            </p:cNvSpPr>
            <p:nvPr/>
          </p:nvSpPr>
          <p:spPr bwMode="auto">
            <a:xfrm rot="16200000">
              <a:off x="9021206" y="885172"/>
              <a:ext cx="96837" cy="88900"/>
            </a:xfrm>
            <a:prstGeom prst="ellipse">
              <a:avLst/>
            </a:prstGeom>
            <a:solidFill>
              <a:srgbClr val="000000"/>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45" name="Oval 44"/>
            <p:cNvSpPr>
              <a:spLocks noChangeArrowheads="1"/>
            </p:cNvSpPr>
            <p:nvPr/>
          </p:nvSpPr>
          <p:spPr bwMode="auto">
            <a:xfrm rot="16200000">
              <a:off x="9021206" y="1459847"/>
              <a:ext cx="96837" cy="88900"/>
            </a:xfrm>
            <a:prstGeom prst="ellipse">
              <a:avLst/>
            </a:prstGeom>
            <a:solidFill>
              <a:srgbClr val="000000"/>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46" name="Text Box 45"/>
            <p:cNvSpPr txBox="1">
              <a:spLocks noChangeArrowheads="1"/>
            </p:cNvSpPr>
            <p:nvPr/>
          </p:nvSpPr>
          <p:spPr bwMode="auto">
            <a:xfrm>
              <a:off x="6241493" y="1002647"/>
              <a:ext cx="3175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6535" tIns="39797" rIns="76535" bIns="39797" anchorCtr="1">
              <a:spAutoFit/>
            </a:bodyPr>
            <a:lstStyle>
              <a:lvl1pPr defTabSz="777875">
                <a:spcBef>
                  <a:spcPct val="20000"/>
                </a:spcBef>
                <a:buChar char="•"/>
                <a:defRPr sz="3600">
                  <a:solidFill>
                    <a:schemeClr val="tx1"/>
                  </a:solidFill>
                  <a:latin typeface="Times New Roman" panose="02020603050405020304" pitchFamily="18" charset="0"/>
                </a:defRPr>
              </a:lvl1pPr>
              <a:lvl2pPr marL="742950" indent="-285750" defTabSz="777875">
                <a:spcBef>
                  <a:spcPct val="20000"/>
                </a:spcBef>
                <a:buChar char="–"/>
                <a:defRPr sz="3200">
                  <a:solidFill>
                    <a:schemeClr val="tx1"/>
                  </a:solidFill>
                  <a:latin typeface="Times New Roman" panose="02020603050405020304" pitchFamily="18" charset="0"/>
                </a:defRPr>
              </a:lvl2pPr>
              <a:lvl3pPr marL="1143000" indent="-228600" defTabSz="777875">
                <a:spcBef>
                  <a:spcPct val="20000"/>
                </a:spcBef>
                <a:buChar char="•"/>
                <a:defRPr sz="2700">
                  <a:solidFill>
                    <a:schemeClr val="tx1"/>
                  </a:solidFill>
                  <a:latin typeface="Times New Roman" panose="02020603050405020304" pitchFamily="18" charset="0"/>
                </a:defRPr>
              </a:lvl3pPr>
              <a:lvl4pPr marL="1600200" indent="-228600" defTabSz="777875">
                <a:spcBef>
                  <a:spcPct val="20000"/>
                </a:spcBef>
                <a:buChar char="–"/>
                <a:defRPr sz="2300">
                  <a:solidFill>
                    <a:schemeClr val="tx1"/>
                  </a:solidFill>
                  <a:latin typeface="Times New Roman" panose="02020603050405020304" pitchFamily="18" charset="0"/>
                </a:defRPr>
              </a:lvl4pPr>
              <a:lvl5pPr marL="2057400" indent="-228600" defTabSz="777875">
                <a:spcBef>
                  <a:spcPct val="20000"/>
                </a:spcBef>
                <a:buChar char="»"/>
                <a:defRPr sz="2300">
                  <a:solidFill>
                    <a:schemeClr val="tx1"/>
                  </a:solidFill>
                  <a:latin typeface="Times New Roman" panose="02020603050405020304" pitchFamily="18" charset="0"/>
                </a:defRPr>
              </a:lvl5pPr>
              <a:lvl6pPr marL="25146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a:solidFill>
                    <a:srgbClr val="FF3300"/>
                  </a:solidFill>
                  <a:latin typeface="Comic Sans MS" panose="030F0702030302020204" pitchFamily="66" charset="0"/>
                </a:rPr>
                <a:t>V</a:t>
              </a:r>
            </a:p>
          </p:txBody>
        </p:sp>
        <p:grpSp>
          <p:nvGrpSpPr>
            <p:cNvPr id="42009" name="Group 47"/>
            <p:cNvGrpSpPr>
              <a:grpSpLocks/>
            </p:cNvGrpSpPr>
            <p:nvPr/>
          </p:nvGrpSpPr>
          <p:grpSpPr bwMode="auto">
            <a:xfrm>
              <a:off x="2354481" y="689653"/>
              <a:ext cx="612775" cy="484187"/>
              <a:chOff x="2436" y="2060"/>
              <a:chExt cx="472" cy="340"/>
            </a:xfrm>
          </p:grpSpPr>
          <p:grpSp>
            <p:nvGrpSpPr>
              <p:cNvPr id="42030" name="Group 48"/>
              <p:cNvGrpSpPr>
                <a:grpSpLocks/>
              </p:cNvGrpSpPr>
              <p:nvPr/>
            </p:nvGrpSpPr>
            <p:grpSpPr bwMode="auto">
              <a:xfrm>
                <a:off x="2496" y="2060"/>
                <a:ext cx="340" cy="340"/>
                <a:chOff x="6388" y="2530"/>
                <a:chExt cx="453" cy="453"/>
              </a:xfrm>
            </p:grpSpPr>
            <p:sp>
              <p:nvSpPr>
                <p:cNvPr id="42033" name="Oval 49"/>
                <p:cNvSpPr>
                  <a:spLocks noChangeArrowheads="1"/>
                </p:cNvSpPr>
                <p:nvPr/>
              </p:nvSpPr>
              <p:spPr bwMode="auto">
                <a:xfrm>
                  <a:off x="6388" y="2530"/>
                  <a:ext cx="453" cy="453"/>
                </a:xfrm>
                <a:prstGeom prst="ellipse">
                  <a:avLst/>
                </a:prstGeom>
                <a:solidFill>
                  <a:srgbClr val="FFFFFF"/>
                </a:solidFill>
                <a:ln w="25400">
                  <a:solidFill>
                    <a:schemeClr val="tx1"/>
                  </a:solidFill>
                  <a:round/>
                  <a:headEnd/>
                  <a:tailEnd/>
                </a:ln>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34" name="Line 50"/>
                <p:cNvSpPr>
                  <a:spLocks noChangeShapeType="1"/>
                </p:cNvSpPr>
                <p:nvPr/>
              </p:nvSpPr>
              <p:spPr bwMode="auto">
                <a:xfrm>
                  <a:off x="6442" y="2612"/>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035" name="Line 51"/>
                <p:cNvSpPr>
                  <a:spLocks noChangeShapeType="1"/>
                </p:cNvSpPr>
                <p:nvPr/>
              </p:nvSpPr>
              <p:spPr bwMode="auto">
                <a:xfrm flipV="1">
                  <a:off x="6458" y="2608"/>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2031" name="Oval 52"/>
              <p:cNvSpPr>
                <a:spLocks noChangeArrowheads="1"/>
              </p:cNvSpPr>
              <p:nvPr/>
            </p:nvSpPr>
            <p:spPr bwMode="auto">
              <a:xfrm>
                <a:off x="2840" y="2208"/>
                <a:ext cx="68" cy="68"/>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32" name="Oval 53"/>
              <p:cNvSpPr>
                <a:spLocks noChangeArrowheads="1"/>
              </p:cNvSpPr>
              <p:nvPr/>
            </p:nvSpPr>
            <p:spPr bwMode="auto">
              <a:xfrm>
                <a:off x="2436" y="2208"/>
                <a:ext cx="68" cy="68"/>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42010" name="Group 54"/>
            <p:cNvGrpSpPr>
              <a:grpSpLocks/>
            </p:cNvGrpSpPr>
            <p:nvPr/>
          </p:nvGrpSpPr>
          <p:grpSpPr bwMode="auto">
            <a:xfrm>
              <a:off x="3253006" y="689653"/>
              <a:ext cx="614363" cy="484187"/>
              <a:chOff x="2436" y="2060"/>
              <a:chExt cx="472" cy="340"/>
            </a:xfrm>
          </p:grpSpPr>
          <p:grpSp>
            <p:nvGrpSpPr>
              <p:cNvPr id="42024" name="Group 55"/>
              <p:cNvGrpSpPr>
                <a:grpSpLocks/>
              </p:cNvGrpSpPr>
              <p:nvPr/>
            </p:nvGrpSpPr>
            <p:grpSpPr bwMode="auto">
              <a:xfrm>
                <a:off x="2496" y="2060"/>
                <a:ext cx="340" cy="340"/>
                <a:chOff x="6388" y="2530"/>
                <a:chExt cx="453" cy="453"/>
              </a:xfrm>
            </p:grpSpPr>
            <p:sp>
              <p:nvSpPr>
                <p:cNvPr id="42027" name="Oval 56"/>
                <p:cNvSpPr>
                  <a:spLocks noChangeArrowheads="1"/>
                </p:cNvSpPr>
                <p:nvPr/>
              </p:nvSpPr>
              <p:spPr bwMode="auto">
                <a:xfrm>
                  <a:off x="6388" y="2530"/>
                  <a:ext cx="453" cy="453"/>
                </a:xfrm>
                <a:prstGeom prst="ellipse">
                  <a:avLst/>
                </a:prstGeom>
                <a:solidFill>
                  <a:srgbClr val="FFFFFF"/>
                </a:solidFill>
                <a:ln w="25400">
                  <a:solidFill>
                    <a:schemeClr val="tx1"/>
                  </a:solidFill>
                  <a:round/>
                  <a:headEnd/>
                  <a:tailEnd/>
                </a:ln>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28" name="Line 57"/>
                <p:cNvSpPr>
                  <a:spLocks noChangeShapeType="1"/>
                </p:cNvSpPr>
                <p:nvPr/>
              </p:nvSpPr>
              <p:spPr bwMode="auto">
                <a:xfrm>
                  <a:off x="6442" y="2612"/>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029" name="Line 58"/>
                <p:cNvSpPr>
                  <a:spLocks noChangeShapeType="1"/>
                </p:cNvSpPr>
                <p:nvPr/>
              </p:nvSpPr>
              <p:spPr bwMode="auto">
                <a:xfrm flipV="1">
                  <a:off x="6458" y="2608"/>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2025" name="Oval 59"/>
              <p:cNvSpPr>
                <a:spLocks noChangeArrowheads="1"/>
              </p:cNvSpPr>
              <p:nvPr/>
            </p:nvSpPr>
            <p:spPr bwMode="auto">
              <a:xfrm>
                <a:off x="2840" y="2208"/>
                <a:ext cx="68" cy="68"/>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26" name="Oval 60"/>
              <p:cNvSpPr>
                <a:spLocks noChangeArrowheads="1"/>
              </p:cNvSpPr>
              <p:nvPr/>
            </p:nvSpPr>
            <p:spPr bwMode="auto">
              <a:xfrm>
                <a:off x="2436" y="2208"/>
                <a:ext cx="68" cy="68"/>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42011" name="Group 61"/>
            <p:cNvGrpSpPr>
              <a:grpSpLocks/>
            </p:cNvGrpSpPr>
            <p:nvPr/>
          </p:nvGrpSpPr>
          <p:grpSpPr bwMode="auto">
            <a:xfrm>
              <a:off x="4153119" y="689653"/>
              <a:ext cx="615950" cy="484187"/>
              <a:chOff x="2436" y="2060"/>
              <a:chExt cx="472" cy="340"/>
            </a:xfrm>
          </p:grpSpPr>
          <p:grpSp>
            <p:nvGrpSpPr>
              <p:cNvPr id="42018" name="Group 62"/>
              <p:cNvGrpSpPr>
                <a:grpSpLocks/>
              </p:cNvGrpSpPr>
              <p:nvPr/>
            </p:nvGrpSpPr>
            <p:grpSpPr bwMode="auto">
              <a:xfrm>
                <a:off x="2496" y="2060"/>
                <a:ext cx="340" cy="340"/>
                <a:chOff x="6388" y="2530"/>
                <a:chExt cx="453" cy="453"/>
              </a:xfrm>
            </p:grpSpPr>
            <p:sp>
              <p:nvSpPr>
                <p:cNvPr id="42021" name="Oval 63"/>
                <p:cNvSpPr>
                  <a:spLocks noChangeArrowheads="1"/>
                </p:cNvSpPr>
                <p:nvPr/>
              </p:nvSpPr>
              <p:spPr bwMode="auto">
                <a:xfrm>
                  <a:off x="6388" y="2530"/>
                  <a:ext cx="453" cy="453"/>
                </a:xfrm>
                <a:prstGeom prst="ellipse">
                  <a:avLst/>
                </a:prstGeom>
                <a:solidFill>
                  <a:srgbClr val="FFFFFF"/>
                </a:solidFill>
                <a:ln w="25400">
                  <a:solidFill>
                    <a:schemeClr val="tx1"/>
                  </a:solidFill>
                  <a:round/>
                  <a:headEnd/>
                  <a:tailEnd/>
                </a:ln>
              </p:spPr>
              <p:txBody>
                <a:bodyPr wrap="none"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22" name="Line 64"/>
                <p:cNvSpPr>
                  <a:spLocks noChangeShapeType="1"/>
                </p:cNvSpPr>
                <p:nvPr/>
              </p:nvSpPr>
              <p:spPr bwMode="auto">
                <a:xfrm>
                  <a:off x="6442" y="2612"/>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023" name="Line 65"/>
                <p:cNvSpPr>
                  <a:spLocks noChangeShapeType="1"/>
                </p:cNvSpPr>
                <p:nvPr/>
              </p:nvSpPr>
              <p:spPr bwMode="auto">
                <a:xfrm flipV="1">
                  <a:off x="6458" y="2608"/>
                  <a:ext cx="336"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2019" name="Oval 66"/>
              <p:cNvSpPr>
                <a:spLocks noChangeArrowheads="1"/>
              </p:cNvSpPr>
              <p:nvPr/>
            </p:nvSpPr>
            <p:spPr bwMode="auto">
              <a:xfrm>
                <a:off x="2840" y="2208"/>
                <a:ext cx="68" cy="68"/>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2020" name="Oval 67"/>
              <p:cNvSpPr>
                <a:spLocks noChangeArrowheads="1"/>
              </p:cNvSpPr>
              <p:nvPr/>
            </p:nvSpPr>
            <p:spPr bwMode="auto">
              <a:xfrm>
                <a:off x="2436" y="2208"/>
                <a:ext cx="68" cy="68"/>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42012" name="Line 68"/>
            <p:cNvSpPr>
              <a:spLocks noChangeShapeType="1"/>
            </p:cNvSpPr>
            <p:nvPr/>
          </p:nvSpPr>
          <p:spPr bwMode="auto">
            <a:xfrm>
              <a:off x="2918044" y="954765"/>
              <a:ext cx="3746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nchorCtr="1">
              <a:spAutoFit/>
            </a:bodyPr>
            <a:lstStyle/>
            <a:p>
              <a:endParaRPr lang="es-ES"/>
            </a:p>
          </p:txBody>
        </p:sp>
        <p:sp>
          <p:nvSpPr>
            <p:cNvPr id="42013" name="Line 69"/>
            <p:cNvSpPr>
              <a:spLocks noChangeShapeType="1"/>
            </p:cNvSpPr>
            <p:nvPr/>
          </p:nvSpPr>
          <p:spPr bwMode="auto">
            <a:xfrm>
              <a:off x="3819744" y="954765"/>
              <a:ext cx="37306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nchorCtr="1">
              <a:spAutoFit/>
            </a:bodyPr>
            <a:lstStyle/>
            <a:p>
              <a:endParaRPr lang="es-ES"/>
            </a:p>
          </p:txBody>
        </p:sp>
        <p:sp>
          <p:nvSpPr>
            <p:cNvPr id="42014" name="Line 70"/>
            <p:cNvSpPr>
              <a:spLocks noChangeShapeType="1"/>
            </p:cNvSpPr>
            <p:nvPr/>
          </p:nvSpPr>
          <p:spPr bwMode="auto">
            <a:xfrm>
              <a:off x="4730969" y="954765"/>
              <a:ext cx="376238"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nchorCtr="1">
              <a:spAutoFit/>
            </a:bodyPr>
            <a:lstStyle/>
            <a:p>
              <a:endParaRPr lang="es-ES"/>
            </a:p>
          </p:txBody>
        </p:sp>
        <p:sp>
          <p:nvSpPr>
            <p:cNvPr id="42015" name="Line 71"/>
            <p:cNvSpPr>
              <a:spLocks noChangeShapeType="1"/>
            </p:cNvSpPr>
            <p:nvPr/>
          </p:nvSpPr>
          <p:spPr bwMode="auto">
            <a:xfrm>
              <a:off x="1797269" y="940478"/>
              <a:ext cx="58896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nchorCtr="1">
              <a:spAutoFit/>
            </a:bodyPr>
            <a:lstStyle/>
            <a:p>
              <a:endParaRPr lang="es-ES"/>
            </a:p>
          </p:txBody>
        </p:sp>
        <p:sp>
          <p:nvSpPr>
            <p:cNvPr id="42016" name="Line 72"/>
            <p:cNvSpPr>
              <a:spLocks noChangeShapeType="1"/>
            </p:cNvSpPr>
            <p:nvPr/>
          </p:nvSpPr>
          <p:spPr bwMode="auto">
            <a:xfrm rot="5400000">
              <a:off x="4832569" y="1242103"/>
              <a:ext cx="54927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lIns="90000" tIns="46800" rIns="90000" bIns="46800" anchor="ctr" anchorCtr="1">
              <a:spAutoFit/>
            </a:bodyPr>
            <a:lstStyle/>
            <a:p>
              <a:endParaRPr lang="es-ES"/>
            </a:p>
          </p:txBody>
        </p:sp>
        <p:sp>
          <p:nvSpPr>
            <p:cNvPr id="42017" name="Text Box 73"/>
            <p:cNvSpPr txBox="1">
              <a:spLocks noChangeArrowheads="1"/>
            </p:cNvSpPr>
            <p:nvPr/>
          </p:nvSpPr>
          <p:spPr bwMode="auto">
            <a:xfrm>
              <a:off x="1652806" y="1016678"/>
              <a:ext cx="3175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76535" tIns="39797" rIns="76535" bIns="39797" anchorCtr="1">
              <a:spAutoFit/>
            </a:bodyPr>
            <a:lstStyle>
              <a:lvl1pPr defTabSz="777875">
                <a:spcBef>
                  <a:spcPct val="20000"/>
                </a:spcBef>
                <a:buChar char="•"/>
                <a:defRPr sz="3600">
                  <a:solidFill>
                    <a:schemeClr val="tx1"/>
                  </a:solidFill>
                  <a:latin typeface="Times New Roman" panose="02020603050405020304" pitchFamily="18" charset="0"/>
                </a:defRPr>
              </a:lvl1pPr>
              <a:lvl2pPr marL="742950" indent="-285750" defTabSz="777875">
                <a:spcBef>
                  <a:spcPct val="20000"/>
                </a:spcBef>
                <a:buChar char="–"/>
                <a:defRPr sz="3200">
                  <a:solidFill>
                    <a:schemeClr val="tx1"/>
                  </a:solidFill>
                  <a:latin typeface="Times New Roman" panose="02020603050405020304" pitchFamily="18" charset="0"/>
                </a:defRPr>
              </a:lvl2pPr>
              <a:lvl3pPr marL="1143000" indent="-228600" defTabSz="777875">
                <a:spcBef>
                  <a:spcPct val="20000"/>
                </a:spcBef>
                <a:buChar char="•"/>
                <a:defRPr sz="2700">
                  <a:solidFill>
                    <a:schemeClr val="tx1"/>
                  </a:solidFill>
                  <a:latin typeface="Times New Roman" panose="02020603050405020304" pitchFamily="18" charset="0"/>
                </a:defRPr>
              </a:lvl3pPr>
              <a:lvl4pPr marL="1600200" indent="-228600" defTabSz="777875">
                <a:spcBef>
                  <a:spcPct val="20000"/>
                </a:spcBef>
                <a:buChar char="–"/>
                <a:defRPr sz="2300">
                  <a:solidFill>
                    <a:schemeClr val="tx1"/>
                  </a:solidFill>
                  <a:latin typeface="Times New Roman" panose="02020603050405020304" pitchFamily="18" charset="0"/>
                </a:defRPr>
              </a:lvl4pPr>
              <a:lvl5pPr marL="2057400" indent="-228600" defTabSz="777875">
                <a:spcBef>
                  <a:spcPct val="20000"/>
                </a:spcBef>
                <a:buChar char="»"/>
                <a:defRPr sz="2300">
                  <a:solidFill>
                    <a:schemeClr val="tx1"/>
                  </a:solidFill>
                  <a:latin typeface="Times New Roman" panose="02020603050405020304" pitchFamily="18" charset="0"/>
                </a:defRPr>
              </a:lvl5pPr>
              <a:lvl6pPr marL="25146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defTabSz="777875"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000">
                  <a:solidFill>
                    <a:srgbClr val="FF3300"/>
                  </a:solidFill>
                  <a:latin typeface="Comic Sans MS" panose="030F0702030302020204" pitchFamily="66" charset="0"/>
                </a:rPr>
                <a:t>V</a:t>
              </a:r>
            </a:p>
          </p:txBody>
        </p:sp>
        <p:sp>
          <p:nvSpPr>
            <p:cNvPr id="42006" name="Line 74"/>
            <p:cNvSpPr>
              <a:spLocks noChangeShapeType="1"/>
            </p:cNvSpPr>
            <p:nvPr/>
          </p:nvSpPr>
          <p:spPr bwMode="auto">
            <a:xfrm flipV="1">
              <a:off x="1797268" y="1557043"/>
              <a:ext cx="331470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lIns="90000" tIns="46800" rIns="90000" bIns="46800" anchor="ctr" anchorCtr="1">
              <a:spAutoFit/>
            </a:bodyPr>
            <a:lstStyle/>
            <a:p>
              <a:endParaRPr lang="es-ES"/>
            </a:p>
          </p:txBody>
        </p:sp>
        <p:sp>
          <p:nvSpPr>
            <p:cNvPr id="42007" name="Text Box 99"/>
            <p:cNvSpPr txBox="1">
              <a:spLocks noChangeArrowheads="1"/>
            </p:cNvSpPr>
            <p:nvPr/>
          </p:nvSpPr>
          <p:spPr bwMode="auto">
            <a:xfrm>
              <a:off x="1682968" y="429303"/>
              <a:ext cx="8747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800">
                  <a:solidFill>
                    <a:srgbClr val="008000"/>
                  </a:solidFill>
                  <a:latin typeface="Arial" panose="020B0604020202020204" pitchFamily="34" charset="0"/>
                </a:rPr>
                <a:t>SERIE</a:t>
              </a:r>
            </a:p>
          </p:txBody>
        </p:sp>
        <p:sp>
          <p:nvSpPr>
            <p:cNvPr id="42008" name="Text Box 100"/>
            <p:cNvSpPr txBox="1">
              <a:spLocks noChangeArrowheads="1"/>
            </p:cNvSpPr>
            <p:nvPr/>
          </p:nvSpPr>
          <p:spPr bwMode="auto">
            <a:xfrm>
              <a:off x="6292293" y="489885"/>
              <a:ext cx="138271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800">
                  <a:solidFill>
                    <a:srgbClr val="008000"/>
                  </a:solidFill>
                  <a:latin typeface="Arial" panose="020B0604020202020204" pitchFamily="34" charset="0"/>
                </a:rPr>
                <a:t>PARALELO</a:t>
              </a:r>
            </a:p>
          </p:txBody>
        </p:sp>
        <p:sp>
          <p:nvSpPr>
            <p:cNvPr id="80" name="Text Box 99"/>
            <p:cNvSpPr txBox="1">
              <a:spLocks noChangeArrowheads="1"/>
            </p:cNvSpPr>
            <p:nvPr/>
          </p:nvSpPr>
          <p:spPr bwMode="auto">
            <a:xfrm>
              <a:off x="4573898" y="393074"/>
              <a:ext cx="1066615" cy="444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1800">
                  <a:latin typeface="Arial" panose="020B0604020202020204" pitchFamily="34" charset="0"/>
                </a:rPr>
                <a:t>Bombilla</a:t>
              </a:r>
            </a:p>
          </p:txBody>
        </p:sp>
      </p:grpSp>
    </p:spTree>
    <p:extLst>
      <p:ext uri="{BB962C8B-B14F-4D97-AF65-F5344CB8AC3E}">
        <p14:creationId xmlns:p14="http://schemas.microsoft.com/office/powerpoint/2010/main" val="992974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49625"/>
                                        </p:tgtEl>
                                        <p:attrNameLst>
                                          <p:attrName>style.visibility</p:attrName>
                                        </p:attrNameLst>
                                      </p:cBhvr>
                                      <p:to>
                                        <p:strVal val="visible"/>
                                      </p:to>
                                    </p:set>
                                    <p:anim calcmode="lin" valueType="num">
                                      <p:cBhvr additive="base">
                                        <p:cTn id="12" dur="500"/>
                                        <p:tgtEl>
                                          <p:spTgt spid="449625"/>
                                        </p:tgtEl>
                                        <p:attrNameLst>
                                          <p:attrName>ppt_y</p:attrName>
                                        </p:attrNameLst>
                                      </p:cBhvr>
                                      <p:tavLst>
                                        <p:tav tm="0">
                                          <p:val>
                                            <p:strVal val="#ppt_y+#ppt_h*1.125000"/>
                                          </p:val>
                                        </p:tav>
                                        <p:tav tm="100000">
                                          <p:val>
                                            <p:strVal val="#ppt_y"/>
                                          </p:val>
                                        </p:tav>
                                      </p:tavLst>
                                    </p:anim>
                                    <p:animEffect transition="in" filter="wipe(up)">
                                      <p:cBhvr>
                                        <p:cTn id="13" dur="500"/>
                                        <p:tgtEl>
                                          <p:spTgt spid="4496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449626"/>
                                        </p:tgtEl>
                                        <p:attrNameLst>
                                          <p:attrName>style.visibility</p:attrName>
                                        </p:attrNameLst>
                                      </p:cBhvr>
                                      <p:to>
                                        <p:strVal val="visible"/>
                                      </p:to>
                                    </p:set>
                                    <p:animEffect transition="in" filter="wipe(up)">
                                      <p:cBhvr>
                                        <p:cTn id="18" dur="500"/>
                                        <p:tgtEl>
                                          <p:spTgt spid="44962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449627"/>
                                        </p:tgtEl>
                                        <p:attrNameLst>
                                          <p:attrName>style.visibility</p:attrName>
                                        </p:attrNameLst>
                                      </p:cBhvr>
                                      <p:to>
                                        <p:strVal val="visible"/>
                                      </p:to>
                                    </p:set>
                                    <p:animEffect transition="in" filter="wipe(up)">
                                      <p:cBhvr>
                                        <p:cTn id="23" dur="500"/>
                                        <p:tgtEl>
                                          <p:spTgt spid="44962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449541"/>
                                        </p:tgtEl>
                                        <p:attrNameLst>
                                          <p:attrName>style.visibility</p:attrName>
                                        </p:attrNameLst>
                                      </p:cBhvr>
                                      <p:to>
                                        <p:strVal val="visible"/>
                                      </p:to>
                                    </p:set>
                                    <p:anim calcmode="lin" valueType="num">
                                      <p:cBhvr additive="base">
                                        <p:cTn id="28" dur="500"/>
                                        <p:tgtEl>
                                          <p:spTgt spid="449541"/>
                                        </p:tgtEl>
                                        <p:attrNameLst>
                                          <p:attrName>ppt_y</p:attrName>
                                        </p:attrNameLst>
                                      </p:cBhvr>
                                      <p:tavLst>
                                        <p:tav tm="0">
                                          <p:val>
                                            <p:strVal val="#ppt_y+#ppt_h*1.125000"/>
                                          </p:val>
                                        </p:tav>
                                        <p:tav tm="100000">
                                          <p:val>
                                            <p:strVal val="#ppt_y"/>
                                          </p:val>
                                        </p:tav>
                                      </p:tavLst>
                                    </p:anim>
                                    <p:animEffect transition="in" filter="wipe(up)">
                                      <p:cBhvr>
                                        <p:cTn id="29" dur="500"/>
                                        <p:tgtEl>
                                          <p:spTgt spid="449541"/>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9"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ssolve">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9541" grpId="0"/>
      <p:bldP spid="449625" grpId="0"/>
      <p:bldP spid="449626" grpId="0" animBg="1"/>
      <p:bldP spid="4496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o 2">
            <a:extLst>
              <a:ext uri="{FF2B5EF4-FFF2-40B4-BE49-F238E27FC236}">
                <a16:creationId xmlns:a16="http://schemas.microsoft.com/office/drawing/2014/main" id="{9B0C23D3-276A-A04F-8C7D-A8E302F76071}"/>
              </a:ext>
            </a:extLst>
          </p:cNvPr>
          <p:cNvGrpSpPr/>
          <p:nvPr/>
        </p:nvGrpSpPr>
        <p:grpSpPr>
          <a:xfrm>
            <a:off x="2514498" y="4208103"/>
            <a:ext cx="3079750" cy="2202179"/>
            <a:chOff x="7057220" y="4200588"/>
            <a:chExt cx="3079750" cy="2202179"/>
          </a:xfrm>
        </p:grpSpPr>
        <p:sp>
          <p:nvSpPr>
            <p:cNvPr id="4" name="Line 20">
              <a:extLst>
                <a:ext uri="{FF2B5EF4-FFF2-40B4-BE49-F238E27FC236}">
                  <a16:creationId xmlns:a16="http://schemas.microsoft.com/office/drawing/2014/main" id="{5EA27525-DD03-6B14-6D73-87A2ED7C6510}"/>
                </a:ext>
              </a:extLst>
            </p:cNvPr>
            <p:cNvSpPr>
              <a:spLocks noChangeShapeType="1"/>
            </p:cNvSpPr>
            <p:nvPr/>
          </p:nvSpPr>
          <p:spPr bwMode="auto">
            <a:xfrm rot="10800000">
              <a:off x="7974795" y="5751583"/>
              <a:ext cx="114458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9" name="Line 26">
              <a:extLst>
                <a:ext uri="{FF2B5EF4-FFF2-40B4-BE49-F238E27FC236}">
                  <a16:creationId xmlns:a16="http://schemas.microsoft.com/office/drawing/2014/main" id="{5EB06705-BEBA-04CF-1FD7-D6228F0DD27C}"/>
                </a:ext>
              </a:extLst>
            </p:cNvPr>
            <p:cNvSpPr>
              <a:spLocks noChangeShapeType="1"/>
            </p:cNvSpPr>
            <p:nvPr/>
          </p:nvSpPr>
          <p:spPr bwMode="auto">
            <a:xfrm>
              <a:off x="8587570" y="4483168"/>
              <a:ext cx="0" cy="561976"/>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0" name="Line 27">
              <a:extLst>
                <a:ext uri="{FF2B5EF4-FFF2-40B4-BE49-F238E27FC236}">
                  <a16:creationId xmlns:a16="http://schemas.microsoft.com/office/drawing/2014/main" id="{A3141EE7-A3C0-3AA8-D73B-5F465126ED7E}"/>
                </a:ext>
              </a:extLst>
            </p:cNvPr>
            <p:cNvSpPr>
              <a:spLocks noChangeShapeType="1"/>
            </p:cNvSpPr>
            <p:nvPr/>
          </p:nvSpPr>
          <p:spPr bwMode="auto">
            <a:xfrm>
              <a:off x="8616145" y="5303907"/>
              <a:ext cx="0" cy="466726"/>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1" name="Line 29">
              <a:extLst>
                <a:ext uri="{FF2B5EF4-FFF2-40B4-BE49-F238E27FC236}">
                  <a16:creationId xmlns:a16="http://schemas.microsoft.com/office/drawing/2014/main" id="{841E72D1-D4DF-CC21-A7D9-C4B21F95FA34}"/>
                </a:ext>
              </a:extLst>
            </p:cNvPr>
            <p:cNvSpPr>
              <a:spLocks noChangeShapeType="1"/>
            </p:cNvSpPr>
            <p:nvPr/>
          </p:nvSpPr>
          <p:spPr bwMode="auto">
            <a:xfrm flipH="1" flipV="1">
              <a:off x="7068333" y="5742058"/>
              <a:ext cx="6302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2" name="Line 30">
              <a:extLst>
                <a:ext uri="{FF2B5EF4-FFF2-40B4-BE49-F238E27FC236}">
                  <a16:creationId xmlns:a16="http://schemas.microsoft.com/office/drawing/2014/main" id="{0F428A00-FEBB-33E3-A2F4-24CE5627E724}"/>
                </a:ext>
              </a:extLst>
            </p:cNvPr>
            <p:cNvSpPr>
              <a:spLocks noChangeShapeType="1"/>
            </p:cNvSpPr>
            <p:nvPr/>
          </p:nvSpPr>
          <p:spPr bwMode="auto">
            <a:xfrm flipH="1">
              <a:off x="9392433" y="5751583"/>
              <a:ext cx="7445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103" name="Group 106">
              <a:extLst>
                <a:ext uri="{FF2B5EF4-FFF2-40B4-BE49-F238E27FC236}">
                  <a16:creationId xmlns:a16="http://schemas.microsoft.com/office/drawing/2014/main" id="{32F897DC-C4EC-A517-F6DD-831AFF3A3CC9}"/>
                </a:ext>
              </a:extLst>
            </p:cNvPr>
            <p:cNvGrpSpPr>
              <a:grpSpLocks/>
            </p:cNvGrpSpPr>
            <p:nvPr/>
          </p:nvGrpSpPr>
          <p:grpSpPr bwMode="auto">
            <a:xfrm>
              <a:off x="7706508" y="5476945"/>
              <a:ext cx="241300" cy="485776"/>
              <a:chOff x="1028" y="3060"/>
              <a:chExt cx="203" cy="445"/>
            </a:xfrm>
          </p:grpSpPr>
          <p:sp>
            <p:nvSpPr>
              <p:cNvPr id="44044" name="Line 107">
                <a:extLst>
                  <a:ext uri="{FF2B5EF4-FFF2-40B4-BE49-F238E27FC236}">
                    <a16:creationId xmlns:a16="http://schemas.microsoft.com/office/drawing/2014/main" id="{3967B559-F16D-0AE6-878A-D77340BE97BE}"/>
                  </a:ext>
                </a:extLst>
              </p:cNvPr>
              <p:cNvSpPr>
                <a:spLocks noChangeShapeType="1"/>
              </p:cNvSpPr>
              <p:nvPr/>
            </p:nvSpPr>
            <p:spPr bwMode="auto">
              <a:xfrm>
                <a:off x="1123" y="3060"/>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45" name="Line 108">
                <a:extLst>
                  <a:ext uri="{FF2B5EF4-FFF2-40B4-BE49-F238E27FC236}">
                    <a16:creationId xmlns:a16="http://schemas.microsoft.com/office/drawing/2014/main" id="{0BAB8D54-B29F-872F-94CB-C59E96AA9664}"/>
                  </a:ext>
                </a:extLst>
              </p:cNvPr>
              <p:cNvSpPr>
                <a:spLocks noChangeShapeType="1"/>
              </p:cNvSpPr>
              <p:nvPr/>
            </p:nvSpPr>
            <p:spPr bwMode="auto">
              <a:xfrm flipH="1">
                <a:off x="1028" y="3085"/>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46" name="Line 109">
                <a:extLst>
                  <a:ext uri="{FF2B5EF4-FFF2-40B4-BE49-F238E27FC236}">
                    <a16:creationId xmlns:a16="http://schemas.microsoft.com/office/drawing/2014/main" id="{915AF1EA-B63C-2A0D-710D-A70FA1145941}"/>
                  </a:ext>
                </a:extLst>
              </p:cNvPr>
              <p:cNvSpPr>
                <a:spLocks noChangeShapeType="1"/>
              </p:cNvSpPr>
              <p:nvPr/>
            </p:nvSpPr>
            <p:spPr bwMode="auto">
              <a:xfrm flipH="1">
                <a:off x="1129" y="3276"/>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104" name="Group 110">
              <a:extLst>
                <a:ext uri="{FF2B5EF4-FFF2-40B4-BE49-F238E27FC236}">
                  <a16:creationId xmlns:a16="http://schemas.microsoft.com/office/drawing/2014/main" id="{9FB61272-D7C8-1EF7-B4B2-052122E35577}"/>
                </a:ext>
              </a:extLst>
            </p:cNvPr>
            <p:cNvGrpSpPr>
              <a:grpSpLocks/>
            </p:cNvGrpSpPr>
            <p:nvPr/>
          </p:nvGrpSpPr>
          <p:grpSpPr bwMode="auto">
            <a:xfrm>
              <a:off x="9136845" y="5465833"/>
              <a:ext cx="241300" cy="514351"/>
              <a:chOff x="1028" y="3058"/>
              <a:chExt cx="203" cy="471"/>
            </a:xfrm>
          </p:grpSpPr>
          <p:sp>
            <p:nvSpPr>
              <p:cNvPr id="44033" name="Line 111">
                <a:extLst>
                  <a:ext uri="{FF2B5EF4-FFF2-40B4-BE49-F238E27FC236}">
                    <a16:creationId xmlns:a16="http://schemas.microsoft.com/office/drawing/2014/main" id="{1875D0C2-FF7B-299A-FBB3-3ED7E9145103}"/>
                  </a:ext>
                </a:extLst>
              </p:cNvPr>
              <p:cNvSpPr>
                <a:spLocks noChangeShapeType="1"/>
              </p:cNvSpPr>
              <p:nvPr/>
            </p:nvSpPr>
            <p:spPr bwMode="auto">
              <a:xfrm>
                <a:off x="1123" y="3058"/>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37" name="Line 112">
                <a:extLst>
                  <a:ext uri="{FF2B5EF4-FFF2-40B4-BE49-F238E27FC236}">
                    <a16:creationId xmlns:a16="http://schemas.microsoft.com/office/drawing/2014/main" id="{98C37F5A-E1C8-05EB-C098-F9F77277DE75}"/>
                  </a:ext>
                </a:extLst>
              </p:cNvPr>
              <p:cNvSpPr>
                <a:spLocks noChangeShapeType="1"/>
              </p:cNvSpPr>
              <p:nvPr/>
            </p:nvSpPr>
            <p:spPr bwMode="auto">
              <a:xfrm flipH="1">
                <a:off x="1028" y="3080"/>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39" name="Line 113">
                <a:extLst>
                  <a:ext uri="{FF2B5EF4-FFF2-40B4-BE49-F238E27FC236}">
                    <a16:creationId xmlns:a16="http://schemas.microsoft.com/office/drawing/2014/main" id="{BC1C8C6E-9EA0-5B19-423C-6565D3BEAE50}"/>
                  </a:ext>
                </a:extLst>
              </p:cNvPr>
              <p:cNvSpPr>
                <a:spLocks noChangeShapeType="1"/>
              </p:cNvSpPr>
              <p:nvPr/>
            </p:nvSpPr>
            <p:spPr bwMode="auto">
              <a:xfrm flipH="1">
                <a:off x="1129" y="3303"/>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105" name="Group 114">
              <a:extLst>
                <a:ext uri="{FF2B5EF4-FFF2-40B4-BE49-F238E27FC236}">
                  <a16:creationId xmlns:a16="http://schemas.microsoft.com/office/drawing/2014/main" id="{57A21FE0-E4F4-6A8E-8A0C-23A1FB8C4C57}"/>
                </a:ext>
              </a:extLst>
            </p:cNvPr>
            <p:cNvGrpSpPr>
              <a:grpSpLocks/>
            </p:cNvGrpSpPr>
            <p:nvPr/>
          </p:nvGrpSpPr>
          <p:grpSpPr bwMode="auto">
            <a:xfrm rot="16200000">
              <a:off x="8454220" y="4965770"/>
              <a:ext cx="241301" cy="485775"/>
              <a:chOff x="728" y="2680"/>
              <a:chExt cx="203" cy="445"/>
            </a:xfrm>
          </p:grpSpPr>
          <p:sp>
            <p:nvSpPr>
              <p:cNvPr id="120" name="Line 115">
                <a:extLst>
                  <a:ext uri="{FF2B5EF4-FFF2-40B4-BE49-F238E27FC236}">
                    <a16:creationId xmlns:a16="http://schemas.microsoft.com/office/drawing/2014/main" id="{F83302D0-9A48-C0A0-7F7B-BE1C9F2FFF25}"/>
                  </a:ext>
                </a:extLst>
              </p:cNvPr>
              <p:cNvSpPr>
                <a:spLocks noChangeShapeType="1"/>
              </p:cNvSpPr>
              <p:nvPr/>
            </p:nvSpPr>
            <p:spPr bwMode="auto">
              <a:xfrm>
                <a:off x="823" y="2680"/>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21" name="Line 116">
                <a:extLst>
                  <a:ext uri="{FF2B5EF4-FFF2-40B4-BE49-F238E27FC236}">
                    <a16:creationId xmlns:a16="http://schemas.microsoft.com/office/drawing/2014/main" id="{1582B9EC-6B83-2C0B-7291-091CC668B6D6}"/>
                  </a:ext>
                </a:extLst>
              </p:cNvPr>
              <p:cNvSpPr>
                <a:spLocks noChangeShapeType="1"/>
              </p:cNvSpPr>
              <p:nvPr/>
            </p:nvSpPr>
            <p:spPr bwMode="auto">
              <a:xfrm flipH="1">
                <a:off x="728" y="2688"/>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32" name="Line 117">
                <a:extLst>
                  <a:ext uri="{FF2B5EF4-FFF2-40B4-BE49-F238E27FC236}">
                    <a16:creationId xmlns:a16="http://schemas.microsoft.com/office/drawing/2014/main" id="{4D9FAE51-0E14-8A5A-C9D4-1F1F8E3222CB}"/>
                  </a:ext>
                </a:extLst>
              </p:cNvPr>
              <p:cNvSpPr>
                <a:spLocks noChangeShapeType="1"/>
              </p:cNvSpPr>
              <p:nvPr/>
            </p:nvSpPr>
            <p:spPr bwMode="auto">
              <a:xfrm flipH="1">
                <a:off x="829" y="2895"/>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106" name="Line 13">
              <a:extLst>
                <a:ext uri="{FF2B5EF4-FFF2-40B4-BE49-F238E27FC236}">
                  <a16:creationId xmlns:a16="http://schemas.microsoft.com/office/drawing/2014/main" id="{87AC98A1-4078-052C-9B8E-2D24D670658C}"/>
                </a:ext>
              </a:extLst>
            </p:cNvPr>
            <p:cNvSpPr>
              <a:spLocks noChangeShapeType="1"/>
            </p:cNvSpPr>
            <p:nvPr/>
          </p:nvSpPr>
          <p:spPr bwMode="auto">
            <a:xfrm flipV="1">
              <a:off x="7977970" y="4472050"/>
              <a:ext cx="11874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7" name="Line 21">
              <a:extLst>
                <a:ext uri="{FF2B5EF4-FFF2-40B4-BE49-F238E27FC236}">
                  <a16:creationId xmlns:a16="http://schemas.microsoft.com/office/drawing/2014/main" id="{BA790EC5-5226-4ECE-6557-EF8D1AB086CE}"/>
                </a:ext>
              </a:extLst>
            </p:cNvPr>
            <p:cNvSpPr>
              <a:spLocks noChangeShapeType="1"/>
            </p:cNvSpPr>
            <p:nvPr/>
          </p:nvSpPr>
          <p:spPr bwMode="auto">
            <a:xfrm>
              <a:off x="7057220" y="4463796"/>
              <a:ext cx="0" cy="192068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8" name="Line 22">
              <a:extLst>
                <a:ext uri="{FF2B5EF4-FFF2-40B4-BE49-F238E27FC236}">
                  <a16:creationId xmlns:a16="http://schemas.microsoft.com/office/drawing/2014/main" id="{3EF2A615-47B0-DF58-B705-538A967B9A9D}"/>
                </a:ext>
              </a:extLst>
            </p:cNvPr>
            <p:cNvSpPr>
              <a:spLocks noChangeShapeType="1"/>
            </p:cNvSpPr>
            <p:nvPr/>
          </p:nvSpPr>
          <p:spPr bwMode="auto">
            <a:xfrm flipH="1">
              <a:off x="10118682" y="4482084"/>
              <a:ext cx="0" cy="192068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09" name="Line 31">
              <a:extLst>
                <a:ext uri="{FF2B5EF4-FFF2-40B4-BE49-F238E27FC236}">
                  <a16:creationId xmlns:a16="http://schemas.microsoft.com/office/drawing/2014/main" id="{D1CBC8A6-7BD8-D8F4-0F95-CA6F19396122}"/>
                </a:ext>
              </a:extLst>
            </p:cNvPr>
            <p:cNvSpPr>
              <a:spLocks noChangeShapeType="1"/>
            </p:cNvSpPr>
            <p:nvPr/>
          </p:nvSpPr>
          <p:spPr bwMode="auto">
            <a:xfrm flipH="1">
              <a:off x="9392433" y="4472050"/>
              <a:ext cx="7445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110" name="Group 89">
              <a:extLst>
                <a:ext uri="{FF2B5EF4-FFF2-40B4-BE49-F238E27FC236}">
                  <a16:creationId xmlns:a16="http://schemas.microsoft.com/office/drawing/2014/main" id="{0D1A4473-A094-5B4C-3A8A-4975C0D2282A}"/>
                </a:ext>
              </a:extLst>
            </p:cNvPr>
            <p:cNvGrpSpPr>
              <a:grpSpLocks/>
            </p:cNvGrpSpPr>
            <p:nvPr/>
          </p:nvGrpSpPr>
          <p:grpSpPr bwMode="auto">
            <a:xfrm>
              <a:off x="7741433" y="4200588"/>
              <a:ext cx="241300" cy="485775"/>
              <a:chOff x="1028" y="2712"/>
              <a:chExt cx="203" cy="445"/>
            </a:xfrm>
          </p:grpSpPr>
          <p:sp>
            <p:nvSpPr>
              <p:cNvPr id="117" name="Line 85">
                <a:extLst>
                  <a:ext uri="{FF2B5EF4-FFF2-40B4-BE49-F238E27FC236}">
                    <a16:creationId xmlns:a16="http://schemas.microsoft.com/office/drawing/2014/main" id="{A07F23C4-6C22-A30B-05C8-AEE4CCB5C492}"/>
                  </a:ext>
                </a:extLst>
              </p:cNvPr>
              <p:cNvSpPr>
                <a:spLocks noChangeShapeType="1"/>
              </p:cNvSpPr>
              <p:nvPr/>
            </p:nvSpPr>
            <p:spPr bwMode="auto">
              <a:xfrm>
                <a:off x="1123" y="2712"/>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8" name="Line 86">
                <a:extLst>
                  <a:ext uri="{FF2B5EF4-FFF2-40B4-BE49-F238E27FC236}">
                    <a16:creationId xmlns:a16="http://schemas.microsoft.com/office/drawing/2014/main" id="{583B317D-67E9-7707-E093-B5020EF064F5}"/>
                  </a:ext>
                </a:extLst>
              </p:cNvPr>
              <p:cNvSpPr>
                <a:spLocks noChangeShapeType="1"/>
              </p:cNvSpPr>
              <p:nvPr/>
            </p:nvSpPr>
            <p:spPr bwMode="auto">
              <a:xfrm flipH="1">
                <a:off x="1028" y="2720"/>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9" name="Line 87">
                <a:extLst>
                  <a:ext uri="{FF2B5EF4-FFF2-40B4-BE49-F238E27FC236}">
                    <a16:creationId xmlns:a16="http://schemas.microsoft.com/office/drawing/2014/main" id="{44A66656-7A72-9F7E-1DAF-63F5F1BA91FE}"/>
                  </a:ext>
                </a:extLst>
              </p:cNvPr>
              <p:cNvSpPr>
                <a:spLocks noChangeShapeType="1"/>
              </p:cNvSpPr>
              <p:nvPr/>
            </p:nvSpPr>
            <p:spPr bwMode="auto">
              <a:xfrm flipH="1">
                <a:off x="1129" y="2927"/>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111" name="Group 90">
              <a:extLst>
                <a:ext uri="{FF2B5EF4-FFF2-40B4-BE49-F238E27FC236}">
                  <a16:creationId xmlns:a16="http://schemas.microsoft.com/office/drawing/2014/main" id="{7E9A2DE8-BA7D-8F69-9522-66EA988BF5FE}"/>
                </a:ext>
              </a:extLst>
            </p:cNvPr>
            <p:cNvGrpSpPr>
              <a:grpSpLocks/>
            </p:cNvGrpSpPr>
            <p:nvPr/>
          </p:nvGrpSpPr>
          <p:grpSpPr bwMode="auto">
            <a:xfrm>
              <a:off x="9173358" y="4208525"/>
              <a:ext cx="241300" cy="485775"/>
              <a:chOff x="1028" y="2712"/>
              <a:chExt cx="203" cy="445"/>
            </a:xfrm>
          </p:grpSpPr>
          <p:sp>
            <p:nvSpPr>
              <p:cNvPr id="114" name="Line 91">
                <a:extLst>
                  <a:ext uri="{FF2B5EF4-FFF2-40B4-BE49-F238E27FC236}">
                    <a16:creationId xmlns:a16="http://schemas.microsoft.com/office/drawing/2014/main" id="{D0C53B77-BAA0-0B06-03DD-47D882A85E82}"/>
                  </a:ext>
                </a:extLst>
              </p:cNvPr>
              <p:cNvSpPr>
                <a:spLocks noChangeShapeType="1"/>
              </p:cNvSpPr>
              <p:nvPr/>
            </p:nvSpPr>
            <p:spPr bwMode="auto">
              <a:xfrm>
                <a:off x="1123" y="2712"/>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5" name="Line 92">
                <a:extLst>
                  <a:ext uri="{FF2B5EF4-FFF2-40B4-BE49-F238E27FC236}">
                    <a16:creationId xmlns:a16="http://schemas.microsoft.com/office/drawing/2014/main" id="{8A2EC176-88DA-B7B3-56CE-3678CD2C61EE}"/>
                  </a:ext>
                </a:extLst>
              </p:cNvPr>
              <p:cNvSpPr>
                <a:spLocks noChangeShapeType="1"/>
              </p:cNvSpPr>
              <p:nvPr/>
            </p:nvSpPr>
            <p:spPr bwMode="auto">
              <a:xfrm flipH="1">
                <a:off x="1028" y="2720"/>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16" name="Line 93">
                <a:extLst>
                  <a:ext uri="{FF2B5EF4-FFF2-40B4-BE49-F238E27FC236}">
                    <a16:creationId xmlns:a16="http://schemas.microsoft.com/office/drawing/2014/main" id="{32CE174A-45AF-AA86-1196-8347042453A5}"/>
                  </a:ext>
                </a:extLst>
              </p:cNvPr>
              <p:cNvSpPr>
                <a:spLocks noChangeShapeType="1"/>
              </p:cNvSpPr>
              <p:nvPr/>
            </p:nvSpPr>
            <p:spPr bwMode="auto">
              <a:xfrm flipH="1">
                <a:off x="1129" y="2927"/>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113" name="Line 28">
              <a:extLst>
                <a:ext uri="{FF2B5EF4-FFF2-40B4-BE49-F238E27FC236}">
                  <a16:creationId xmlns:a16="http://schemas.microsoft.com/office/drawing/2014/main" id="{D554F211-7398-60A9-71CF-B83A21D87D97}"/>
                </a:ext>
              </a:extLst>
            </p:cNvPr>
            <p:cNvSpPr>
              <a:spLocks noChangeShapeType="1"/>
            </p:cNvSpPr>
            <p:nvPr/>
          </p:nvSpPr>
          <p:spPr bwMode="auto">
            <a:xfrm flipH="1">
              <a:off x="7057220" y="4470463"/>
              <a:ext cx="67627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44035" name="Text Box 32"/>
          <p:cNvSpPr txBox="1">
            <a:spLocks noChangeArrowheads="1"/>
          </p:cNvSpPr>
          <p:nvPr/>
        </p:nvSpPr>
        <p:spPr bwMode="auto">
          <a:xfrm>
            <a:off x="2733017" y="5794523"/>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13</a:t>
            </a:r>
          </a:p>
        </p:txBody>
      </p:sp>
      <p:sp>
        <p:nvSpPr>
          <p:cNvPr id="44036" name="Text Box 33"/>
          <p:cNvSpPr txBox="1">
            <a:spLocks noChangeArrowheads="1"/>
          </p:cNvSpPr>
          <p:nvPr/>
        </p:nvSpPr>
        <p:spPr bwMode="auto">
          <a:xfrm>
            <a:off x="4284117" y="4839617"/>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R</a:t>
            </a:r>
            <a:r>
              <a:rPr lang="es-ES" sz="2000" baseline="-25000">
                <a:solidFill>
                  <a:srgbClr val="000000"/>
                </a:solidFill>
                <a:latin typeface="Arial" panose="020B0604020202020204" pitchFamily="34" charset="0"/>
              </a:rPr>
              <a:t>23</a:t>
            </a:r>
          </a:p>
        </p:txBody>
      </p:sp>
      <p:sp>
        <p:nvSpPr>
          <p:cNvPr id="44038" name="Rectangle 2"/>
          <p:cNvSpPr>
            <a:spLocks noChangeArrowheads="1"/>
          </p:cNvSpPr>
          <p:nvPr/>
        </p:nvSpPr>
        <p:spPr bwMode="auto">
          <a:xfrm>
            <a:off x="1268699" y="327434"/>
            <a:ext cx="8653462" cy="469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569" tIns="49785" rIns="99569" bIns="49785" anchor="ctr">
            <a:spAutoFit/>
          </a:bodyPr>
          <a:lstStyle>
            <a:lvl1pPr defTabSz="995363">
              <a:spcBef>
                <a:spcPct val="20000"/>
              </a:spcBef>
              <a:buChar char="•"/>
              <a:tabLst>
                <a:tab pos="196850" algn="r"/>
                <a:tab pos="2940050" algn="ctr"/>
                <a:tab pos="5880100" algn="r"/>
              </a:tabLst>
              <a:defRPr sz="3600">
                <a:solidFill>
                  <a:schemeClr val="tx1"/>
                </a:solidFill>
                <a:latin typeface="Times New Roman" panose="02020603050405020304" pitchFamily="18" charset="0"/>
              </a:defRPr>
            </a:lvl1pPr>
            <a:lvl2pPr marL="742950" indent="-285750" defTabSz="995363">
              <a:spcBef>
                <a:spcPct val="20000"/>
              </a:spcBef>
              <a:buChar char="–"/>
              <a:tabLst>
                <a:tab pos="196850" algn="r"/>
                <a:tab pos="2940050" algn="ctr"/>
                <a:tab pos="5880100" algn="r"/>
              </a:tabLst>
              <a:defRPr sz="3200">
                <a:solidFill>
                  <a:schemeClr val="tx1"/>
                </a:solidFill>
                <a:latin typeface="Times New Roman" panose="02020603050405020304" pitchFamily="18" charset="0"/>
              </a:defRPr>
            </a:lvl2pPr>
            <a:lvl3pPr marL="1143000" indent="-228600" defTabSz="995363">
              <a:spcBef>
                <a:spcPct val="20000"/>
              </a:spcBef>
              <a:buChar char="•"/>
              <a:tabLst>
                <a:tab pos="196850" algn="r"/>
                <a:tab pos="2940050" algn="ctr"/>
                <a:tab pos="5880100" algn="r"/>
              </a:tabLst>
              <a:defRPr sz="2700">
                <a:solidFill>
                  <a:schemeClr val="tx1"/>
                </a:solidFill>
                <a:latin typeface="Times New Roman" panose="02020603050405020304" pitchFamily="18" charset="0"/>
              </a:defRPr>
            </a:lvl3pPr>
            <a:lvl4pPr marL="16002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4pPr>
            <a:lvl5pPr marL="2057400" indent="-228600" defTabSz="995363">
              <a:spcBef>
                <a:spcPct val="20000"/>
              </a:spcBef>
              <a:buChar char="»"/>
              <a:tabLst>
                <a:tab pos="196850" algn="r"/>
                <a:tab pos="2940050" algn="ctr"/>
                <a:tab pos="5880100" algn="r"/>
              </a:tabLst>
              <a:defRPr sz="2300">
                <a:solidFill>
                  <a:schemeClr val="tx1"/>
                </a:solidFill>
                <a:latin typeface="Times New Roman" panose="02020603050405020304" pitchFamily="18" charset="0"/>
              </a:defRPr>
            </a:lvl5pPr>
            <a:lvl6pPr marL="25146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6pPr>
            <a:lvl7pPr marL="29718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7pPr>
            <a:lvl8pPr marL="34290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8pPr>
            <a:lvl9pPr marL="3886200" indent="-228600" defTabSz="995363" eaLnBrk="0" fontAlgn="base" hangingPunct="0">
              <a:spcBef>
                <a:spcPct val="20000"/>
              </a:spcBef>
              <a:spcAft>
                <a:spcPct val="0"/>
              </a:spcAft>
              <a:buChar char="»"/>
              <a:tabLst>
                <a:tab pos="196850" algn="r"/>
                <a:tab pos="2940050" algn="ctr"/>
                <a:tab pos="5880100" algn="r"/>
              </a:tabLst>
              <a:defRPr sz="2300">
                <a:solidFill>
                  <a:schemeClr val="tx1"/>
                </a:solidFill>
                <a:latin typeface="Times New Roman" panose="02020603050405020304" pitchFamily="18" charset="0"/>
              </a:defRPr>
            </a:lvl9pPr>
          </a:lstStyle>
          <a:p>
            <a:pPr eaLnBrk="1" hangingPunct="1">
              <a:spcBef>
                <a:spcPct val="0"/>
              </a:spcBef>
              <a:buFontTx/>
              <a:buNone/>
            </a:pPr>
            <a:r>
              <a:rPr lang="es-ES" sz="2400" b="1" dirty="0">
                <a:solidFill>
                  <a:srgbClr val="CC0000"/>
                </a:solidFill>
                <a:latin typeface="Arial" panose="020B0604020202020204" pitchFamily="34" charset="0"/>
              </a:rPr>
              <a:t>4.4.4 TRANSFORMACIONES ESTRELLA-TRIÁNGULO</a:t>
            </a:r>
          </a:p>
        </p:txBody>
      </p:sp>
      <p:sp>
        <p:nvSpPr>
          <p:cNvPr id="445445" name="Text Box 5"/>
          <p:cNvSpPr txBox="1">
            <a:spLocks noChangeArrowheads="1"/>
          </p:cNvSpPr>
          <p:nvPr/>
        </p:nvSpPr>
        <p:spPr bwMode="auto">
          <a:xfrm>
            <a:off x="4332198" y="1928364"/>
            <a:ext cx="6028834" cy="1717248"/>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118800" rIns="90000" bIns="118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0"/>
              </a:spcBef>
              <a:buFontTx/>
              <a:buNone/>
            </a:pPr>
            <a:r>
              <a:rPr lang="es-ES" sz="2400" dirty="0">
                <a:solidFill>
                  <a:srgbClr val="000000"/>
                </a:solidFill>
                <a:latin typeface="Arial" panose="020B0604020202020204" pitchFamily="34" charset="0"/>
              </a:rPr>
              <a:t>Transformando entre </a:t>
            </a:r>
            <a:r>
              <a:rPr lang="es-ES" sz="2400" b="1" dirty="0">
                <a:solidFill>
                  <a:srgbClr val="FF0000"/>
                </a:solidFill>
                <a:latin typeface="Arial" panose="020B0604020202020204" pitchFamily="34" charset="0"/>
              </a:rPr>
              <a:t>3 terminales </a:t>
            </a:r>
            <a:r>
              <a:rPr lang="es-ES" sz="2400" dirty="0">
                <a:solidFill>
                  <a:srgbClr val="000000"/>
                </a:solidFill>
                <a:latin typeface="Arial" panose="020B0604020202020204" pitchFamily="34" charset="0"/>
              </a:rPr>
              <a:t>una configuración en la otra </a:t>
            </a:r>
            <a:r>
              <a:rPr lang="es-ES" sz="2400">
                <a:solidFill>
                  <a:srgbClr val="000000"/>
                </a:solidFill>
                <a:latin typeface="Arial" panose="020B0604020202020204" pitchFamily="34" charset="0"/>
              </a:rPr>
              <a:t>(entre </a:t>
            </a:r>
            <a:r>
              <a:rPr lang="es-ES" sz="2400" dirty="0">
                <a:solidFill>
                  <a:srgbClr val="000000"/>
                </a:solidFill>
                <a:latin typeface="Arial" panose="020B0604020202020204" pitchFamily="34" charset="0"/>
              </a:rPr>
              <a:t>3 nudos de triángulo a estrella</a:t>
            </a:r>
            <a:r>
              <a:rPr lang="es-ES" sz="2400">
                <a:solidFill>
                  <a:srgbClr val="000000"/>
                </a:solidFill>
                <a:latin typeface="Arial" panose="020B0604020202020204" pitchFamily="34" charset="0"/>
              </a:rPr>
              <a:t>, o </a:t>
            </a:r>
            <a:r>
              <a:rPr lang="es-ES" sz="2400" dirty="0">
                <a:solidFill>
                  <a:srgbClr val="000000"/>
                </a:solidFill>
                <a:latin typeface="Arial" panose="020B0604020202020204" pitchFamily="34" charset="0"/>
              </a:rPr>
              <a:t>viceversa), se puede </a:t>
            </a:r>
            <a:r>
              <a:rPr lang="es-ES" sz="2400">
                <a:solidFill>
                  <a:srgbClr val="000000"/>
                </a:solidFill>
                <a:latin typeface="Arial" panose="020B0604020202020204" pitchFamily="34" charset="0"/>
              </a:rPr>
              <a:t>seguir asociando </a:t>
            </a:r>
            <a:r>
              <a:rPr lang="es-ES" sz="2400" dirty="0">
                <a:solidFill>
                  <a:srgbClr val="000000"/>
                </a:solidFill>
                <a:latin typeface="Arial" panose="020B0604020202020204" pitchFamily="34" charset="0"/>
              </a:rPr>
              <a:t>en </a:t>
            </a:r>
            <a:r>
              <a:rPr lang="es-ES" sz="2400">
                <a:solidFill>
                  <a:srgbClr val="000000"/>
                </a:solidFill>
                <a:latin typeface="Arial" panose="020B0604020202020204" pitchFamily="34" charset="0"/>
              </a:rPr>
              <a:t>serie o en paralelo</a:t>
            </a:r>
            <a:endParaRPr lang="es-ES" sz="2400" dirty="0">
              <a:solidFill>
                <a:srgbClr val="000000"/>
              </a:solidFill>
              <a:latin typeface="Arial" panose="020B0604020202020204" pitchFamily="34" charset="0"/>
            </a:endParaRPr>
          </a:p>
        </p:txBody>
      </p:sp>
      <p:sp>
        <p:nvSpPr>
          <p:cNvPr id="445515" name="Text Box 75"/>
          <p:cNvSpPr txBox="1">
            <a:spLocks noChangeArrowheads="1"/>
          </p:cNvSpPr>
          <p:nvPr/>
        </p:nvSpPr>
        <p:spPr bwMode="auto">
          <a:xfrm>
            <a:off x="1279585" y="934399"/>
            <a:ext cx="8506671"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a:latin typeface="Arial" panose="020B0604020202020204" pitchFamily="34" charset="0"/>
                <a:sym typeface="Symbol" panose="05050102010706020507" pitchFamily="18" charset="2"/>
              </a:rPr>
              <a:t> </a:t>
            </a:r>
            <a:r>
              <a:rPr lang="es-ES" sz="2400">
                <a:latin typeface="Arial" panose="020B0604020202020204" pitchFamily="34" charset="0"/>
              </a:rPr>
              <a:t>Si </a:t>
            </a:r>
            <a:r>
              <a:rPr lang="es-ES" sz="2400" dirty="0">
                <a:latin typeface="Arial" panose="020B0604020202020204" pitchFamily="34" charset="0"/>
              </a:rPr>
              <a:t>se tiene una </a:t>
            </a:r>
            <a:r>
              <a:rPr lang="es-ES" sz="2400" b="1">
                <a:solidFill>
                  <a:srgbClr val="3333FF"/>
                </a:solidFill>
                <a:latin typeface="Arial" panose="020B0604020202020204" pitchFamily="34" charset="0"/>
              </a:rPr>
              <a:t>asociación compleja</a:t>
            </a:r>
            <a:r>
              <a:rPr lang="es-ES" sz="2400">
                <a:latin typeface="Arial" panose="020B0604020202020204" pitchFamily="34" charset="0"/>
              </a:rPr>
              <a:t>:</a:t>
            </a:r>
          </a:p>
          <a:p>
            <a:pPr eaLnBrk="1" hangingPunct="1">
              <a:spcBef>
                <a:spcPts val="0"/>
              </a:spcBef>
              <a:buFontTx/>
              <a:buNone/>
            </a:pPr>
            <a:r>
              <a:rPr lang="es-ES" sz="2400">
                <a:latin typeface="Arial" panose="020B0604020202020204" pitchFamily="34" charset="0"/>
              </a:rPr>
              <a:t>   </a:t>
            </a:r>
            <a:r>
              <a:rPr lang="es-ES" sz="2400">
                <a:latin typeface="Arial" panose="020B0604020202020204" pitchFamily="34" charset="0"/>
                <a:sym typeface="Symbol" panose="05050102010706020507" pitchFamily="18" charset="2"/>
              </a:rPr>
              <a:t>Para </a:t>
            </a:r>
            <a:r>
              <a:rPr lang="es-ES" sz="2400" dirty="0">
                <a:latin typeface="Arial" panose="020B0604020202020204" pitchFamily="34" charset="0"/>
                <a:sym typeface="Symbol" panose="05050102010706020507" pitchFamily="18" charset="2"/>
              </a:rPr>
              <a:t>obtener </a:t>
            </a:r>
            <a:r>
              <a:rPr lang="es-ES" sz="2400" dirty="0" err="1">
                <a:latin typeface="Arial" panose="020B0604020202020204" pitchFamily="34" charset="0"/>
                <a:sym typeface="Symbol" panose="05050102010706020507" pitchFamily="18" charset="2"/>
              </a:rPr>
              <a:t>R</a:t>
            </a:r>
            <a:r>
              <a:rPr lang="es-ES" sz="2400" baseline="-25000" dirty="0" err="1">
                <a:latin typeface="Arial" panose="020B0604020202020204" pitchFamily="34" charset="0"/>
                <a:sym typeface="Symbol" panose="05050102010706020507" pitchFamily="18" charset="2"/>
              </a:rPr>
              <a:t>eq</a:t>
            </a: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se va </a:t>
            </a:r>
            <a:r>
              <a:rPr lang="es-ES" sz="2400" dirty="0">
                <a:latin typeface="Arial" panose="020B0604020202020204" pitchFamily="34" charset="0"/>
                <a:sym typeface="Symbol" panose="05050102010706020507" pitchFamily="18" charset="2"/>
              </a:rPr>
              <a:t>asociando en </a:t>
            </a:r>
            <a:r>
              <a:rPr lang="es-ES" sz="2400">
                <a:latin typeface="Arial" panose="020B0604020202020204" pitchFamily="34" charset="0"/>
                <a:sym typeface="Symbol" panose="05050102010706020507" pitchFamily="18" charset="2"/>
              </a:rPr>
              <a:t>serie o </a:t>
            </a:r>
            <a:r>
              <a:rPr lang="es-ES" sz="2400" dirty="0">
                <a:latin typeface="Arial" panose="020B0604020202020204" pitchFamily="34" charset="0"/>
                <a:sym typeface="Symbol" panose="05050102010706020507" pitchFamily="18" charset="2"/>
              </a:rPr>
              <a:t>en paralelo.</a:t>
            </a:r>
            <a:endParaRPr lang="es-ES" sz="2400" b="1" dirty="0">
              <a:latin typeface="Arial" panose="020B0604020202020204" pitchFamily="34" charset="0"/>
            </a:endParaRPr>
          </a:p>
        </p:txBody>
      </p:sp>
      <p:sp>
        <p:nvSpPr>
          <p:cNvPr id="44050" name="Text Box 32"/>
          <p:cNvSpPr txBox="1">
            <a:spLocks noChangeArrowheads="1"/>
          </p:cNvSpPr>
          <p:nvPr/>
        </p:nvSpPr>
        <p:spPr bwMode="auto">
          <a:xfrm>
            <a:off x="2703576" y="394426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R</a:t>
            </a:r>
            <a:r>
              <a:rPr lang="es-ES" sz="2000" baseline="-25000">
                <a:solidFill>
                  <a:srgbClr val="000000"/>
                </a:solidFill>
                <a:latin typeface="Arial" panose="020B0604020202020204" pitchFamily="34" charset="0"/>
              </a:rPr>
              <a:t>12</a:t>
            </a:r>
          </a:p>
        </p:txBody>
      </p:sp>
      <p:grpSp>
        <p:nvGrpSpPr>
          <p:cNvPr id="61572" name="Group 132"/>
          <p:cNvGrpSpPr>
            <a:grpSpLocks/>
          </p:cNvGrpSpPr>
          <p:nvPr/>
        </p:nvGrpSpPr>
        <p:grpSpPr bwMode="auto">
          <a:xfrm>
            <a:off x="2494314" y="4437973"/>
            <a:ext cx="1666874" cy="1382713"/>
            <a:chOff x="1200" y="1248"/>
            <a:chExt cx="1050" cy="871"/>
          </a:xfrm>
        </p:grpSpPr>
        <p:grpSp>
          <p:nvGrpSpPr>
            <p:cNvPr id="44083" name="Group 130"/>
            <p:cNvGrpSpPr>
              <a:grpSpLocks/>
            </p:cNvGrpSpPr>
            <p:nvPr/>
          </p:nvGrpSpPr>
          <p:grpSpPr bwMode="auto">
            <a:xfrm>
              <a:off x="1616" y="1248"/>
              <a:ext cx="634" cy="560"/>
              <a:chOff x="1616" y="1248"/>
              <a:chExt cx="634" cy="560"/>
            </a:xfrm>
          </p:grpSpPr>
          <p:grpSp>
            <p:nvGrpSpPr>
              <p:cNvPr id="44100" name="Group 102"/>
              <p:cNvGrpSpPr>
                <a:grpSpLocks/>
              </p:cNvGrpSpPr>
              <p:nvPr/>
            </p:nvGrpSpPr>
            <p:grpSpPr bwMode="auto">
              <a:xfrm rot="19948898" flipH="1">
                <a:off x="1776" y="1340"/>
                <a:ext cx="163" cy="309"/>
                <a:chOff x="1195" y="2813"/>
                <a:chExt cx="217" cy="449"/>
              </a:xfrm>
            </p:grpSpPr>
            <p:sp>
              <p:nvSpPr>
                <p:cNvPr id="44104" name="Line 103"/>
                <p:cNvSpPr>
                  <a:spLocks noChangeShapeType="1"/>
                </p:cNvSpPr>
                <p:nvPr/>
              </p:nvSpPr>
              <p:spPr bwMode="auto">
                <a:xfrm>
                  <a:off x="1303" y="2817"/>
                  <a:ext cx="0" cy="445"/>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105" name="Line 104"/>
                <p:cNvSpPr>
                  <a:spLocks noChangeShapeType="1"/>
                </p:cNvSpPr>
                <p:nvPr/>
              </p:nvSpPr>
              <p:spPr bwMode="auto">
                <a:xfrm flipH="1">
                  <a:off x="1195" y="2813"/>
                  <a:ext cx="95" cy="255"/>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106" name="Line 105"/>
                <p:cNvSpPr>
                  <a:spLocks noChangeShapeType="1"/>
                </p:cNvSpPr>
                <p:nvPr/>
              </p:nvSpPr>
              <p:spPr bwMode="auto">
                <a:xfrm flipH="1">
                  <a:off x="1310" y="3033"/>
                  <a:ext cx="102" cy="226"/>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44101" name="Line 45"/>
              <p:cNvSpPr>
                <a:spLocks noChangeShapeType="1"/>
              </p:cNvSpPr>
              <p:nvPr/>
            </p:nvSpPr>
            <p:spPr bwMode="auto">
              <a:xfrm rot="1684087" flipV="1">
                <a:off x="1616" y="1495"/>
                <a:ext cx="108" cy="31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102" name="Line 46"/>
              <p:cNvSpPr>
                <a:spLocks noChangeShapeType="1"/>
              </p:cNvSpPr>
              <p:nvPr/>
            </p:nvSpPr>
            <p:spPr bwMode="auto">
              <a:xfrm rot="1684087" flipH="1">
                <a:off x="2006" y="1248"/>
                <a:ext cx="94" cy="25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103" name="Text Box 53"/>
              <p:cNvSpPr txBox="1">
                <a:spLocks noChangeArrowheads="1"/>
              </p:cNvSpPr>
              <p:nvPr/>
            </p:nvSpPr>
            <p:spPr bwMode="auto">
              <a:xfrm>
                <a:off x="1904" y="1397"/>
                <a:ext cx="346" cy="296"/>
              </a:xfrm>
              <a:prstGeom prst="rect">
                <a:avLst/>
              </a:prstGeom>
              <a:noFill/>
              <a:ln w="12700" algn="ctr">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R</a:t>
                </a:r>
                <a:r>
                  <a:rPr lang="es-ES" sz="2000" baseline="-25000">
                    <a:solidFill>
                      <a:srgbClr val="000000"/>
                    </a:solidFill>
                    <a:latin typeface="Arial" panose="020B0604020202020204" pitchFamily="34" charset="0"/>
                  </a:rPr>
                  <a:t>2</a:t>
                </a:r>
              </a:p>
            </p:txBody>
          </p:sp>
        </p:grpSp>
        <p:grpSp>
          <p:nvGrpSpPr>
            <p:cNvPr id="44084" name="Group 131"/>
            <p:cNvGrpSpPr>
              <a:grpSpLocks/>
            </p:cNvGrpSpPr>
            <p:nvPr/>
          </p:nvGrpSpPr>
          <p:grpSpPr bwMode="auto">
            <a:xfrm>
              <a:off x="1701" y="1643"/>
              <a:ext cx="476" cy="476"/>
              <a:chOff x="1701" y="1643"/>
              <a:chExt cx="476" cy="476"/>
            </a:xfrm>
          </p:grpSpPr>
          <p:sp>
            <p:nvSpPr>
              <p:cNvPr id="44093" name="Line 50"/>
              <p:cNvSpPr>
                <a:spLocks noChangeShapeType="1"/>
              </p:cNvSpPr>
              <p:nvPr/>
            </p:nvSpPr>
            <p:spPr bwMode="auto">
              <a:xfrm>
                <a:off x="1963" y="1847"/>
                <a:ext cx="214" cy="228"/>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94" name="Line 51"/>
              <p:cNvSpPr>
                <a:spLocks noChangeShapeType="1"/>
              </p:cNvSpPr>
              <p:nvPr/>
            </p:nvSpPr>
            <p:spPr bwMode="auto">
              <a:xfrm>
                <a:off x="1701" y="1643"/>
                <a:ext cx="148" cy="122"/>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95" name="Text Box 52"/>
              <p:cNvSpPr txBox="1">
                <a:spLocks noChangeArrowheads="1"/>
              </p:cNvSpPr>
              <p:nvPr/>
            </p:nvSpPr>
            <p:spPr bwMode="auto">
              <a:xfrm>
                <a:off x="1815" y="1823"/>
                <a:ext cx="346" cy="296"/>
              </a:xfrm>
              <a:prstGeom prst="rect">
                <a:avLst/>
              </a:prstGeom>
              <a:noFill/>
              <a:ln w="12700" algn="ctr">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R</a:t>
                </a:r>
                <a:r>
                  <a:rPr lang="es-ES" sz="2000" baseline="-25000">
                    <a:solidFill>
                      <a:srgbClr val="000000"/>
                    </a:solidFill>
                    <a:latin typeface="Arial" panose="020B0604020202020204" pitchFamily="34" charset="0"/>
                  </a:rPr>
                  <a:t>3</a:t>
                </a:r>
              </a:p>
            </p:txBody>
          </p:sp>
          <p:grpSp>
            <p:nvGrpSpPr>
              <p:cNvPr id="44096" name="Group 94"/>
              <p:cNvGrpSpPr>
                <a:grpSpLocks/>
              </p:cNvGrpSpPr>
              <p:nvPr/>
            </p:nvGrpSpPr>
            <p:grpSpPr bwMode="auto">
              <a:xfrm rot="2518209">
                <a:off x="1839" y="1648"/>
                <a:ext cx="153" cy="306"/>
                <a:chOff x="1090" y="2899"/>
                <a:chExt cx="205" cy="445"/>
              </a:xfrm>
            </p:grpSpPr>
            <p:sp>
              <p:nvSpPr>
                <p:cNvPr id="44097" name="Line 95"/>
                <p:cNvSpPr>
                  <a:spLocks noChangeShapeType="1"/>
                </p:cNvSpPr>
                <p:nvPr/>
              </p:nvSpPr>
              <p:spPr bwMode="auto">
                <a:xfrm>
                  <a:off x="1185" y="2899"/>
                  <a:ext cx="0" cy="445"/>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98" name="Line 96"/>
                <p:cNvSpPr>
                  <a:spLocks noChangeShapeType="1"/>
                </p:cNvSpPr>
                <p:nvPr/>
              </p:nvSpPr>
              <p:spPr bwMode="auto">
                <a:xfrm flipH="1">
                  <a:off x="1090" y="2907"/>
                  <a:ext cx="95" cy="255"/>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99" name="Line 97"/>
                <p:cNvSpPr>
                  <a:spLocks noChangeShapeType="1"/>
                </p:cNvSpPr>
                <p:nvPr/>
              </p:nvSpPr>
              <p:spPr bwMode="auto">
                <a:xfrm flipH="1">
                  <a:off x="1193" y="3114"/>
                  <a:ext cx="102" cy="226"/>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grpSp>
          <p:nvGrpSpPr>
            <p:cNvPr id="44085" name="Group 129"/>
            <p:cNvGrpSpPr>
              <a:grpSpLocks/>
            </p:cNvGrpSpPr>
            <p:nvPr/>
          </p:nvGrpSpPr>
          <p:grpSpPr bwMode="auto">
            <a:xfrm>
              <a:off x="1200" y="1393"/>
              <a:ext cx="386" cy="589"/>
              <a:chOff x="1200" y="1393"/>
              <a:chExt cx="386" cy="589"/>
            </a:xfrm>
          </p:grpSpPr>
          <p:sp>
            <p:nvSpPr>
              <p:cNvPr id="44086" name="Line 40"/>
              <p:cNvSpPr>
                <a:spLocks noChangeShapeType="1"/>
              </p:cNvSpPr>
              <p:nvPr/>
            </p:nvSpPr>
            <p:spPr bwMode="auto">
              <a:xfrm rot="19915913" flipH="1">
                <a:off x="1200" y="1939"/>
                <a:ext cx="259" cy="43"/>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088" name="Text Box 54"/>
              <p:cNvSpPr txBox="1">
                <a:spLocks noChangeArrowheads="1"/>
              </p:cNvSpPr>
              <p:nvPr/>
            </p:nvSpPr>
            <p:spPr bwMode="auto">
              <a:xfrm>
                <a:off x="1240" y="1393"/>
                <a:ext cx="346" cy="296"/>
              </a:xfrm>
              <a:prstGeom prst="rect">
                <a:avLst/>
              </a:prstGeom>
              <a:noFill/>
              <a:ln w="12700" algn="ctr">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1</a:t>
                </a:r>
              </a:p>
            </p:txBody>
          </p:sp>
          <p:grpSp>
            <p:nvGrpSpPr>
              <p:cNvPr id="44089" name="Group 98"/>
              <p:cNvGrpSpPr>
                <a:grpSpLocks/>
              </p:cNvGrpSpPr>
              <p:nvPr/>
            </p:nvGrpSpPr>
            <p:grpSpPr bwMode="auto">
              <a:xfrm rot="-1874449">
                <a:off x="1415" y="1657"/>
                <a:ext cx="152" cy="306"/>
                <a:chOff x="940" y="2919"/>
                <a:chExt cx="203" cy="445"/>
              </a:xfrm>
            </p:grpSpPr>
            <p:sp>
              <p:nvSpPr>
                <p:cNvPr id="44090" name="Line 99"/>
                <p:cNvSpPr>
                  <a:spLocks noChangeShapeType="1"/>
                </p:cNvSpPr>
                <p:nvPr/>
              </p:nvSpPr>
              <p:spPr bwMode="auto">
                <a:xfrm>
                  <a:off x="1035" y="2919"/>
                  <a:ext cx="0" cy="445"/>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91" name="Line 100"/>
                <p:cNvSpPr>
                  <a:spLocks noChangeShapeType="1"/>
                </p:cNvSpPr>
                <p:nvPr/>
              </p:nvSpPr>
              <p:spPr bwMode="auto">
                <a:xfrm flipH="1">
                  <a:off x="940" y="2927"/>
                  <a:ext cx="95" cy="255"/>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92" name="Line 101"/>
                <p:cNvSpPr>
                  <a:spLocks noChangeShapeType="1"/>
                </p:cNvSpPr>
                <p:nvPr/>
              </p:nvSpPr>
              <p:spPr bwMode="auto">
                <a:xfrm flipH="1">
                  <a:off x="1041" y="3134"/>
                  <a:ext cx="102" cy="226"/>
                </a:xfrm>
                <a:prstGeom prst="line">
                  <a:avLst/>
                </a:prstGeom>
                <a:noFill/>
                <a:ln w="381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grpSp>
      <p:grpSp>
        <p:nvGrpSpPr>
          <p:cNvPr id="61566" name="Group 126"/>
          <p:cNvGrpSpPr>
            <a:grpSpLocks/>
          </p:cNvGrpSpPr>
          <p:nvPr/>
        </p:nvGrpSpPr>
        <p:grpSpPr bwMode="auto">
          <a:xfrm>
            <a:off x="2510204" y="4215701"/>
            <a:ext cx="1779595" cy="1763705"/>
            <a:chOff x="1210" y="1108"/>
            <a:chExt cx="1121" cy="1111"/>
          </a:xfrm>
        </p:grpSpPr>
        <p:sp>
          <p:nvSpPr>
            <p:cNvPr id="44064" name="Line 20"/>
            <p:cNvSpPr>
              <a:spLocks noChangeShapeType="1"/>
            </p:cNvSpPr>
            <p:nvPr/>
          </p:nvSpPr>
          <p:spPr bwMode="auto">
            <a:xfrm rot="10800000" flipV="1">
              <a:off x="1785" y="2071"/>
              <a:ext cx="404" cy="9"/>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065" name="Line 26"/>
            <p:cNvSpPr>
              <a:spLocks noChangeShapeType="1"/>
            </p:cNvSpPr>
            <p:nvPr/>
          </p:nvSpPr>
          <p:spPr bwMode="auto">
            <a:xfrm>
              <a:off x="2170" y="1261"/>
              <a:ext cx="0" cy="388"/>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066" name="Line 27"/>
            <p:cNvSpPr>
              <a:spLocks noChangeShapeType="1"/>
            </p:cNvSpPr>
            <p:nvPr/>
          </p:nvSpPr>
          <p:spPr bwMode="auto">
            <a:xfrm>
              <a:off x="2191" y="1795"/>
              <a:ext cx="0" cy="294"/>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067" name="Line 29"/>
            <p:cNvSpPr>
              <a:spLocks noChangeShapeType="1"/>
            </p:cNvSpPr>
            <p:nvPr/>
          </p:nvSpPr>
          <p:spPr bwMode="auto">
            <a:xfrm flipH="1" flipV="1">
              <a:off x="1214" y="2080"/>
              <a:ext cx="397" cy="0"/>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068" name="Line 30"/>
            <p:cNvSpPr>
              <a:spLocks noChangeShapeType="1"/>
            </p:cNvSpPr>
            <p:nvPr/>
          </p:nvSpPr>
          <p:spPr bwMode="auto">
            <a:xfrm flipH="1">
              <a:off x="1786" y="1271"/>
              <a:ext cx="393" cy="0"/>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44069" name="Group 106"/>
            <p:cNvGrpSpPr>
              <a:grpSpLocks/>
            </p:cNvGrpSpPr>
            <p:nvPr/>
          </p:nvGrpSpPr>
          <p:grpSpPr bwMode="auto">
            <a:xfrm>
              <a:off x="1616" y="1922"/>
              <a:ext cx="152" cy="297"/>
              <a:chOff x="1028" y="3245"/>
              <a:chExt cx="203" cy="454"/>
            </a:xfrm>
          </p:grpSpPr>
          <p:sp>
            <p:nvSpPr>
              <p:cNvPr id="44080" name="Line 107"/>
              <p:cNvSpPr>
                <a:spLocks noChangeShapeType="1"/>
              </p:cNvSpPr>
              <p:nvPr/>
            </p:nvSpPr>
            <p:spPr bwMode="auto">
              <a:xfrm>
                <a:off x="1123" y="3254"/>
                <a:ext cx="0" cy="445"/>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81" name="Line 108"/>
              <p:cNvSpPr>
                <a:spLocks noChangeShapeType="1"/>
              </p:cNvSpPr>
              <p:nvPr/>
            </p:nvSpPr>
            <p:spPr bwMode="auto">
              <a:xfrm flipH="1">
                <a:off x="1028" y="3245"/>
                <a:ext cx="95" cy="255"/>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82" name="Line 109"/>
              <p:cNvSpPr>
                <a:spLocks noChangeShapeType="1"/>
              </p:cNvSpPr>
              <p:nvPr/>
            </p:nvSpPr>
            <p:spPr bwMode="auto">
              <a:xfrm flipH="1">
                <a:off x="1129" y="3460"/>
                <a:ext cx="102" cy="226"/>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44070" name="Group 110"/>
            <p:cNvGrpSpPr>
              <a:grpSpLocks/>
            </p:cNvGrpSpPr>
            <p:nvPr/>
          </p:nvGrpSpPr>
          <p:grpSpPr bwMode="auto">
            <a:xfrm>
              <a:off x="1634" y="1108"/>
              <a:ext cx="152" cy="306"/>
              <a:chOff x="1028" y="2712"/>
              <a:chExt cx="203" cy="445"/>
            </a:xfrm>
          </p:grpSpPr>
          <p:sp>
            <p:nvSpPr>
              <p:cNvPr id="44077" name="Line 111"/>
              <p:cNvSpPr>
                <a:spLocks noChangeShapeType="1"/>
              </p:cNvSpPr>
              <p:nvPr/>
            </p:nvSpPr>
            <p:spPr bwMode="auto">
              <a:xfrm>
                <a:off x="1123" y="2712"/>
                <a:ext cx="0" cy="445"/>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78" name="Line 112"/>
              <p:cNvSpPr>
                <a:spLocks noChangeShapeType="1"/>
              </p:cNvSpPr>
              <p:nvPr/>
            </p:nvSpPr>
            <p:spPr bwMode="auto">
              <a:xfrm flipH="1">
                <a:off x="1028" y="2720"/>
                <a:ext cx="95" cy="255"/>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79" name="Line 113"/>
              <p:cNvSpPr>
                <a:spLocks noChangeShapeType="1"/>
              </p:cNvSpPr>
              <p:nvPr/>
            </p:nvSpPr>
            <p:spPr bwMode="auto">
              <a:xfrm flipH="1">
                <a:off x="1129" y="2927"/>
                <a:ext cx="102" cy="226"/>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44071" name="Group 114"/>
            <p:cNvGrpSpPr>
              <a:grpSpLocks/>
            </p:cNvGrpSpPr>
            <p:nvPr/>
          </p:nvGrpSpPr>
          <p:grpSpPr bwMode="auto">
            <a:xfrm rot="-5400000">
              <a:off x="2094" y="1570"/>
              <a:ext cx="151" cy="322"/>
              <a:chOff x="736" y="2670"/>
              <a:chExt cx="201" cy="468"/>
            </a:xfrm>
          </p:grpSpPr>
          <p:sp>
            <p:nvSpPr>
              <p:cNvPr id="44074" name="Line 115"/>
              <p:cNvSpPr>
                <a:spLocks noChangeShapeType="1"/>
              </p:cNvSpPr>
              <p:nvPr/>
            </p:nvSpPr>
            <p:spPr bwMode="auto">
              <a:xfrm>
                <a:off x="829" y="2693"/>
                <a:ext cx="0" cy="445"/>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75" name="Line 116"/>
              <p:cNvSpPr>
                <a:spLocks noChangeShapeType="1"/>
              </p:cNvSpPr>
              <p:nvPr/>
            </p:nvSpPr>
            <p:spPr bwMode="auto">
              <a:xfrm flipH="1">
                <a:off x="736" y="2670"/>
                <a:ext cx="95" cy="255"/>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4076" name="Line 117"/>
              <p:cNvSpPr>
                <a:spLocks noChangeShapeType="1"/>
              </p:cNvSpPr>
              <p:nvPr/>
            </p:nvSpPr>
            <p:spPr bwMode="auto">
              <a:xfrm flipH="1">
                <a:off x="835" y="2895"/>
                <a:ext cx="102" cy="226"/>
              </a:xfrm>
              <a:prstGeom prst="line">
                <a:avLst/>
              </a:prstGeom>
              <a:noFill/>
              <a:ln w="38100">
                <a:solidFill>
                  <a:srgbClr val="008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44072" name="Line 30"/>
            <p:cNvSpPr>
              <a:spLocks noChangeShapeType="1"/>
            </p:cNvSpPr>
            <p:nvPr/>
          </p:nvSpPr>
          <p:spPr bwMode="auto">
            <a:xfrm flipH="1">
              <a:off x="1212" y="1273"/>
              <a:ext cx="393" cy="0"/>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4073" name="Line 30"/>
            <p:cNvSpPr>
              <a:spLocks noChangeShapeType="1"/>
            </p:cNvSpPr>
            <p:nvPr/>
          </p:nvSpPr>
          <p:spPr bwMode="auto">
            <a:xfrm rot="5400000">
              <a:off x="823" y="1665"/>
              <a:ext cx="773" cy="0"/>
            </a:xfrm>
            <a:prstGeom prst="line">
              <a:avLst/>
            </a:prstGeom>
            <a:noFill/>
            <a:ln w="38100">
              <a:solidFill>
                <a:srgbClr val="008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61559" name="Group 119"/>
          <p:cNvGrpSpPr>
            <a:grpSpLocks/>
          </p:cNvGrpSpPr>
          <p:nvPr/>
        </p:nvGrpSpPr>
        <p:grpSpPr bwMode="auto">
          <a:xfrm>
            <a:off x="2130777" y="5516584"/>
            <a:ext cx="450850" cy="469900"/>
            <a:chOff x="878" y="-296"/>
            <a:chExt cx="284" cy="296"/>
          </a:xfrm>
        </p:grpSpPr>
        <p:sp>
          <p:nvSpPr>
            <p:cNvPr id="44062" name="Oval 77"/>
            <p:cNvSpPr>
              <a:spLocks noChangeArrowheads="1"/>
            </p:cNvSpPr>
            <p:nvPr/>
          </p:nvSpPr>
          <p:spPr bwMode="auto">
            <a:xfrm>
              <a:off x="1071" y="-195"/>
              <a:ext cx="91" cy="91"/>
            </a:xfrm>
            <a:prstGeom prst="ellipse">
              <a:avLst/>
            </a:prstGeom>
            <a:solidFill>
              <a:srgbClr val="FF000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4063" name="Text Box 81"/>
            <p:cNvSpPr txBox="1">
              <a:spLocks noChangeArrowheads="1"/>
            </p:cNvSpPr>
            <p:nvPr/>
          </p:nvSpPr>
          <p:spPr bwMode="auto">
            <a:xfrm>
              <a:off x="878" y="-296"/>
              <a:ext cx="20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latin typeface="Arial" panose="020B0604020202020204" pitchFamily="34" charset="0"/>
                </a:rPr>
                <a:t>1</a:t>
              </a:r>
            </a:p>
          </p:txBody>
        </p:sp>
      </p:grpSp>
      <p:grpSp>
        <p:nvGrpSpPr>
          <p:cNvPr id="61564" name="Group 124"/>
          <p:cNvGrpSpPr>
            <a:grpSpLocks/>
          </p:cNvGrpSpPr>
          <p:nvPr/>
        </p:nvGrpSpPr>
        <p:grpSpPr bwMode="auto">
          <a:xfrm>
            <a:off x="3916715" y="5710322"/>
            <a:ext cx="322262" cy="550863"/>
            <a:chOff x="2096" y="1773"/>
            <a:chExt cx="203" cy="347"/>
          </a:xfrm>
        </p:grpSpPr>
        <p:sp>
          <p:nvSpPr>
            <p:cNvPr id="44060" name="Oval 79"/>
            <p:cNvSpPr>
              <a:spLocks noChangeArrowheads="1"/>
            </p:cNvSpPr>
            <p:nvPr/>
          </p:nvSpPr>
          <p:spPr bwMode="auto">
            <a:xfrm>
              <a:off x="2144" y="1773"/>
              <a:ext cx="91" cy="91"/>
            </a:xfrm>
            <a:prstGeom prst="ellipse">
              <a:avLst/>
            </a:prstGeom>
            <a:solidFill>
              <a:srgbClr val="FF000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4061" name="Text Box 83"/>
            <p:cNvSpPr txBox="1">
              <a:spLocks noChangeArrowheads="1"/>
            </p:cNvSpPr>
            <p:nvPr/>
          </p:nvSpPr>
          <p:spPr bwMode="auto">
            <a:xfrm>
              <a:off x="2096" y="1824"/>
              <a:ext cx="20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latin typeface="Arial" panose="020B0604020202020204" pitchFamily="34" charset="0"/>
                </a:rPr>
                <a:t>3</a:t>
              </a:r>
            </a:p>
          </p:txBody>
        </p:sp>
      </p:grpSp>
      <p:grpSp>
        <p:nvGrpSpPr>
          <p:cNvPr id="61561" name="Group 121"/>
          <p:cNvGrpSpPr>
            <a:grpSpLocks/>
          </p:cNvGrpSpPr>
          <p:nvPr/>
        </p:nvGrpSpPr>
        <p:grpSpPr bwMode="auto">
          <a:xfrm>
            <a:off x="3902427" y="3953785"/>
            <a:ext cx="322263" cy="595313"/>
            <a:chOff x="1999" y="-1013"/>
            <a:chExt cx="203" cy="375"/>
          </a:xfrm>
        </p:grpSpPr>
        <p:sp>
          <p:nvSpPr>
            <p:cNvPr id="44058" name="Oval 78"/>
            <p:cNvSpPr>
              <a:spLocks noChangeArrowheads="1"/>
            </p:cNvSpPr>
            <p:nvPr/>
          </p:nvSpPr>
          <p:spPr bwMode="auto">
            <a:xfrm>
              <a:off x="2047" y="-729"/>
              <a:ext cx="91" cy="91"/>
            </a:xfrm>
            <a:prstGeom prst="ellipse">
              <a:avLst/>
            </a:prstGeom>
            <a:solidFill>
              <a:srgbClr val="FF000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4059" name="Text Box 82"/>
            <p:cNvSpPr txBox="1">
              <a:spLocks noChangeArrowheads="1"/>
            </p:cNvSpPr>
            <p:nvPr/>
          </p:nvSpPr>
          <p:spPr bwMode="auto">
            <a:xfrm>
              <a:off x="1999" y="-1013"/>
              <a:ext cx="20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latin typeface="Arial" panose="020B0604020202020204" pitchFamily="34" charset="0"/>
                </a:rPr>
                <a:t>2</a:t>
              </a:r>
            </a:p>
          </p:txBody>
        </p:sp>
      </p:grpSp>
      <p:grpSp>
        <p:nvGrpSpPr>
          <p:cNvPr id="2" name="Grupo 1"/>
          <p:cNvGrpSpPr/>
          <p:nvPr/>
        </p:nvGrpSpPr>
        <p:grpSpPr>
          <a:xfrm>
            <a:off x="1357482" y="4293003"/>
            <a:ext cx="673560" cy="2115566"/>
            <a:chOff x="1989260" y="2811123"/>
            <a:chExt cx="673560" cy="2115566"/>
          </a:xfrm>
        </p:grpSpPr>
        <p:sp>
          <p:nvSpPr>
            <p:cNvPr id="122" name="AutoShape 62"/>
            <p:cNvSpPr>
              <a:spLocks noChangeAspect="1" noChangeArrowheads="1"/>
            </p:cNvSpPr>
            <p:nvPr/>
          </p:nvSpPr>
          <p:spPr bwMode="auto">
            <a:xfrm>
              <a:off x="1989260" y="2811123"/>
              <a:ext cx="673560" cy="579436"/>
            </a:xfrm>
            <a:prstGeom prst="triangle">
              <a:avLst>
                <a:gd name="adj" fmla="val 50000"/>
              </a:avLst>
            </a:prstGeom>
            <a:noFill/>
            <a:ln w="25400" algn="ctr">
              <a:solidFill>
                <a:srgbClr val="008000"/>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23" name="AutoShape 63"/>
            <p:cNvSpPr>
              <a:spLocks noChangeAspect="1" noChangeArrowheads="1"/>
            </p:cNvSpPr>
            <p:nvPr/>
          </p:nvSpPr>
          <p:spPr bwMode="auto">
            <a:xfrm rot="16200000" flipH="1">
              <a:off x="2089444" y="3683754"/>
              <a:ext cx="491263" cy="486860"/>
            </a:xfrm>
            <a:prstGeom prst="rightArrow">
              <a:avLst>
                <a:gd name="adj1" fmla="val 39352"/>
                <a:gd name="adj2" fmla="val 4945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24" name="Group 64"/>
            <p:cNvGrpSpPr>
              <a:grpSpLocks noChangeAspect="1"/>
            </p:cNvGrpSpPr>
            <p:nvPr/>
          </p:nvGrpSpPr>
          <p:grpSpPr bwMode="auto">
            <a:xfrm>
              <a:off x="2002314" y="4463809"/>
              <a:ext cx="656487" cy="462880"/>
              <a:chOff x="-1836" y="4159"/>
              <a:chExt cx="1192" cy="830"/>
            </a:xfrm>
          </p:grpSpPr>
          <p:sp>
            <p:nvSpPr>
              <p:cNvPr id="125" name="Line 65"/>
              <p:cNvSpPr>
                <a:spLocks noChangeAspect="1" noChangeShapeType="1"/>
              </p:cNvSpPr>
              <p:nvPr/>
            </p:nvSpPr>
            <p:spPr bwMode="auto">
              <a:xfrm>
                <a:off x="-1244" y="4159"/>
                <a:ext cx="0" cy="633"/>
              </a:xfrm>
              <a:prstGeom prst="line">
                <a:avLst/>
              </a:prstGeom>
              <a:noFill/>
              <a:ln w="254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26" name="Line 66"/>
              <p:cNvSpPr>
                <a:spLocks noChangeAspect="1" noChangeShapeType="1"/>
              </p:cNvSpPr>
              <p:nvPr/>
            </p:nvSpPr>
            <p:spPr bwMode="auto">
              <a:xfrm rot="3600000">
                <a:off x="-1521" y="4674"/>
                <a:ext cx="0" cy="630"/>
              </a:xfrm>
              <a:prstGeom prst="line">
                <a:avLst/>
              </a:prstGeom>
              <a:noFill/>
              <a:ln w="254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27" name="Line 67"/>
              <p:cNvSpPr>
                <a:spLocks noChangeAspect="1" noChangeShapeType="1"/>
              </p:cNvSpPr>
              <p:nvPr/>
            </p:nvSpPr>
            <p:spPr bwMode="auto">
              <a:xfrm rot="18000000" flipH="1">
                <a:off x="-959" y="4673"/>
                <a:ext cx="0" cy="630"/>
              </a:xfrm>
              <a:prstGeom prst="line">
                <a:avLst/>
              </a:prstGeom>
              <a:noFill/>
              <a:ln w="254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sp>
        <p:nvSpPr>
          <p:cNvPr id="112" name="Text Box 75"/>
          <p:cNvSpPr txBox="1">
            <a:spLocks noChangeArrowheads="1"/>
          </p:cNvSpPr>
          <p:nvPr/>
        </p:nvSpPr>
        <p:spPr bwMode="auto">
          <a:xfrm>
            <a:off x="1272092" y="1932520"/>
            <a:ext cx="2700846"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Si no </a:t>
            </a:r>
            <a:r>
              <a:rPr lang="es-ES" sz="2400">
                <a:latin typeface="Arial" panose="020B0604020202020204" pitchFamily="34" charset="0"/>
                <a:sym typeface="Symbol" panose="05050102010706020507" pitchFamily="18" charset="2"/>
              </a:rPr>
              <a:t>se puede: </a:t>
            </a:r>
            <a:r>
              <a:rPr lang="es-ES" sz="2400" dirty="0">
                <a:latin typeface="Arial" panose="020B0604020202020204" pitchFamily="34" charset="0"/>
                <a:sym typeface="Symbol" panose="05050102010706020507" pitchFamily="18" charset="2"/>
              </a:rPr>
              <a:t>(como en </a:t>
            </a:r>
            <a:r>
              <a:rPr lang="es-ES" sz="2400">
                <a:latin typeface="Arial" panose="020B0604020202020204" pitchFamily="34" charset="0"/>
                <a:sym typeface="Symbol" panose="05050102010706020507" pitchFamily="18" charset="2"/>
              </a:rPr>
              <a:t>el ej.)</a:t>
            </a:r>
            <a:endParaRPr lang="es-ES" sz="2400" b="1" dirty="0">
              <a:latin typeface="Arial" panose="020B0604020202020204" pitchFamily="34" charset="0"/>
            </a:endParaRPr>
          </a:p>
        </p:txBody>
      </p:sp>
      <p:grpSp>
        <p:nvGrpSpPr>
          <p:cNvPr id="26" name="Grupo 25">
            <a:extLst>
              <a:ext uri="{FF2B5EF4-FFF2-40B4-BE49-F238E27FC236}">
                <a16:creationId xmlns:a16="http://schemas.microsoft.com/office/drawing/2014/main" id="{42327B9B-1B2F-E0DD-D9F4-CC0397A28A62}"/>
              </a:ext>
            </a:extLst>
          </p:cNvPr>
          <p:cNvGrpSpPr/>
          <p:nvPr/>
        </p:nvGrpSpPr>
        <p:grpSpPr>
          <a:xfrm>
            <a:off x="6019260" y="4328266"/>
            <a:ext cx="676390" cy="2161513"/>
            <a:chOff x="3629139" y="5944981"/>
            <a:chExt cx="676390" cy="2161513"/>
          </a:xfrm>
        </p:grpSpPr>
        <p:sp>
          <p:nvSpPr>
            <p:cNvPr id="27" name="AutoShape 62">
              <a:extLst>
                <a:ext uri="{FF2B5EF4-FFF2-40B4-BE49-F238E27FC236}">
                  <a16:creationId xmlns:a16="http://schemas.microsoft.com/office/drawing/2014/main" id="{1D7982C1-A215-14A3-0DDA-EA88F6C2F5BC}"/>
                </a:ext>
              </a:extLst>
            </p:cNvPr>
            <p:cNvSpPr>
              <a:spLocks noChangeAspect="1" noChangeArrowheads="1"/>
            </p:cNvSpPr>
            <p:nvPr/>
          </p:nvSpPr>
          <p:spPr bwMode="auto">
            <a:xfrm>
              <a:off x="3631969" y="7527058"/>
              <a:ext cx="673560" cy="579436"/>
            </a:xfrm>
            <a:prstGeom prst="triangle">
              <a:avLst>
                <a:gd name="adj" fmla="val 50000"/>
              </a:avLst>
            </a:prstGeom>
            <a:noFill/>
            <a:ln w="25400" algn="ctr">
              <a:solidFill>
                <a:srgbClr val="008000"/>
              </a:solid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8" name="AutoShape 63">
              <a:extLst>
                <a:ext uri="{FF2B5EF4-FFF2-40B4-BE49-F238E27FC236}">
                  <a16:creationId xmlns:a16="http://schemas.microsoft.com/office/drawing/2014/main" id="{A6A5CDAF-3766-51E2-4F22-5FB80F5CD5E0}"/>
                </a:ext>
              </a:extLst>
            </p:cNvPr>
            <p:cNvSpPr>
              <a:spLocks noChangeAspect="1" noChangeArrowheads="1"/>
            </p:cNvSpPr>
            <p:nvPr/>
          </p:nvSpPr>
          <p:spPr bwMode="auto">
            <a:xfrm rot="16200000" flipH="1">
              <a:off x="3698191" y="6782349"/>
              <a:ext cx="491263" cy="486860"/>
            </a:xfrm>
            <a:prstGeom prst="rightArrow">
              <a:avLst>
                <a:gd name="adj1" fmla="val 39352"/>
                <a:gd name="adj2" fmla="val 49458"/>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29" name="Group 64">
              <a:extLst>
                <a:ext uri="{FF2B5EF4-FFF2-40B4-BE49-F238E27FC236}">
                  <a16:creationId xmlns:a16="http://schemas.microsoft.com/office/drawing/2014/main" id="{A64A6B57-6BDF-E2DD-5F28-DE32C03D8456}"/>
                </a:ext>
              </a:extLst>
            </p:cNvPr>
            <p:cNvGrpSpPr>
              <a:grpSpLocks noChangeAspect="1"/>
            </p:cNvGrpSpPr>
            <p:nvPr/>
          </p:nvGrpSpPr>
          <p:grpSpPr bwMode="auto">
            <a:xfrm>
              <a:off x="3629139" y="5944981"/>
              <a:ext cx="656487" cy="462880"/>
              <a:chOff x="-1856" y="4219"/>
              <a:chExt cx="1192" cy="830"/>
            </a:xfrm>
          </p:grpSpPr>
          <p:sp>
            <p:nvSpPr>
              <p:cNvPr id="30" name="Line 65">
                <a:extLst>
                  <a:ext uri="{FF2B5EF4-FFF2-40B4-BE49-F238E27FC236}">
                    <a16:creationId xmlns:a16="http://schemas.microsoft.com/office/drawing/2014/main" id="{35055D74-14B1-51BA-5565-B1FE66E6C3AD}"/>
                  </a:ext>
                </a:extLst>
              </p:cNvPr>
              <p:cNvSpPr>
                <a:spLocks noChangeAspect="1" noChangeShapeType="1"/>
              </p:cNvSpPr>
              <p:nvPr/>
            </p:nvSpPr>
            <p:spPr bwMode="auto">
              <a:xfrm>
                <a:off x="-1264" y="4219"/>
                <a:ext cx="0" cy="633"/>
              </a:xfrm>
              <a:prstGeom prst="line">
                <a:avLst/>
              </a:prstGeom>
              <a:noFill/>
              <a:ln w="254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1" name="Line 66">
                <a:extLst>
                  <a:ext uri="{FF2B5EF4-FFF2-40B4-BE49-F238E27FC236}">
                    <a16:creationId xmlns:a16="http://schemas.microsoft.com/office/drawing/2014/main" id="{481DD08A-02F6-C1AA-1272-0D118A8C90F5}"/>
                  </a:ext>
                </a:extLst>
              </p:cNvPr>
              <p:cNvSpPr>
                <a:spLocks noChangeAspect="1" noChangeShapeType="1"/>
              </p:cNvSpPr>
              <p:nvPr/>
            </p:nvSpPr>
            <p:spPr bwMode="auto">
              <a:xfrm rot="3600000">
                <a:off x="-1541" y="4734"/>
                <a:ext cx="0" cy="630"/>
              </a:xfrm>
              <a:prstGeom prst="line">
                <a:avLst/>
              </a:prstGeom>
              <a:noFill/>
              <a:ln w="254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2" name="Line 67">
                <a:extLst>
                  <a:ext uri="{FF2B5EF4-FFF2-40B4-BE49-F238E27FC236}">
                    <a16:creationId xmlns:a16="http://schemas.microsoft.com/office/drawing/2014/main" id="{A2BE6F01-2A28-FD43-8906-11D91D92B1F3}"/>
                  </a:ext>
                </a:extLst>
              </p:cNvPr>
              <p:cNvSpPr>
                <a:spLocks noChangeAspect="1" noChangeShapeType="1"/>
              </p:cNvSpPr>
              <p:nvPr/>
            </p:nvSpPr>
            <p:spPr bwMode="auto">
              <a:xfrm rot="18000000" flipH="1">
                <a:off x="-979" y="4733"/>
                <a:ext cx="0" cy="630"/>
              </a:xfrm>
              <a:prstGeom prst="line">
                <a:avLst/>
              </a:prstGeom>
              <a:noFill/>
              <a:ln w="25400">
                <a:solidFill>
                  <a:srgbClr val="FF0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grpSp>
        <p:nvGrpSpPr>
          <p:cNvPr id="41" name="Grupo 40">
            <a:extLst>
              <a:ext uri="{FF2B5EF4-FFF2-40B4-BE49-F238E27FC236}">
                <a16:creationId xmlns:a16="http://schemas.microsoft.com/office/drawing/2014/main" id="{E99868CF-6649-34EA-14B7-BBDD2B208A44}"/>
              </a:ext>
            </a:extLst>
          </p:cNvPr>
          <p:cNvGrpSpPr/>
          <p:nvPr/>
        </p:nvGrpSpPr>
        <p:grpSpPr>
          <a:xfrm>
            <a:off x="7943914" y="4713712"/>
            <a:ext cx="1249751" cy="1501413"/>
            <a:chOff x="2503348" y="1603750"/>
            <a:chExt cx="1249751" cy="1501413"/>
          </a:xfrm>
        </p:grpSpPr>
        <p:sp>
          <p:nvSpPr>
            <p:cNvPr id="42" name="Text Box 32">
              <a:extLst>
                <a:ext uri="{FF2B5EF4-FFF2-40B4-BE49-F238E27FC236}">
                  <a16:creationId xmlns:a16="http://schemas.microsoft.com/office/drawing/2014/main" id="{E772E9BC-5F4B-7287-9803-BE59945C36EC}"/>
                </a:ext>
              </a:extLst>
            </p:cNvPr>
            <p:cNvSpPr txBox="1">
              <a:spLocks noChangeArrowheads="1"/>
            </p:cNvSpPr>
            <p:nvPr/>
          </p:nvSpPr>
          <p:spPr bwMode="auto">
            <a:xfrm>
              <a:off x="2503348" y="2635263"/>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1</a:t>
              </a:r>
            </a:p>
          </p:txBody>
        </p:sp>
        <p:sp>
          <p:nvSpPr>
            <p:cNvPr id="43" name="Text Box 33">
              <a:extLst>
                <a:ext uri="{FF2B5EF4-FFF2-40B4-BE49-F238E27FC236}">
                  <a16:creationId xmlns:a16="http://schemas.microsoft.com/office/drawing/2014/main" id="{232D932C-755C-B970-9DDB-0054A12F3E01}"/>
                </a:ext>
              </a:extLst>
            </p:cNvPr>
            <p:cNvSpPr txBox="1">
              <a:spLocks noChangeArrowheads="1"/>
            </p:cNvSpPr>
            <p:nvPr/>
          </p:nvSpPr>
          <p:spPr bwMode="auto">
            <a:xfrm>
              <a:off x="3175243" y="160375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2</a:t>
              </a:r>
            </a:p>
          </p:txBody>
        </p:sp>
        <p:sp>
          <p:nvSpPr>
            <p:cNvPr id="44" name="Text Box 32">
              <a:extLst>
                <a:ext uri="{FF2B5EF4-FFF2-40B4-BE49-F238E27FC236}">
                  <a16:creationId xmlns:a16="http://schemas.microsoft.com/office/drawing/2014/main" id="{B6C36236-722D-4103-21FA-9B5155648DE1}"/>
                </a:ext>
              </a:extLst>
            </p:cNvPr>
            <p:cNvSpPr txBox="1">
              <a:spLocks noChangeArrowheads="1"/>
            </p:cNvSpPr>
            <p:nvPr/>
          </p:nvSpPr>
          <p:spPr bwMode="auto">
            <a:xfrm>
              <a:off x="3295899" y="263183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3</a:t>
              </a:r>
            </a:p>
          </p:txBody>
        </p:sp>
      </p:grpSp>
      <p:grpSp>
        <p:nvGrpSpPr>
          <p:cNvPr id="98" name="Grupo 97">
            <a:extLst>
              <a:ext uri="{FF2B5EF4-FFF2-40B4-BE49-F238E27FC236}">
                <a16:creationId xmlns:a16="http://schemas.microsoft.com/office/drawing/2014/main" id="{8FB1BFDE-19F8-EB2F-7775-09D7509C1365}"/>
              </a:ext>
            </a:extLst>
          </p:cNvPr>
          <p:cNvGrpSpPr/>
          <p:nvPr/>
        </p:nvGrpSpPr>
        <p:grpSpPr>
          <a:xfrm>
            <a:off x="7057220" y="4200588"/>
            <a:ext cx="3079750" cy="2202179"/>
            <a:chOff x="7057220" y="4200588"/>
            <a:chExt cx="3079750" cy="2202179"/>
          </a:xfrm>
        </p:grpSpPr>
        <p:sp>
          <p:nvSpPr>
            <p:cNvPr id="5" name="Line 20">
              <a:extLst>
                <a:ext uri="{FF2B5EF4-FFF2-40B4-BE49-F238E27FC236}">
                  <a16:creationId xmlns:a16="http://schemas.microsoft.com/office/drawing/2014/main" id="{8C452AB2-F544-A114-5A39-8F3C59BA1FA9}"/>
                </a:ext>
              </a:extLst>
            </p:cNvPr>
            <p:cNvSpPr>
              <a:spLocks noChangeShapeType="1"/>
            </p:cNvSpPr>
            <p:nvPr/>
          </p:nvSpPr>
          <p:spPr bwMode="auto">
            <a:xfrm rot="10800000">
              <a:off x="7974795" y="5751583"/>
              <a:ext cx="114458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6" name="Line 26">
              <a:extLst>
                <a:ext uri="{FF2B5EF4-FFF2-40B4-BE49-F238E27FC236}">
                  <a16:creationId xmlns:a16="http://schemas.microsoft.com/office/drawing/2014/main" id="{EB0808E9-4B64-9C82-44F5-7B55E3C7B542}"/>
                </a:ext>
              </a:extLst>
            </p:cNvPr>
            <p:cNvSpPr>
              <a:spLocks noChangeShapeType="1"/>
            </p:cNvSpPr>
            <p:nvPr/>
          </p:nvSpPr>
          <p:spPr bwMode="auto">
            <a:xfrm>
              <a:off x="8587570" y="4483168"/>
              <a:ext cx="0" cy="561976"/>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7" name="Line 27">
              <a:extLst>
                <a:ext uri="{FF2B5EF4-FFF2-40B4-BE49-F238E27FC236}">
                  <a16:creationId xmlns:a16="http://schemas.microsoft.com/office/drawing/2014/main" id="{E100F8DC-8DCC-E527-69D2-6C95175C05E5}"/>
                </a:ext>
              </a:extLst>
            </p:cNvPr>
            <p:cNvSpPr>
              <a:spLocks noChangeShapeType="1"/>
            </p:cNvSpPr>
            <p:nvPr/>
          </p:nvSpPr>
          <p:spPr bwMode="auto">
            <a:xfrm>
              <a:off x="8616145" y="5303907"/>
              <a:ext cx="0" cy="466726"/>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8" name="Line 29">
              <a:extLst>
                <a:ext uri="{FF2B5EF4-FFF2-40B4-BE49-F238E27FC236}">
                  <a16:creationId xmlns:a16="http://schemas.microsoft.com/office/drawing/2014/main" id="{6A5F2B1E-BA31-64CC-7C88-E6881AD4EE97}"/>
                </a:ext>
              </a:extLst>
            </p:cNvPr>
            <p:cNvSpPr>
              <a:spLocks noChangeShapeType="1"/>
            </p:cNvSpPr>
            <p:nvPr/>
          </p:nvSpPr>
          <p:spPr bwMode="auto">
            <a:xfrm flipH="1" flipV="1">
              <a:off x="7068333" y="5742058"/>
              <a:ext cx="6302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 name="Line 30">
              <a:extLst>
                <a:ext uri="{FF2B5EF4-FFF2-40B4-BE49-F238E27FC236}">
                  <a16:creationId xmlns:a16="http://schemas.microsoft.com/office/drawing/2014/main" id="{8976D352-2463-3147-8BE2-787CAA2A34CE}"/>
                </a:ext>
              </a:extLst>
            </p:cNvPr>
            <p:cNvSpPr>
              <a:spLocks noChangeShapeType="1"/>
            </p:cNvSpPr>
            <p:nvPr/>
          </p:nvSpPr>
          <p:spPr bwMode="auto">
            <a:xfrm flipH="1">
              <a:off x="9392433" y="5751583"/>
              <a:ext cx="7445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10" name="Group 106">
              <a:extLst>
                <a:ext uri="{FF2B5EF4-FFF2-40B4-BE49-F238E27FC236}">
                  <a16:creationId xmlns:a16="http://schemas.microsoft.com/office/drawing/2014/main" id="{2641980A-2BF2-C0AD-DAD7-28CC4AE8DA6D}"/>
                </a:ext>
              </a:extLst>
            </p:cNvPr>
            <p:cNvGrpSpPr>
              <a:grpSpLocks/>
            </p:cNvGrpSpPr>
            <p:nvPr/>
          </p:nvGrpSpPr>
          <p:grpSpPr bwMode="auto">
            <a:xfrm>
              <a:off x="7706508" y="5476945"/>
              <a:ext cx="241300" cy="485776"/>
              <a:chOff x="1028" y="3060"/>
              <a:chExt cx="203" cy="445"/>
            </a:xfrm>
          </p:grpSpPr>
          <p:sp>
            <p:nvSpPr>
              <p:cNvPr id="19" name="Line 107">
                <a:extLst>
                  <a:ext uri="{FF2B5EF4-FFF2-40B4-BE49-F238E27FC236}">
                    <a16:creationId xmlns:a16="http://schemas.microsoft.com/office/drawing/2014/main" id="{74030ED2-78F2-E0CA-6FF9-7B8B3380E7B8}"/>
                  </a:ext>
                </a:extLst>
              </p:cNvPr>
              <p:cNvSpPr>
                <a:spLocks noChangeShapeType="1"/>
              </p:cNvSpPr>
              <p:nvPr/>
            </p:nvSpPr>
            <p:spPr bwMode="auto">
              <a:xfrm>
                <a:off x="1123" y="3060"/>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0" name="Line 108">
                <a:extLst>
                  <a:ext uri="{FF2B5EF4-FFF2-40B4-BE49-F238E27FC236}">
                    <a16:creationId xmlns:a16="http://schemas.microsoft.com/office/drawing/2014/main" id="{BEC22CB1-5348-8F9D-CC69-2FCC497D8B67}"/>
                  </a:ext>
                </a:extLst>
              </p:cNvPr>
              <p:cNvSpPr>
                <a:spLocks noChangeShapeType="1"/>
              </p:cNvSpPr>
              <p:nvPr/>
            </p:nvSpPr>
            <p:spPr bwMode="auto">
              <a:xfrm flipH="1">
                <a:off x="1028" y="3085"/>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21" name="Line 109">
                <a:extLst>
                  <a:ext uri="{FF2B5EF4-FFF2-40B4-BE49-F238E27FC236}">
                    <a16:creationId xmlns:a16="http://schemas.microsoft.com/office/drawing/2014/main" id="{3491785A-F36E-2555-585F-976782282E28}"/>
                  </a:ext>
                </a:extLst>
              </p:cNvPr>
              <p:cNvSpPr>
                <a:spLocks noChangeShapeType="1"/>
              </p:cNvSpPr>
              <p:nvPr/>
            </p:nvSpPr>
            <p:spPr bwMode="auto">
              <a:xfrm flipH="1">
                <a:off x="1129" y="3276"/>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11" name="Group 110">
              <a:extLst>
                <a:ext uri="{FF2B5EF4-FFF2-40B4-BE49-F238E27FC236}">
                  <a16:creationId xmlns:a16="http://schemas.microsoft.com/office/drawing/2014/main" id="{BDA3FC0C-535D-7939-6102-673A5CDAF9B2}"/>
                </a:ext>
              </a:extLst>
            </p:cNvPr>
            <p:cNvGrpSpPr>
              <a:grpSpLocks/>
            </p:cNvGrpSpPr>
            <p:nvPr/>
          </p:nvGrpSpPr>
          <p:grpSpPr bwMode="auto">
            <a:xfrm>
              <a:off x="9136845" y="5465833"/>
              <a:ext cx="241300" cy="514351"/>
              <a:chOff x="1028" y="3058"/>
              <a:chExt cx="203" cy="471"/>
            </a:xfrm>
          </p:grpSpPr>
          <p:sp>
            <p:nvSpPr>
              <p:cNvPr id="16" name="Line 111">
                <a:extLst>
                  <a:ext uri="{FF2B5EF4-FFF2-40B4-BE49-F238E27FC236}">
                    <a16:creationId xmlns:a16="http://schemas.microsoft.com/office/drawing/2014/main" id="{9E6B025E-5FC5-7DCC-7CEF-F35FD863EAEB}"/>
                  </a:ext>
                </a:extLst>
              </p:cNvPr>
              <p:cNvSpPr>
                <a:spLocks noChangeShapeType="1"/>
              </p:cNvSpPr>
              <p:nvPr/>
            </p:nvSpPr>
            <p:spPr bwMode="auto">
              <a:xfrm>
                <a:off x="1123" y="3058"/>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 name="Line 112">
                <a:extLst>
                  <a:ext uri="{FF2B5EF4-FFF2-40B4-BE49-F238E27FC236}">
                    <a16:creationId xmlns:a16="http://schemas.microsoft.com/office/drawing/2014/main" id="{CA630D53-D38F-218C-D404-0F8DA4510B11}"/>
                  </a:ext>
                </a:extLst>
              </p:cNvPr>
              <p:cNvSpPr>
                <a:spLocks noChangeShapeType="1"/>
              </p:cNvSpPr>
              <p:nvPr/>
            </p:nvSpPr>
            <p:spPr bwMode="auto">
              <a:xfrm flipH="1">
                <a:off x="1028" y="3080"/>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8" name="Line 113">
                <a:extLst>
                  <a:ext uri="{FF2B5EF4-FFF2-40B4-BE49-F238E27FC236}">
                    <a16:creationId xmlns:a16="http://schemas.microsoft.com/office/drawing/2014/main" id="{7DB9787B-FB56-C68F-02E6-8DC55821A9F8}"/>
                  </a:ext>
                </a:extLst>
              </p:cNvPr>
              <p:cNvSpPr>
                <a:spLocks noChangeShapeType="1"/>
              </p:cNvSpPr>
              <p:nvPr/>
            </p:nvSpPr>
            <p:spPr bwMode="auto">
              <a:xfrm flipH="1">
                <a:off x="1129" y="3303"/>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12" name="Group 114">
              <a:extLst>
                <a:ext uri="{FF2B5EF4-FFF2-40B4-BE49-F238E27FC236}">
                  <a16:creationId xmlns:a16="http://schemas.microsoft.com/office/drawing/2014/main" id="{DE2FFE3F-F222-89D3-451E-B24F6A97928B}"/>
                </a:ext>
              </a:extLst>
            </p:cNvPr>
            <p:cNvGrpSpPr>
              <a:grpSpLocks/>
            </p:cNvGrpSpPr>
            <p:nvPr/>
          </p:nvGrpSpPr>
          <p:grpSpPr bwMode="auto">
            <a:xfrm rot="16200000">
              <a:off x="8454220" y="4965770"/>
              <a:ext cx="241301" cy="485775"/>
              <a:chOff x="728" y="2680"/>
              <a:chExt cx="203" cy="445"/>
            </a:xfrm>
          </p:grpSpPr>
          <p:sp>
            <p:nvSpPr>
              <p:cNvPr id="13" name="Line 115">
                <a:extLst>
                  <a:ext uri="{FF2B5EF4-FFF2-40B4-BE49-F238E27FC236}">
                    <a16:creationId xmlns:a16="http://schemas.microsoft.com/office/drawing/2014/main" id="{2DE6140A-3D18-33BA-54BC-3484CD628B48}"/>
                  </a:ext>
                </a:extLst>
              </p:cNvPr>
              <p:cNvSpPr>
                <a:spLocks noChangeShapeType="1"/>
              </p:cNvSpPr>
              <p:nvPr/>
            </p:nvSpPr>
            <p:spPr bwMode="auto">
              <a:xfrm>
                <a:off x="823" y="2680"/>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4" name="Line 116">
                <a:extLst>
                  <a:ext uri="{FF2B5EF4-FFF2-40B4-BE49-F238E27FC236}">
                    <a16:creationId xmlns:a16="http://schemas.microsoft.com/office/drawing/2014/main" id="{BE1734B3-F298-4AF3-7D39-3B5962F50AE3}"/>
                  </a:ext>
                </a:extLst>
              </p:cNvPr>
              <p:cNvSpPr>
                <a:spLocks noChangeShapeType="1"/>
              </p:cNvSpPr>
              <p:nvPr/>
            </p:nvSpPr>
            <p:spPr bwMode="auto">
              <a:xfrm flipH="1">
                <a:off x="728" y="2688"/>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5" name="Line 117">
                <a:extLst>
                  <a:ext uri="{FF2B5EF4-FFF2-40B4-BE49-F238E27FC236}">
                    <a16:creationId xmlns:a16="http://schemas.microsoft.com/office/drawing/2014/main" id="{0E401B54-A8EC-8580-5623-F48AB3EB07D8}"/>
                  </a:ext>
                </a:extLst>
              </p:cNvPr>
              <p:cNvSpPr>
                <a:spLocks noChangeShapeType="1"/>
              </p:cNvSpPr>
              <p:nvPr/>
            </p:nvSpPr>
            <p:spPr bwMode="auto">
              <a:xfrm flipH="1">
                <a:off x="829" y="2895"/>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22" name="Line 13">
              <a:extLst>
                <a:ext uri="{FF2B5EF4-FFF2-40B4-BE49-F238E27FC236}">
                  <a16:creationId xmlns:a16="http://schemas.microsoft.com/office/drawing/2014/main" id="{9930BA32-34BB-3155-7366-031905BF6135}"/>
                </a:ext>
              </a:extLst>
            </p:cNvPr>
            <p:cNvSpPr>
              <a:spLocks noChangeShapeType="1"/>
            </p:cNvSpPr>
            <p:nvPr/>
          </p:nvSpPr>
          <p:spPr bwMode="auto">
            <a:xfrm flipV="1">
              <a:off x="7977970" y="4472050"/>
              <a:ext cx="118745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3" name="Line 21">
              <a:extLst>
                <a:ext uri="{FF2B5EF4-FFF2-40B4-BE49-F238E27FC236}">
                  <a16:creationId xmlns:a16="http://schemas.microsoft.com/office/drawing/2014/main" id="{E33AF237-8CDD-B5D2-7D8A-9DB9A9E39754}"/>
                </a:ext>
              </a:extLst>
            </p:cNvPr>
            <p:cNvSpPr>
              <a:spLocks noChangeShapeType="1"/>
            </p:cNvSpPr>
            <p:nvPr/>
          </p:nvSpPr>
          <p:spPr bwMode="auto">
            <a:xfrm>
              <a:off x="7057220" y="4463796"/>
              <a:ext cx="0" cy="192068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4" name="Line 22">
              <a:extLst>
                <a:ext uri="{FF2B5EF4-FFF2-40B4-BE49-F238E27FC236}">
                  <a16:creationId xmlns:a16="http://schemas.microsoft.com/office/drawing/2014/main" id="{2A093EAE-FDA7-936E-3BDF-625B06F1B5BC}"/>
                </a:ext>
              </a:extLst>
            </p:cNvPr>
            <p:cNvSpPr>
              <a:spLocks noChangeShapeType="1"/>
            </p:cNvSpPr>
            <p:nvPr/>
          </p:nvSpPr>
          <p:spPr bwMode="auto">
            <a:xfrm flipH="1">
              <a:off x="10118682" y="4482084"/>
              <a:ext cx="0" cy="192068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25" name="Line 31">
              <a:extLst>
                <a:ext uri="{FF2B5EF4-FFF2-40B4-BE49-F238E27FC236}">
                  <a16:creationId xmlns:a16="http://schemas.microsoft.com/office/drawing/2014/main" id="{35E03004-4BE2-52AA-6DB1-B9B7030515D8}"/>
                </a:ext>
              </a:extLst>
            </p:cNvPr>
            <p:cNvSpPr>
              <a:spLocks noChangeShapeType="1"/>
            </p:cNvSpPr>
            <p:nvPr/>
          </p:nvSpPr>
          <p:spPr bwMode="auto">
            <a:xfrm flipH="1">
              <a:off x="9392433" y="4472050"/>
              <a:ext cx="74453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33" name="Group 89">
              <a:extLst>
                <a:ext uri="{FF2B5EF4-FFF2-40B4-BE49-F238E27FC236}">
                  <a16:creationId xmlns:a16="http://schemas.microsoft.com/office/drawing/2014/main" id="{21D2CE8F-1F3E-F0CB-312B-A1F6BB4F32B7}"/>
                </a:ext>
              </a:extLst>
            </p:cNvPr>
            <p:cNvGrpSpPr>
              <a:grpSpLocks/>
            </p:cNvGrpSpPr>
            <p:nvPr/>
          </p:nvGrpSpPr>
          <p:grpSpPr bwMode="auto">
            <a:xfrm>
              <a:off x="7741433" y="4200588"/>
              <a:ext cx="241300" cy="485775"/>
              <a:chOff x="1028" y="2712"/>
              <a:chExt cx="203" cy="445"/>
            </a:xfrm>
          </p:grpSpPr>
          <p:sp>
            <p:nvSpPr>
              <p:cNvPr id="34" name="Line 85">
                <a:extLst>
                  <a:ext uri="{FF2B5EF4-FFF2-40B4-BE49-F238E27FC236}">
                    <a16:creationId xmlns:a16="http://schemas.microsoft.com/office/drawing/2014/main" id="{3533319E-A9F1-8F0D-6BE1-EF74937A0488}"/>
                  </a:ext>
                </a:extLst>
              </p:cNvPr>
              <p:cNvSpPr>
                <a:spLocks noChangeShapeType="1"/>
              </p:cNvSpPr>
              <p:nvPr/>
            </p:nvSpPr>
            <p:spPr bwMode="auto">
              <a:xfrm>
                <a:off x="1123" y="2712"/>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5" name="Line 86">
                <a:extLst>
                  <a:ext uri="{FF2B5EF4-FFF2-40B4-BE49-F238E27FC236}">
                    <a16:creationId xmlns:a16="http://schemas.microsoft.com/office/drawing/2014/main" id="{227F0E9F-F3D7-52EF-AC1E-FEC84B5BFE6F}"/>
                  </a:ext>
                </a:extLst>
              </p:cNvPr>
              <p:cNvSpPr>
                <a:spLocks noChangeShapeType="1"/>
              </p:cNvSpPr>
              <p:nvPr/>
            </p:nvSpPr>
            <p:spPr bwMode="auto">
              <a:xfrm flipH="1">
                <a:off x="1028" y="2720"/>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6" name="Line 87">
                <a:extLst>
                  <a:ext uri="{FF2B5EF4-FFF2-40B4-BE49-F238E27FC236}">
                    <a16:creationId xmlns:a16="http://schemas.microsoft.com/office/drawing/2014/main" id="{3F36AA10-CC4B-2F42-B2F1-66D55A0F2C7A}"/>
                  </a:ext>
                </a:extLst>
              </p:cNvPr>
              <p:cNvSpPr>
                <a:spLocks noChangeShapeType="1"/>
              </p:cNvSpPr>
              <p:nvPr/>
            </p:nvSpPr>
            <p:spPr bwMode="auto">
              <a:xfrm flipH="1">
                <a:off x="1129" y="2927"/>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37" name="Group 90">
              <a:extLst>
                <a:ext uri="{FF2B5EF4-FFF2-40B4-BE49-F238E27FC236}">
                  <a16:creationId xmlns:a16="http://schemas.microsoft.com/office/drawing/2014/main" id="{80692E6F-9A71-DD3A-F3DB-AF935C7EBEC4}"/>
                </a:ext>
              </a:extLst>
            </p:cNvPr>
            <p:cNvGrpSpPr>
              <a:grpSpLocks/>
            </p:cNvGrpSpPr>
            <p:nvPr/>
          </p:nvGrpSpPr>
          <p:grpSpPr bwMode="auto">
            <a:xfrm>
              <a:off x="9173358" y="4208525"/>
              <a:ext cx="241300" cy="485775"/>
              <a:chOff x="1028" y="2712"/>
              <a:chExt cx="203" cy="445"/>
            </a:xfrm>
          </p:grpSpPr>
          <p:sp>
            <p:nvSpPr>
              <p:cNvPr id="38" name="Line 91">
                <a:extLst>
                  <a:ext uri="{FF2B5EF4-FFF2-40B4-BE49-F238E27FC236}">
                    <a16:creationId xmlns:a16="http://schemas.microsoft.com/office/drawing/2014/main" id="{2AEC038F-D5F9-5143-91C8-438717C63FB0}"/>
                  </a:ext>
                </a:extLst>
              </p:cNvPr>
              <p:cNvSpPr>
                <a:spLocks noChangeShapeType="1"/>
              </p:cNvSpPr>
              <p:nvPr/>
            </p:nvSpPr>
            <p:spPr bwMode="auto">
              <a:xfrm>
                <a:off x="1123" y="2712"/>
                <a:ext cx="0" cy="44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39" name="Line 92">
                <a:extLst>
                  <a:ext uri="{FF2B5EF4-FFF2-40B4-BE49-F238E27FC236}">
                    <a16:creationId xmlns:a16="http://schemas.microsoft.com/office/drawing/2014/main" id="{3C80C96C-7FF4-4695-E4E7-C970093D2C9D}"/>
                  </a:ext>
                </a:extLst>
              </p:cNvPr>
              <p:cNvSpPr>
                <a:spLocks noChangeShapeType="1"/>
              </p:cNvSpPr>
              <p:nvPr/>
            </p:nvSpPr>
            <p:spPr bwMode="auto">
              <a:xfrm flipH="1">
                <a:off x="1028" y="2720"/>
                <a:ext cx="95" cy="255"/>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40" name="Line 93">
                <a:extLst>
                  <a:ext uri="{FF2B5EF4-FFF2-40B4-BE49-F238E27FC236}">
                    <a16:creationId xmlns:a16="http://schemas.microsoft.com/office/drawing/2014/main" id="{2F12A14F-AB01-F482-14E2-60A5AD79D1E4}"/>
                  </a:ext>
                </a:extLst>
              </p:cNvPr>
              <p:cNvSpPr>
                <a:spLocks noChangeShapeType="1"/>
              </p:cNvSpPr>
              <p:nvPr/>
            </p:nvSpPr>
            <p:spPr bwMode="auto">
              <a:xfrm flipH="1">
                <a:off x="1129" y="2927"/>
                <a:ext cx="102" cy="226"/>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45" name="Line 28">
              <a:extLst>
                <a:ext uri="{FF2B5EF4-FFF2-40B4-BE49-F238E27FC236}">
                  <a16:creationId xmlns:a16="http://schemas.microsoft.com/office/drawing/2014/main" id="{1547D485-DA76-52A1-691C-0AADC2EE92B6}"/>
                </a:ext>
              </a:extLst>
            </p:cNvPr>
            <p:cNvSpPr>
              <a:spLocks noChangeShapeType="1"/>
            </p:cNvSpPr>
            <p:nvPr/>
          </p:nvSpPr>
          <p:spPr bwMode="auto">
            <a:xfrm flipH="1">
              <a:off x="7057220" y="4470463"/>
              <a:ext cx="676275"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46" name="Group 126">
            <a:extLst>
              <a:ext uri="{FF2B5EF4-FFF2-40B4-BE49-F238E27FC236}">
                <a16:creationId xmlns:a16="http://schemas.microsoft.com/office/drawing/2014/main" id="{60CB28BD-120C-D0BC-C5B2-7B04FF8A9CBE}"/>
              </a:ext>
            </a:extLst>
          </p:cNvPr>
          <p:cNvGrpSpPr>
            <a:grpSpLocks/>
          </p:cNvGrpSpPr>
          <p:nvPr/>
        </p:nvGrpSpPr>
        <p:grpSpPr bwMode="auto">
          <a:xfrm>
            <a:off x="7079888" y="4459467"/>
            <a:ext cx="2946413" cy="1520819"/>
            <a:chOff x="1214" y="1261"/>
            <a:chExt cx="1856" cy="958"/>
          </a:xfrm>
        </p:grpSpPr>
        <p:sp>
          <p:nvSpPr>
            <p:cNvPr id="47" name="Line 20">
              <a:extLst>
                <a:ext uri="{FF2B5EF4-FFF2-40B4-BE49-F238E27FC236}">
                  <a16:creationId xmlns:a16="http://schemas.microsoft.com/office/drawing/2014/main" id="{856B5AC1-D813-D582-8C8F-8AF7988DAEB7}"/>
                </a:ext>
              </a:extLst>
            </p:cNvPr>
            <p:cNvSpPr>
              <a:spLocks noChangeShapeType="1"/>
            </p:cNvSpPr>
            <p:nvPr/>
          </p:nvSpPr>
          <p:spPr bwMode="auto">
            <a:xfrm rot="10800000" flipV="1">
              <a:off x="1785" y="2071"/>
              <a:ext cx="404" cy="9"/>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8" name="Line 26">
              <a:extLst>
                <a:ext uri="{FF2B5EF4-FFF2-40B4-BE49-F238E27FC236}">
                  <a16:creationId xmlns:a16="http://schemas.microsoft.com/office/drawing/2014/main" id="{240DC86E-45BF-568B-99B8-7FAAFC7CB290}"/>
                </a:ext>
              </a:extLst>
            </p:cNvPr>
            <p:cNvSpPr>
              <a:spLocks noChangeShapeType="1"/>
            </p:cNvSpPr>
            <p:nvPr/>
          </p:nvSpPr>
          <p:spPr bwMode="auto">
            <a:xfrm>
              <a:off x="2170" y="1261"/>
              <a:ext cx="0" cy="388"/>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49" name="Line 27">
              <a:extLst>
                <a:ext uri="{FF2B5EF4-FFF2-40B4-BE49-F238E27FC236}">
                  <a16:creationId xmlns:a16="http://schemas.microsoft.com/office/drawing/2014/main" id="{65FDBFD3-920B-5CD2-2683-A7B0467CE24B}"/>
                </a:ext>
              </a:extLst>
            </p:cNvPr>
            <p:cNvSpPr>
              <a:spLocks noChangeShapeType="1"/>
            </p:cNvSpPr>
            <p:nvPr/>
          </p:nvSpPr>
          <p:spPr bwMode="auto">
            <a:xfrm>
              <a:off x="2191" y="1795"/>
              <a:ext cx="0" cy="294"/>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50" name="Line 29">
              <a:extLst>
                <a:ext uri="{FF2B5EF4-FFF2-40B4-BE49-F238E27FC236}">
                  <a16:creationId xmlns:a16="http://schemas.microsoft.com/office/drawing/2014/main" id="{C0DBE432-F277-31C4-2FEF-1C9A425C42F9}"/>
                </a:ext>
              </a:extLst>
            </p:cNvPr>
            <p:cNvSpPr>
              <a:spLocks noChangeShapeType="1"/>
            </p:cNvSpPr>
            <p:nvPr/>
          </p:nvSpPr>
          <p:spPr bwMode="auto">
            <a:xfrm flipH="1" flipV="1">
              <a:off x="1214" y="2080"/>
              <a:ext cx="397" cy="0"/>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51" name="Line 30">
              <a:extLst>
                <a:ext uri="{FF2B5EF4-FFF2-40B4-BE49-F238E27FC236}">
                  <a16:creationId xmlns:a16="http://schemas.microsoft.com/office/drawing/2014/main" id="{B6D4D2FA-2D7C-2C87-75EF-43862ECEFA8F}"/>
                </a:ext>
              </a:extLst>
            </p:cNvPr>
            <p:cNvSpPr>
              <a:spLocks noChangeShapeType="1"/>
            </p:cNvSpPr>
            <p:nvPr/>
          </p:nvSpPr>
          <p:spPr bwMode="auto">
            <a:xfrm flipH="1">
              <a:off x="2677" y="2084"/>
              <a:ext cx="393" cy="0"/>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grpSp>
          <p:nvGrpSpPr>
            <p:cNvPr id="52" name="Group 106">
              <a:extLst>
                <a:ext uri="{FF2B5EF4-FFF2-40B4-BE49-F238E27FC236}">
                  <a16:creationId xmlns:a16="http://schemas.microsoft.com/office/drawing/2014/main" id="{27311292-F3EC-C03F-8AB8-7202C01A5093}"/>
                </a:ext>
              </a:extLst>
            </p:cNvPr>
            <p:cNvGrpSpPr>
              <a:grpSpLocks/>
            </p:cNvGrpSpPr>
            <p:nvPr/>
          </p:nvGrpSpPr>
          <p:grpSpPr bwMode="auto">
            <a:xfrm>
              <a:off x="1616" y="1922"/>
              <a:ext cx="152" cy="297"/>
              <a:chOff x="1028" y="3245"/>
              <a:chExt cx="203" cy="454"/>
            </a:xfrm>
          </p:grpSpPr>
          <p:sp>
            <p:nvSpPr>
              <p:cNvPr id="62" name="Line 107">
                <a:extLst>
                  <a:ext uri="{FF2B5EF4-FFF2-40B4-BE49-F238E27FC236}">
                    <a16:creationId xmlns:a16="http://schemas.microsoft.com/office/drawing/2014/main" id="{9C94D2FF-F5E5-3B3A-B5CD-BF2CAF881AF6}"/>
                  </a:ext>
                </a:extLst>
              </p:cNvPr>
              <p:cNvSpPr>
                <a:spLocks noChangeShapeType="1"/>
              </p:cNvSpPr>
              <p:nvPr/>
            </p:nvSpPr>
            <p:spPr bwMode="auto">
              <a:xfrm>
                <a:off x="1123" y="3254"/>
                <a:ext cx="0" cy="445"/>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63" name="Line 108">
                <a:extLst>
                  <a:ext uri="{FF2B5EF4-FFF2-40B4-BE49-F238E27FC236}">
                    <a16:creationId xmlns:a16="http://schemas.microsoft.com/office/drawing/2014/main" id="{C09D990D-2587-648A-72F1-AEF7FAD7ED29}"/>
                  </a:ext>
                </a:extLst>
              </p:cNvPr>
              <p:cNvSpPr>
                <a:spLocks noChangeShapeType="1"/>
              </p:cNvSpPr>
              <p:nvPr/>
            </p:nvSpPr>
            <p:spPr bwMode="auto">
              <a:xfrm flipH="1">
                <a:off x="1028" y="3245"/>
                <a:ext cx="95" cy="255"/>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64" name="Line 109">
                <a:extLst>
                  <a:ext uri="{FF2B5EF4-FFF2-40B4-BE49-F238E27FC236}">
                    <a16:creationId xmlns:a16="http://schemas.microsoft.com/office/drawing/2014/main" id="{C4740412-64BB-4E7A-1EC5-54F0498FAD57}"/>
                  </a:ext>
                </a:extLst>
              </p:cNvPr>
              <p:cNvSpPr>
                <a:spLocks noChangeShapeType="1"/>
              </p:cNvSpPr>
              <p:nvPr/>
            </p:nvSpPr>
            <p:spPr bwMode="auto">
              <a:xfrm flipH="1">
                <a:off x="1129" y="3460"/>
                <a:ext cx="102" cy="226"/>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53" name="Group 110">
              <a:extLst>
                <a:ext uri="{FF2B5EF4-FFF2-40B4-BE49-F238E27FC236}">
                  <a16:creationId xmlns:a16="http://schemas.microsoft.com/office/drawing/2014/main" id="{C4E40AD8-A403-DBC4-BD28-789AE3E02036}"/>
                </a:ext>
              </a:extLst>
            </p:cNvPr>
            <p:cNvGrpSpPr>
              <a:grpSpLocks/>
            </p:cNvGrpSpPr>
            <p:nvPr/>
          </p:nvGrpSpPr>
          <p:grpSpPr bwMode="auto">
            <a:xfrm>
              <a:off x="2510" y="1912"/>
              <a:ext cx="150" cy="306"/>
              <a:chOff x="2276" y="3881"/>
              <a:chExt cx="207" cy="445"/>
            </a:xfrm>
          </p:grpSpPr>
          <p:sp>
            <p:nvSpPr>
              <p:cNvPr id="59" name="Line 111">
                <a:extLst>
                  <a:ext uri="{FF2B5EF4-FFF2-40B4-BE49-F238E27FC236}">
                    <a16:creationId xmlns:a16="http://schemas.microsoft.com/office/drawing/2014/main" id="{DFEED7AB-7B1E-26BA-A332-17999BA9EE85}"/>
                  </a:ext>
                </a:extLst>
              </p:cNvPr>
              <p:cNvSpPr>
                <a:spLocks noChangeShapeType="1"/>
              </p:cNvSpPr>
              <p:nvPr/>
            </p:nvSpPr>
            <p:spPr bwMode="auto">
              <a:xfrm>
                <a:off x="2381" y="3881"/>
                <a:ext cx="0" cy="445"/>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dirty="0"/>
              </a:p>
            </p:txBody>
          </p:sp>
          <p:sp>
            <p:nvSpPr>
              <p:cNvPr id="60" name="Line 112">
                <a:extLst>
                  <a:ext uri="{FF2B5EF4-FFF2-40B4-BE49-F238E27FC236}">
                    <a16:creationId xmlns:a16="http://schemas.microsoft.com/office/drawing/2014/main" id="{B0B27BE3-A061-DE7A-3F14-D1232F79EB43}"/>
                  </a:ext>
                </a:extLst>
              </p:cNvPr>
              <p:cNvSpPr>
                <a:spLocks noChangeShapeType="1"/>
              </p:cNvSpPr>
              <p:nvPr/>
            </p:nvSpPr>
            <p:spPr bwMode="auto">
              <a:xfrm flipH="1">
                <a:off x="2276" y="3893"/>
                <a:ext cx="95" cy="255"/>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61" name="Line 113">
                <a:extLst>
                  <a:ext uri="{FF2B5EF4-FFF2-40B4-BE49-F238E27FC236}">
                    <a16:creationId xmlns:a16="http://schemas.microsoft.com/office/drawing/2014/main" id="{4B4BA1F7-CB50-C237-4E0F-E68F1E920E45}"/>
                  </a:ext>
                </a:extLst>
              </p:cNvPr>
              <p:cNvSpPr>
                <a:spLocks noChangeShapeType="1"/>
              </p:cNvSpPr>
              <p:nvPr/>
            </p:nvSpPr>
            <p:spPr bwMode="auto">
              <a:xfrm flipH="1">
                <a:off x="2381" y="4100"/>
                <a:ext cx="102" cy="226"/>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nvGrpSpPr>
            <p:cNvPr id="54" name="Group 114">
              <a:extLst>
                <a:ext uri="{FF2B5EF4-FFF2-40B4-BE49-F238E27FC236}">
                  <a16:creationId xmlns:a16="http://schemas.microsoft.com/office/drawing/2014/main" id="{0F671EE6-6C9C-2061-6812-042DE5DD47D2}"/>
                </a:ext>
              </a:extLst>
            </p:cNvPr>
            <p:cNvGrpSpPr>
              <a:grpSpLocks/>
            </p:cNvGrpSpPr>
            <p:nvPr/>
          </p:nvGrpSpPr>
          <p:grpSpPr bwMode="auto">
            <a:xfrm rot="-5400000">
              <a:off x="2094" y="1570"/>
              <a:ext cx="151" cy="322"/>
              <a:chOff x="736" y="2670"/>
              <a:chExt cx="201" cy="468"/>
            </a:xfrm>
          </p:grpSpPr>
          <p:sp>
            <p:nvSpPr>
              <p:cNvPr id="56" name="Line 115">
                <a:extLst>
                  <a:ext uri="{FF2B5EF4-FFF2-40B4-BE49-F238E27FC236}">
                    <a16:creationId xmlns:a16="http://schemas.microsoft.com/office/drawing/2014/main" id="{5FA2E0AD-C188-6842-C506-251B08D5D455}"/>
                  </a:ext>
                </a:extLst>
              </p:cNvPr>
              <p:cNvSpPr>
                <a:spLocks noChangeShapeType="1"/>
              </p:cNvSpPr>
              <p:nvPr/>
            </p:nvSpPr>
            <p:spPr bwMode="auto">
              <a:xfrm>
                <a:off x="829" y="2693"/>
                <a:ext cx="0" cy="445"/>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57" name="Line 116">
                <a:extLst>
                  <a:ext uri="{FF2B5EF4-FFF2-40B4-BE49-F238E27FC236}">
                    <a16:creationId xmlns:a16="http://schemas.microsoft.com/office/drawing/2014/main" id="{6688984C-DAA1-F49B-6132-280276FFE7E8}"/>
                  </a:ext>
                </a:extLst>
              </p:cNvPr>
              <p:cNvSpPr>
                <a:spLocks noChangeShapeType="1"/>
              </p:cNvSpPr>
              <p:nvPr/>
            </p:nvSpPr>
            <p:spPr bwMode="auto">
              <a:xfrm flipH="1">
                <a:off x="736" y="2670"/>
                <a:ext cx="95" cy="255"/>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58" name="Line 117">
                <a:extLst>
                  <a:ext uri="{FF2B5EF4-FFF2-40B4-BE49-F238E27FC236}">
                    <a16:creationId xmlns:a16="http://schemas.microsoft.com/office/drawing/2014/main" id="{477D5283-E59E-1266-0ED8-EEE05AB2AC84}"/>
                  </a:ext>
                </a:extLst>
              </p:cNvPr>
              <p:cNvSpPr>
                <a:spLocks noChangeShapeType="1"/>
              </p:cNvSpPr>
              <p:nvPr/>
            </p:nvSpPr>
            <p:spPr bwMode="auto">
              <a:xfrm flipH="1">
                <a:off x="835" y="2895"/>
                <a:ext cx="102" cy="226"/>
              </a:xfrm>
              <a:prstGeom prst="line">
                <a:avLst/>
              </a:prstGeom>
              <a:noFill/>
              <a:ln w="38100">
                <a:solidFill>
                  <a:srgbClr val="FF0000"/>
                </a:solidFill>
                <a:prstDash val="sysDash"/>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55" name="Line 30">
              <a:extLst>
                <a:ext uri="{FF2B5EF4-FFF2-40B4-BE49-F238E27FC236}">
                  <a16:creationId xmlns:a16="http://schemas.microsoft.com/office/drawing/2014/main" id="{D27B0824-E9CD-A51F-8B44-F6028F0D2A29}"/>
                </a:ext>
              </a:extLst>
            </p:cNvPr>
            <p:cNvSpPr>
              <a:spLocks noChangeShapeType="1"/>
            </p:cNvSpPr>
            <p:nvPr/>
          </p:nvSpPr>
          <p:spPr bwMode="auto">
            <a:xfrm flipH="1">
              <a:off x="2191" y="2080"/>
              <a:ext cx="295" cy="0"/>
            </a:xfrm>
            <a:prstGeom prst="line">
              <a:avLst/>
            </a:prstGeom>
            <a:noFill/>
            <a:ln w="38100">
              <a:solidFill>
                <a:srgbClr val="FF0000"/>
              </a:solidFill>
              <a:prstDash val="sysDash"/>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65" name="Group 119">
            <a:extLst>
              <a:ext uri="{FF2B5EF4-FFF2-40B4-BE49-F238E27FC236}">
                <a16:creationId xmlns:a16="http://schemas.microsoft.com/office/drawing/2014/main" id="{50B07D56-6F39-69A1-2562-1B171F2095F2}"/>
              </a:ext>
            </a:extLst>
          </p:cNvPr>
          <p:cNvGrpSpPr>
            <a:grpSpLocks/>
          </p:cNvGrpSpPr>
          <p:nvPr/>
        </p:nvGrpSpPr>
        <p:grpSpPr bwMode="auto">
          <a:xfrm>
            <a:off x="6693846" y="5533378"/>
            <a:ext cx="450850" cy="469900"/>
            <a:chOff x="878" y="-296"/>
            <a:chExt cx="284" cy="296"/>
          </a:xfrm>
        </p:grpSpPr>
        <p:sp>
          <p:nvSpPr>
            <p:cNvPr id="66" name="Oval 77">
              <a:extLst>
                <a:ext uri="{FF2B5EF4-FFF2-40B4-BE49-F238E27FC236}">
                  <a16:creationId xmlns:a16="http://schemas.microsoft.com/office/drawing/2014/main" id="{5F3CADAC-9A1E-6F0E-A0AF-F424C3A9B931}"/>
                </a:ext>
              </a:extLst>
            </p:cNvPr>
            <p:cNvSpPr>
              <a:spLocks noChangeArrowheads="1"/>
            </p:cNvSpPr>
            <p:nvPr/>
          </p:nvSpPr>
          <p:spPr bwMode="auto">
            <a:xfrm>
              <a:off x="1071" y="-195"/>
              <a:ext cx="91" cy="91"/>
            </a:xfrm>
            <a:prstGeom prst="ellipse">
              <a:avLst/>
            </a:prstGeom>
            <a:solidFill>
              <a:srgbClr val="FF000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67" name="Text Box 81">
              <a:extLst>
                <a:ext uri="{FF2B5EF4-FFF2-40B4-BE49-F238E27FC236}">
                  <a16:creationId xmlns:a16="http://schemas.microsoft.com/office/drawing/2014/main" id="{9D58EB68-9379-B8AF-749F-417F408538F6}"/>
                </a:ext>
              </a:extLst>
            </p:cNvPr>
            <p:cNvSpPr txBox="1">
              <a:spLocks noChangeArrowheads="1"/>
            </p:cNvSpPr>
            <p:nvPr/>
          </p:nvSpPr>
          <p:spPr bwMode="auto">
            <a:xfrm>
              <a:off x="878" y="-296"/>
              <a:ext cx="20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latin typeface="Arial" panose="020B0604020202020204" pitchFamily="34" charset="0"/>
                </a:rPr>
                <a:t>1</a:t>
              </a:r>
            </a:p>
          </p:txBody>
        </p:sp>
      </p:grpSp>
      <p:grpSp>
        <p:nvGrpSpPr>
          <p:cNvPr id="68" name="Group 124">
            <a:extLst>
              <a:ext uri="{FF2B5EF4-FFF2-40B4-BE49-F238E27FC236}">
                <a16:creationId xmlns:a16="http://schemas.microsoft.com/office/drawing/2014/main" id="{D470CEA7-9F9B-2430-DA3A-4D76F75FA684}"/>
              </a:ext>
            </a:extLst>
          </p:cNvPr>
          <p:cNvGrpSpPr>
            <a:grpSpLocks/>
          </p:cNvGrpSpPr>
          <p:nvPr/>
        </p:nvGrpSpPr>
        <p:grpSpPr bwMode="auto">
          <a:xfrm>
            <a:off x="10053614" y="5498433"/>
            <a:ext cx="409575" cy="469900"/>
            <a:chOff x="2144" y="1667"/>
            <a:chExt cx="258" cy="296"/>
          </a:xfrm>
        </p:grpSpPr>
        <p:sp>
          <p:nvSpPr>
            <p:cNvPr id="69" name="Oval 79">
              <a:extLst>
                <a:ext uri="{FF2B5EF4-FFF2-40B4-BE49-F238E27FC236}">
                  <a16:creationId xmlns:a16="http://schemas.microsoft.com/office/drawing/2014/main" id="{3A211766-14B3-CE3A-5713-7059A3548D85}"/>
                </a:ext>
              </a:extLst>
            </p:cNvPr>
            <p:cNvSpPr>
              <a:spLocks noChangeArrowheads="1"/>
            </p:cNvSpPr>
            <p:nvPr/>
          </p:nvSpPr>
          <p:spPr bwMode="auto">
            <a:xfrm>
              <a:off x="2144" y="1773"/>
              <a:ext cx="91" cy="91"/>
            </a:xfrm>
            <a:prstGeom prst="ellipse">
              <a:avLst/>
            </a:prstGeom>
            <a:solidFill>
              <a:srgbClr val="FF000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0" name="Text Box 83">
              <a:extLst>
                <a:ext uri="{FF2B5EF4-FFF2-40B4-BE49-F238E27FC236}">
                  <a16:creationId xmlns:a16="http://schemas.microsoft.com/office/drawing/2014/main" id="{78E5FF9F-1D46-5CB6-11D5-CECE1E6633AB}"/>
                </a:ext>
              </a:extLst>
            </p:cNvPr>
            <p:cNvSpPr txBox="1">
              <a:spLocks noChangeArrowheads="1"/>
            </p:cNvSpPr>
            <p:nvPr/>
          </p:nvSpPr>
          <p:spPr bwMode="auto">
            <a:xfrm>
              <a:off x="2199" y="1667"/>
              <a:ext cx="20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dirty="0">
                  <a:latin typeface="Arial" panose="020B0604020202020204" pitchFamily="34" charset="0"/>
                </a:rPr>
                <a:t>3</a:t>
              </a:r>
            </a:p>
          </p:txBody>
        </p:sp>
      </p:grpSp>
      <p:grpSp>
        <p:nvGrpSpPr>
          <p:cNvPr id="71" name="Group 121">
            <a:extLst>
              <a:ext uri="{FF2B5EF4-FFF2-40B4-BE49-F238E27FC236}">
                <a16:creationId xmlns:a16="http://schemas.microsoft.com/office/drawing/2014/main" id="{BFC8E77A-494F-351D-73AA-8391FC877628}"/>
              </a:ext>
            </a:extLst>
          </p:cNvPr>
          <p:cNvGrpSpPr>
            <a:grpSpLocks/>
          </p:cNvGrpSpPr>
          <p:nvPr/>
        </p:nvGrpSpPr>
        <p:grpSpPr bwMode="auto">
          <a:xfrm>
            <a:off x="8443483" y="3951248"/>
            <a:ext cx="322263" cy="595313"/>
            <a:chOff x="1999" y="-1013"/>
            <a:chExt cx="203" cy="375"/>
          </a:xfrm>
        </p:grpSpPr>
        <p:sp>
          <p:nvSpPr>
            <p:cNvPr id="72" name="Oval 78">
              <a:extLst>
                <a:ext uri="{FF2B5EF4-FFF2-40B4-BE49-F238E27FC236}">
                  <a16:creationId xmlns:a16="http://schemas.microsoft.com/office/drawing/2014/main" id="{8F63C43C-B41C-A1FA-960A-52B7C0F3F0B9}"/>
                </a:ext>
              </a:extLst>
            </p:cNvPr>
            <p:cNvSpPr>
              <a:spLocks noChangeArrowheads="1"/>
            </p:cNvSpPr>
            <p:nvPr/>
          </p:nvSpPr>
          <p:spPr bwMode="auto">
            <a:xfrm>
              <a:off x="2047" y="-729"/>
              <a:ext cx="91" cy="91"/>
            </a:xfrm>
            <a:prstGeom prst="ellipse">
              <a:avLst/>
            </a:prstGeom>
            <a:solidFill>
              <a:srgbClr val="FF0000"/>
            </a:solidFill>
            <a:ln>
              <a:noFill/>
            </a:ln>
            <a:extLst>
              <a:ext uri="{91240B29-F687-4F45-9708-019B960494DF}">
                <a14:hiddenLine xmlns:a14="http://schemas.microsoft.com/office/drawing/2010/main" w="25400">
                  <a:solidFill>
                    <a:srgbClr val="000000"/>
                  </a:solidFill>
                  <a:round/>
                  <a:headEnd/>
                  <a:tailEnd/>
                </a14:hiddenLine>
              </a:ext>
            </a:extLst>
          </p:spPr>
          <p:txBody>
            <a:bodyPr wrap="none"/>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3" name="Text Box 82">
              <a:extLst>
                <a:ext uri="{FF2B5EF4-FFF2-40B4-BE49-F238E27FC236}">
                  <a16:creationId xmlns:a16="http://schemas.microsoft.com/office/drawing/2014/main" id="{5EF33812-80CF-F6B9-2AEA-7D94972E4DB3}"/>
                </a:ext>
              </a:extLst>
            </p:cNvPr>
            <p:cNvSpPr txBox="1">
              <a:spLocks noChangeArrowheads="1"/>
            </p:cNvSpPr>
            <p:nvPr/>
          </p:nvSpPr>
          <p:spPr bwMode="auto">
            <a:xfrm>
              <a:off x="1999" y="-1013"/>
              <a:ext cx="20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latin typeface="Arial" panose="020B0604020202020204" pitchFamily="34" charset="0"/>
                </a:rPr>
                <a:t>2</a:t>
              </a:r>
            </a:p>
          </p:txBody>
        </p:sp>
      </p:grpSp>
      <p:grpSp>
        <p:nvGrpSpPr>
          <p:cNvPr id="74" name="Grupo 73">
            <a:extLst>
              <a:ext uri="{FF2B5EF4-FFF2-40B4-BE49-F238E27FC236}">
                <a16:creationId xmlns:a16="http://schemas.microsoft.com/office/drawing/2014/main" id="{6980FCF9-E69B-541A-24EC-926EF5648B0B}"/>
              </a:ext>
            </a:extLst>
          </p:cNvPr>
          <p:cNvGrpSpPr/>
          <p:nvPr/>
        </p:nvGrpSpPr>
        <p:grpSpPr>
          <a:xfrm>
            <a:off x="7128574" y="4344949"/>
            <a:ext cx="3037711" cy="2468114"/>
            <a:chOff x="1706239" y="1296682"/>
            <a:chExt cx="3037711" cy="2468114"/>
          </a:xfrm>
        </p:grpSpPr>
        <p:grpSp>
          <p:nvGrpSpPr>
            <p:cNvPr id="75" name="Group 130">
              <a:extLst>
                <a:ext uri="{FF2B5EF4-FFF2-40B4-BE49-F238E27FC236}">
                  <a16:creationId xmlns:a16="http://schemas.microsoft.com/office/drawing/2014/main" id="{C56701F7-EDF9-2B10-0D01-99B86B6AAE2A}"/>
                </a:ext>
              </a:extLst>
            </p:cNvPr>
            <p:cNvGrpSpPr>
              <a:grpSpLocks/>
            </p:cNvGrpSpPr>
            <p:nvPr/>
          </p:nvGrpSpPr>
          <p:grpSpPr bwMode="auto">
            <a:xfrm>
              <a:off x="1706239" y="1296682"/>
              <a:ext cx="1269999" cy="1455738"/>
              <a:chOff x="1437" y="1059"/>
              <a:chExt cx="800" cy="917"/>
            </a:xfrm>
          </p:grpSpPr>
          <p:grpSp>
            <p:nvGrpSpPr>
              <p:cNvPr id="91" name="Group 102">
                <a:extLst>
                  <a:ext uri="{FF2B5EF4-FFF2-40B4-BE49-F238E27FC236}">
                    <a16:creationId xmlns:a16="http://schemas.microsoft.com/office/drawing/2014/main" id="{806BF258-48F0-3879-0EA5-79464CDEF181}"/>
                  </a:ext>
                </a:extLst>
              </p:cNvPr>
              <p:cNvGrpSpPr>
                <a:grpSpLocks/>
              </p:cNvGrpSpPr>
              <p:nvPr/>
            </p:nvGrpSpPr>
            <p:grpSpPr bwMode="auto">
              <a:xfrm rot="19948898" flipH="1">
                <a:off x="1776" y="1340"/>
                <a:ext cx="163" cy="309"/>
                <a:chOff x="1195" y="2813"/>
                <a:chExt cx="217" cy="449"/>
              </a:xfrm>
            </p:grpSpPr>
            <p:sp>
              <p:nvSpPr>
                <p:cNvPr id="95" name="Line 103">
                  <a:extLst>
                    <a:ext uri="{FF2B5EF4-FFF2-40B4-BE49-F238E27FC236}">
                      <a16:creationId xmlns:a16="http://schemas.microsoft.com/office/drawing/2014/main" id="{C6116942-FA25-0449-37C9-670B3DA6B3C0}"/>
                    </a:ext>
                  </a:extLst>
                </p:cNvPr>
                <p:cNvSpPr>
                  <a:spLocks noChangeShapeType="1"/>
                </p:cNvSpPr>
                <p:nvPr/>
              </p:nvSpPr>
              <p:spPr bwMode="auto">
                <a:xfrm>
                  <a:off x="1303" y="2817"/>
                  <a:ext cx="0" cy="445"/>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96" name="Line 104">
                  <a:extLst>
                    <a:ext uri="{FF2B5EF4-FFF2-40B4-BE49-F238E27FC236}">
                      <a16:creationId xmlns:a16="http://schemas.microsoft.com/office/drawing/2014/main" id="{7E78248F-9508-7120-1F50-AFD60F2636E1}"/>
                    </a:ext>
                  </a:extLst>
                </p:cNvPr>
                <p:cNvSpPr>
                  <a:spLocks noChangeShapeType="1"/>
                </p:cNvSpPr>
                <p:nvPr/>
              </p:nvSpPr>
              <p:spPr bwMode="auto">
                <a:xfrm flipH="1">
                  <a:off x="1195" y="2813"/>
                  <a:ext cx="95" cy="255"/>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97" name="Line 105">
                  <a:extLst>
                    <a:ext uri="{FF2B5EF4-FFF2-40B4-BE49-F238E27FC236}">
                      <a16:creationId xmlns:a16="http://schemas.microsoft.com/office/drawing/2014/main" id="{36BE4357-9498-5C3A-0A75-D9B5354702BC}"/>
                    </a:ext>
                  </a:extLst>
                </p:cNvPr>
                <p:cNvSpPr>
                  <a:spLocks noChangeShapeType="1"/>
                </p:cNvSpPr>
                <p:nvPr/>
              </p:nvSpPr>
              <p:spPr bwMode="auto">
                <a:xfrm flipH="1">
                  <a:off x="1310" y="3033"/>
                  <a:ext cx="102" cy="226"/>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92" name="Line 45">
                <a:extLst>
                  <a:ext uri="{FF2B5EF4-FFF2-40B4-BE49-F238E27FC236}">
                    <a16:creationId xmlns:a16="http://schemas.microsoft.com/office/drawing/2014/main" id="{4E042BAA-0BDC-28EF-C1BD-4324A3F1C6F3}"/>
                  </a:ext>
                </a:extLst>
              </p:cNvPr>
              <p:cNvSpPr>
                <a:spLocks noChangeShapeType="1"/>
              </p:cNvSpPr>
              <p:nvPr/>
            </p:nvSpPr>
            <p:spPr bwMode="auto">
              <a:xfrm rot="1684087" flipV="1">
                <a:off x="1511" y="1469"/>
                <a:ext cx="171" cy="507"/>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3" name="Line 46">
                <a:extLst>
                  <a:ext uri="{FF2B5EF4-FFF2-40B4-BE49-F238E27FC236}">
                    <a16:creationId xmlns:a16="http://schemas.microsoft.com/office/drawing/2014/main" id="{D62D4BEA-DE0E-5EC3-8DEF-DA60BB5FD580}"/>
                  </a:ext>
                </a:extLst>
              </p:cNvPr>
              <p:cNvSpPr>
                <a:spLocks noChangeShapeType="1"/>
              </p:cNvSpPr>
              <p:nvPr/>
            </p:nvSpPr>
            <p:spPr bwMode="auto">
              <a:xfrm rot="1684087" flipH="1">
                <a:off x="2053" y="1059"/>
                <a:ext cx="184" cy="477"/>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94" name="Text Box 53">
                <a:extLst>
                  <a:ext uri="{FF2B5EF4-FFF2-40B4-BE49-F238E27FC236}">
                    <a16:creationId xmlns:a16="http://schemas.microsoft.com/office/drawing/2014/main" id="{8A5E59B0-1E48-EA63-A979-863831CCA48A}"/>
                  </a:ext>
                </a:extLst>
              </p:cNvPr>
              <p:cNvSpPr txBox="1">
                <a:spLocks noChangeArrowheads="1"/>
              </p:cNvSpPr>
              <p:nvPr/>
            </p:nvSpPr>
            <p:spPr bwMode="auto">
              <a:xfrm>
                <a:off x="1437" y="1171"/>
                <a:ext cx="346" cy="296"/>
              </a:xfrm>
              <a:prstGeom prst="rect">
                <a:avLst/>
              </a:prstGeom>
              <a:noFill/>
              <a:ln w="12700" algn="ctr">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12</a:t>
                </a:r>
              </a:p>
            </p:txBody>
          </p:sp>
        </p:grpSp>
        <p:grpSp>
          <p:nvGrpSpPr>
            <p:cNvPr id="76" name="Group 131">
              <a:extLst>
                <a:ext uri="{FF2B5EF4-FFF2-40B4-BE49-F238E27FC236}">
                  <a16:creationId xmlns:a16="http://schemas.microsoft.com/office/drawing/2014/main" id="{5AEB1A57-1D5D-96D1-C1DA-048ADB3A774F}"/>
                </a:ext>
              </a:extLst>
            </p:cNvPr>
            <p:cNvGrpSpPr>
              <a:grpSpLocks/>
            </p:cNvGrpSpPr>
            <p:nvPr/>
          </p:nvGrpSpPr>
          <p:grpSpPr bwMode="auto">
            <a:xfrm>
              <a:off x="3255287" y="1433101"/>
              <a:ext cx="1457325" cy="1228726"/>
              <a:chOff x="1437" y="1446"/>
              <a:chExt cx="918" cy="774"/>
            </a:xfrm>
          </p:grpSpPr>
          <p:sp>
            <p:nvSpPr>
              <p:cNvPr id="84" name="Line 50">
                <a:extLst>
                  <a:ext uri="{FF2B5EF4-FFF2-40B4-BE49-F238E27FC236}">
                    <a16:creationId xmlns:a16="http://schemas.microsoft.com/office/drawing/2014/main" id="{AD5EDCED-EE91-3A8D-3A3B-4C34A9609663}"/>
                  </a:ext>
                </a:extLst>
              </p:cNvPr>
              <p:cNvSpPr>
                <a:spLocks noChangeShapeType="1"/>
              </p:cNvSpPr>
              <p:nvPr/>
            </p:nvSpPr>
            <p:spPr bwMode="auto">
              <a:xfrm>
                <a:off x="1963" y="1847"/>
                <a:ext cx="360" cy="373"/>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85" name="Line 51">
                <a:extLst>
                  <a:ext uri="{FF2B5EF4-FFF2-40B4-BE49-F238E27FC236}">
                    <a16:creationId xmlns:a16="http://schemas.microsoft.com/office/drawing/2014/main" id="{4D9338DF-911A-8254-ED33-FCE36ECCC66D}"/>
                  </a:ext>
                </a:extLst>
              </p:cNvPr>
              <p:cNvSpPr>
                <a:spLocks noChangeShapeType="1"/>
              </p:cNvSpPr>
              <p:nvPr/>
            </p:nvSpPr>
            <p:spPr bwMode="auto">
              <a:xfrm>
                <a:off x="1437" y="1446"/>
                <a:ext cx="412" cy="319"/>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86" name="Text Box 52">
                <a:extLst>
                  <a:ext uri="{FF2B5EF4-FFF2-40B4-BE49-F238E27FC236}">
                    <a16:creationId xmlns:a16="http://schemas.microsoft.com/office/drawing/2014/main" id="{3F34FBD8-8B81-3FA2-5120-74C1A10FEE06}"/>
                  </a:ext>
                </a:extLst>
              </p:cNvPr>
              <p:cNvSpPr txBox="1">
                <a:spLocks noChangeArrowheads="1"/>
              </p:cNvSpPr>
              <p:nvPr/>
            </p:nvSpPr>
            <p:spPr bwMode="auto">
              <a:xfrm>
                <a:off x="2009" y="1489"/>
                <a:ext cx="346" cy="296"/>
              </a:xfrm>
              <a:prstGeom prst="rect">
                <a:avLst/>
              </a:prstGeom>
              <a:noFill/>
              <a:ln w="12700" algn="ctr">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23</a:t>
                </a:r>
              </a:p>
            </p:txBody>
          </p:sp>
          <p:grpSp>
            <p:nvGrpSpPr>
              <p:cNvPr id="87" name="Group 94">
                <a:extLst>
                  <a:ext uri="{FF2B5EF4-FFF2-40B4-BE49-F238E27FC236}">
                    <a16:creationId xmlns:a16="http://schemas.microsoft.com/office/drawing/2014/main" id="{D4FCD930-46B9-12E1-1162-A43AE1ED4046}"/>
                  </a:ext>
                </a:extLst>
              </p:cNvPr>
              <p:cNvGrpSpPr>
                <a:grpSpLocks/>
              </p:cNvGrpSpPr>
              <p:nvPr/>
            </p:nvGrpSpPr>
            <p:grpSpPr bwMode="auto">
              <a:xfrm rot="2518209">
                <a:off x="1839" y="1648"/>
                <a:ext cx="153" cy="306"/>
                <a:chOff x="1090" y="2899"/>
                <a:chExt cx="205" cy="445"/>
              </a:xfrm>
            </p:grpSpPr>
            <p:sp>
              <p:nvSpPr>
                <p:cNvPr id="88" name="Line 95">
                  <a:extLst>
                    <a:ext uri="{FF2B5EF4-FFF2-40B4-BE49-F238E27FC236}">
                      <a16:creationId xmlns:a16="http://schemas.microsoft.com/office/drawing/2014/main" id="{C5C59F25-D66A-8936-16F7-C7FE239EA903}"/>
                    </a:ext>
                  </a:extLst>
                </p:cNvPr>
                <p:cNvSpPr>
                  <a:spLocks noChangeShapeType="1"/>
                </p:cNvSpPr>
                <p:nvPr/>
              </p:nvSpPr>
              <p:spPr bwMode="auto">
                <a:xfrm>
                  <a:off x="1185" y="2899"/>
                  <a:ext cx="0" cy="445"/>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89" name="Line 96">
                  <a:extLst>
                    <a:ext uri="{FF2B5EF4-FFF2-40B4-BE49-F238E27FC236}">
                      <a16:creationId xmlns:a16="http://schemas.microsoft.com/office/drawing/2014/main" id="{FC19AF07-7F6D-4B94-4E49-0F5B3FD2CA36}"/>
                    </a:ext>
                  </a:extLst>
                </p:cNvPr>
                <p:cNvSpPr>
                  <a:spLocks noChangeShapeType="1"/>
                </p:cNvSpPr>
                <p:nvPr/>
              </p:nvSpPr>
              <p:spPr bwMode="auto">
                <a:xfrm flipH="1">
                  <a:off x="1090" y="2907"/>
                  <a:ext cx="95" cy="255"/>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90" name="Line 97">
                  <a:extLst>
                    <a:ext uri="{FF2B5EF4-FFF2-40B4-BE49-F238E27FC236}">
                      <a16:creationId xmlns:a16="http://schemas.microsoft.com/office/drawing/2014/main" id="{EA92F956-6E10-FCF6-BA61-BBD2BB61788A}"/>
                    </a:ext>
                  </a:extLst>
                </p:cNvPr>
                <p:cNvSpPr>
                  <a:spLocks noChangeShapeType="1"/>
                </p:cNvSpPr>
                <p:nvPr/>
              </p:nvSpPr>
              <p:spPr bwMode="auto">
                <a:xfrm flipH="1">
                  <a:off x="1193" y="3114"/>
                  <a:ext cx="102" cy="226"/>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grpSp>
        <p:sp>
          <p:nvSpPr>
            <p:cNvPr id="77" name="Line 40">
              <a:extLst>
                <a:ext uri="{FF2B5EF4-FFF2-40B4-BE49-F238E27FC236}">
                  <a16:creationId xmlns:a16="http://schemas.microsoft.com/office/drawing/2014/main" id="{ADFB9F7D-CE45-AFC1-AC53-5273BE8C2E35}"/>
                </a:ext>
              </a:extLst>
            </p:cNvPr>
            <p:cNvSpPr>
              <a:spLocks noChangeShapeType="1"/>
            </p:cNvSpPr>
            <p:nvPr/>
          </p:nvSpPr>
          <p:spPr bwMode="auto">
            <a:xfrm rot="19915913" flipH="1" flipV="1">
              <a:off x="1931296" y="2486698"/>
              <a:ext cx="853047" cy="127809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78" name="Text Box 54">
              <a:extLst>
                <a:ext uri="{FF2B5EF4-FFF2-40B4-BE49-F238E27FC236}">
                  <a16:creationId xmlns:a16="http://schemas.microsoft.com/office/drawing/2014/main" id="{1B9B19C2-0411-3955-1870-7E87D93BFF62}"/>
                </a:ext>
              </a:extLst>
            </p:cNvPr>
            <p:cNvSpPr txBox="1">
              <a:spLocks noChangeArrowheads="1"/>
            </p:cNvSpPr>
            <p:nvPr/>
          </p:nvSpPr>
          <p:spPr bwMode="auto">
            <a:xfrm>
              <a:off x="2421590" y="3292723"/>
              <a:ext cx="549275" cy="469900"/>
            </a:xfrm>
            <a:prstGeom prst="rect">
              <a:avLst/>
            </a:prstGeom>
            <a:noFill/>
            <a:ln w="12700" algn="ctr">
              <a:noFill/>
              <a:miter lim="800000"/>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dirty="0">
                  <a:solidFill>
                    <a:srgbClr val="000000"/>
                  </a:solidFill>
                  <a:latin typeface="Arial" panose="020B0604020202020204" pitchFamily="34" charset="0"/>
                </a:rPr>
                <a:t>R</a:t>
              </a:r>
              <a:r>
                <a:rPr lang="es-ES" sz="2000" baseline="-25000" dirty="0">
                  <a:solidFill>
                    <a:srgbClr val="000000"/>
                  </a:solidFill>
                  <a:latin typeface="Arial" panose="020B0604020202020204" pitchFamily="34" charset="0"/>
                </a:rPr>
                <a:t>13</a:t>
              </a:r>
            </a:p>
          </p:txBody>
        </p:sp>
        <p:grpSp>
          <p:nvGrpSpPr>
            <p:cNvPr id="79" name="Group 98">
              <a:extLst>
                <a:ext uri="{FF2B5EF4-FFF2-40B4-BE49-F238E27FC236}">
                  <a16:creationId xmlns:a16="http://schemas.microsoft.com/office/drawing/2014/main" id="{4AF8C099-DFE1-A695-96B6-BD999924FB93}"/>
                </a:ext>
              </a:extLst>
            </p:cNvPr>
            <p:cNvGrpSpPr>
              <a:grpSpLocks/>
            </p:cNvGrpSpPr>
            <p:nvPr/>
          </p:nvGrpSpPr>
          <p:grpSpPr bwMode="auto">
            <a:xfrm>
              <a:off x="3062782" y="3191459"/>
              <a:ext cx="241300" cy="485775"/>
              <a:chOff x="940" y="2919"/>
              <a:chExt cx="203" cy="445"/>
            </a:xfrm>
          </p:grpSpPr>
          <p:sp>
            <p:nvSpPr>
              <p:cNvPr id="81" name="Line 99">
                <a:extLst>
                  <a:ext uri="{FF2B5EF4-FFF2-40B4-BE49-F238E27FC236}">
                    <a16:creationId xmlns:a16="http://schemas.microsoft.com/office/drawing/2014/main" id="{D523CD4E-2091-EDBD-B88B-C8AD7B0D097A}"/>
                  </a:ext>
                </a:extLst>
              </p:cNvPr>
              <p:cNvSpPr>
                <a:spLocks noChangeShapeType="1"/>
              </p:cNvSpPr>
              <p:nvPr/>
            </p:nvSpPr>
            <p:spPr bwMode="auto">
              <a:xfrm>
                <a:off x="1035" y="2919"/>
                <a:ext cx="0" cy="445"/>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82" name="Line 100">
                <a:extLst>
                  <a:ext uri="{FF2B5EF4-FFF2-40B4-BE49-F238E27FC236}">
                    <a16:creationId xmlns:a16="http://schemas.microsoft.com/office/drawing/2014/main" id="{07CD11D3-0462-257D-CE49-CF1726FF761C}"/>
                  </a:ext>
                </a:extLst>
              </p:cNvPr>
              <p:cNvSpPr>
                <a:spLocks noChangeShapeType="1"/>
              </p:cNvSpPr>
              <p:nvPr/>
            </p:nvSpPr>
            <p:spPr bwMode="auto">
              <a:xfrm flipH="1">
                <a:off x="940" y="2927"/>
                <a:ext cx="95" cy="255"/>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83" name="Line 101">
                <a:extLst>
                  <a:ext uri="{FF2B5EF4-FFF2-40B4-BE49-F238E27FC236}">
                    <a16:creationId xmlns:a16="http://schemas.microsoft.com/office/drawing/2014/main" id="{A59495E0-957A-ADAE-C5E2-5D1B57EA3AA3}"/>
                  </a:ext>
                </a:extLst>
              </p:cNvPr>
              <p:cNvSpPr>
                <a:spLocks noChangeShapeType="1"/>
              </p:cNvSpPr>
              <p:nvPr/>
            </p:nvSpPr>
            <p:spPr bwMode="auto">
              <a:xfrm flipH="1">
                <a:off x="1041" y="3134"/>
                <a:ext cx="102" cy="226"/>
              </a:xfrm>
              <a:prstGeom prst="line">
                <a:avLst/>
              </a:prstGeom>
              <a:noFill/>
              <a:ln w="38100">
                <a:solidFill>
                  <a:srgbClr val="008000"/>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grpSp>
        <p:sp>
          <p:nvSpPr>
            <p:cNvPr id="80" name="Line 40">
              <a:extLst>
                <a:ext uri="{FF2B5EF4-FFF2-40B4-BE49-F238E27FC236}">
                  <a16:creationId xmlns:a16="http://schemas.microsoft.com/office/drawing/2014/main" id="{758BC00F-1071-94D4-A7E1-EAB1EE0BE91A}"/>
                </a:ext>
              </a:extLst>
            </p:cNvPr>
            <p:cNvSpPr>
              <a:spLocks noChangeShapeType="1"/>
            </p:cNvSpPr>
            <p:nvPr/>
          </p:nvSpPr>
          <p:spPr bwMode="auto">
            <a:xfrm rot="19915913" flipH="1" flipV="1">
              <a:off x="3225888" y="3086479"/>
              <a:ext cx="1518062" cy="30764"/>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Tree>
    <p:extLst>
      <p:ext uri="{BB962C8B-B14F-4D97-AF65-F5344CB8AC3E}">
        <p14:creationId xmlns:p14="http://schemas.microsoft.com/office/powerpoint/2010/main" val="40099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45515"/>
                                        </p:tgtEl>
                                        <p:attrNameLst>
                                          <p:attrName>style.visibility</p:attrName>
                                        </p:attrNameLst>
                                      </p:cBhvr>
                                      <p:to>
                                        <p:strVal val="visible"/>
                                      </p:to>
                                    </p:set>
                                    <p:animEffect transition="in" filter="wipe(up)">
                                      <p:cBhvr>
                                        <p:cTn id="7" dur="500"/>
                                        <p:tgtEl>
                                          <p:spTgt spid="4455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wipe(up)">
                                      <p:cBhvr>
                                        <p:cTn id="12" dur="500"/>
                                        <p:tgtEl>
                                          <p:spTgt spid="1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45445"/>
                                        </p:tgtEl>
                                        <p:attrNameLst>
                                          <p:attrName>style.visibility</p:attrName>
                                        </p:attrNameLst>
                                      </p:cBhvr>
                                      <p:to>
                                        <p:strVal val="visible"/>
                                      </p:to>
                                    </p:set>
                                    <p:animEffect transition="in" filter="wipe(up)">
                                      <p:cBhvr>
                                        <p:cTn id="22" dur="500"/>
                                        <p:tgtEl>
                                          <p:spTgt spid="44544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61559"/>
                                        </p:tgtEl>
                                        <p:attrNameLst>
                                          <p:attrName>style.visibility</p:attrName>
                                        </p:attrNameLst>
                                      </p:cBhvr>
                                      <p:to>
                                        <p:strVal val="visible"/>
                                      </p:to>
                                    </p:set>
                                    <p:anim calcmode="lin" valueType="num">
                                      <p:cBhvr>
                                        <p:cTn id="32" dur="500" fill="hold"/>
                                        <p:tgtEl>
                                          <p:spTgt spid="61559"/>
                                        </p:tgtEl>
                                        <p:attrNameLst>
                                          <p:attrName>ppt_w</p:attrName>
                                        </p:attrNameLst>
                                      </p:cBhvr>
                                      <p:tavLst>
                                        <p:tav tm="0">
                                          <p:val>
                                            <p:fltVal val="0"/>
                                          </p:val>
                                        </p:tav>
                                        <p:tav tm="100000">
                                          <p:val>
                                            <p:strVal val="#ppt_w"/>
                                          </p:val>
                                        </p:tav>
                                      </p:tavLst>
                                    </p:anim>
                                    <p:anim calcmode="lin" valueType="num">
                                      <p:cBhvr>
                                        <p:cTn id="33" dur="500" fill="hold"/>
                                        <p:tgtEl>
                                          <p:spTgt spid="61559"/>
                                        </p:tgtEl>
                                        <p:attrNameLst>
                                          <p:attrName>ppt_h</p:attrName>
                                        </p:attrNameLst>
                                      </p:cBhvr>
                                      <p:tavLst>
                                        <p:tav tm="0">
                                          <p:val>
                                            <p:fltVal val="0"/>
                                          </p:val>
                                        </p:tav>
                                        <p:tav tm="100000">
                                          <p:val>
                                            <p:strVal val="#ppt_h"/>
                                          </p:val>
                                        </p:tav>
                                      </p:tavLst>
                                    </p:anim>
                                  </p:childTnLst>
                                </p:cTn>
                              </p:par>
                              <p:par>
                                <p:cTn id="34" presetID="23" presetClass="entr" presetSubtype="16" fill="hold" nodeType="withEffect">
                                  <p:stCondLst>
                                    <p:cond delay="0"/>
                                  </p:stCondLst>
                                  <p:childTnLst>
                                    <p:set>
                                      <p:cBhvr>
                                        <p:cTn id="35" dur="1" fill="hold">
                                          <p:stCondLst>
                                            <p:cond delay="0"/>
                                          </p:stCondLst>
                                        </p:cTn>
                                        <p:tgtEl>
                                          <p:spTgt spid="61561"/>
                                        </p:tgtEl>
                                        <p:attrNameLst>
                                          <p:attrName>style.visibility</p:attrName>
                                        </p:attrNameLst>
                                      </p:cBhvr>
                                      <p:to>
                                        <p:strVal val="visible"/>
                                      </p:to>
                                    </p:set>
                                    <p:anim calcmode="lin" valueType="num">
                                      <p:cBhvr>
                                        <p:cTn id="36" dur="500" fill="hold"/>
                                        <p:tgtEl>
                                          <p:spTgt spid="61561"/>
                                        </p:tgtEl>
                                        <p:attrNameLst>
                                          <p:attrName>ppt_w</p:attrName>
                                        </p:attrNameLst>
                                      </p:cBhvr>
                                      <p:tavLst>
                                        <p:tav tm="0">
                                          <p:val>
                                            <p:fltVal val="0"/>
                                          </p:val>
                                        </p:tav>
                                        <p:tav tm="100000">
                                          <p:val>
                                            <p:strVal val="#ppt_w"/>
                                          </p:val>
                                        </p:tav>
                                      </p:tavLst>
                                    </p:anim>
                                    <p:anim calcmode="lin" valueType="num">
                                      <p:cBhvr>
                                        <p:cTn id="37" dur="500" fill="hold"/>
                                        <p:tgtEl>
                                          <p:spTgt spid="61561"/>
                                        </p:tgtEl>
                                        <p:attrNameLst>
                                          <p:attrName>ppt_h</p:attrName>
                                        </p:attrNameLst>
                                      </p:cBhvr>
                                      <p:tavLst>
                                        <p:tav tm="0">
                                          <p:val>
                                            <p:fltVal val="0"/>
                                          </p:val>
                                        </p:tav>
                                        <p:tav tm="100000">
                                          <p:val>
                                            <p:strVal val="#ppt_h"/>
                                          </p:val>
                                        </p:tav>
                                      </p:tavLst>
                                    </p:anim>
                                  </p:childTnLst>
                                </p:cTn>
                              </p:par>
                              <p:par>
                                <p:cTn id="38" presetID="23" presetClass="entr" presetSubtype="16" fill="hold" nodeType="withEffect">
                                  <p:stCondLst>
                                    <p:cond delay="0"/>
                                  </p:stCondLst>
                                  <p:childTnLst>
                                    <p:set>
                                      <p:cBhvr>
                                        <p:cTn id="39" dur="1" fill="hold">
                                          <p:stCondLst>
                                            <p:cond delay="0"/>
                                          </p:stCondLst>
                                        </p:cTn>
                                        <p:tgtEl>
                                          <p:spTgt spid="61564"/>
                                        </p:tgtEl>
                                        <p:attrNameLst>
                                          <p:attrName>style.visibility</p:attrName>
                                        </p:attrNameLst>
                                      </p:cBhvr>
                                      <p:to>
                                        <p:strVal val="visible"/>
                                      </p:to>
                                    </p:set>
                                    <p:anim calcmode="lin" valueType="num">
                                      <p:cBhvr>
                                        <p:cTn id="40" dur="500" fill="hold"/>
                                        <p:tgtEl>
                                          <p:spTgt spid="61564"/>
                                        </p:tgtEl>
                                        <p:attrNameLst>
                                          <p:attrName>ppt_w</p:attrName>
                                        </p:attrNameLst>
                                      </p:cBhvr>
                                      <p:tavLst>
                                        <p:tav tm="0">
                                          <p:val>
                                            <p:fltVal val="0"/>
                                          </p:val>
                                        </p:tav>
                                        <p:tav tm="100000">
                                          <p:val>
                                            <p:strVal val="#ppt_w"/>
                                          </p:val>
                                        </p:tav>
                                      </p:tavLst>
                                    </p:anim>
                                    <p:anim calcmode="lin" valueType="num">
                                      <p:cBhvr>
                                        <p:cTn id="41" dur="500" fill="hold"/>
                                        <p:tgtEl>
                                          <p:spTgt spid="61564"/>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23" presetClass="entr" presetSubtype="288" fill="hold" nodeType="clickEffect">
                                  <p:stCondLst>
                                    <p:cond delay="0"/>
                                  </p:stCondLst>
                                  <p:childTnLst>
                                    <p:set>
                                      <p:cBhvr>
                                        <p:cTn id="45" dur="1" fill="hold">
                                          <p:stCondLst>
                                            <p:cond delay="0"/>
                                          </p:stCondLst>
                                        </p:cTn>
                                        <p:tgtEl>
                                          <p:spTgt spid="61566"/>
                                        </p:tgtEl>
                                        <p:attrNameLst>
                                          <p:attrName>style.visibility</p:attrName>
                                        </p:attrNameLst>
                                      </p:cBhvr>
                                      <p:to>
                                        <p:strVal val="visible"/>
                                      </p:to>
                                    </p:set>
                                    <p:anim calcmode="lin" valueType="num">
                                      <p:cBhvr>
                                        <p:cTn id="46" dur="500" fill="hold"/>
                                        <p:tgtEl>
                                          <p:spTgt spid="61566"/>
                                        </p:tgtEl>
                                        <p:attrNameLst>
                                          <p:attrName>ppt_w</p:attrName>
                                        </p:attrNameLst>
                                      </p:cBhvr>
                                      <p:tavLst>
                                        <p:tav tm="0">
                                          <p:val>
                                            <p:strVal val="4/3*#ppt_w"/>
                                          </p:val>
                                        </p:tav>
                                        <p:tav tm="100000">
                                          <p:val>
                                            <p:strVal val="#ppt_w"/>
                                          </p:val>
                                        </p:tav>
                                      </p:tavLst>
                                    </p:anim>
                                    <p:anim calcmode="lin" valueType="num">
                                      <p:cBhvr>
                                        <p:cTn id="47" dur="500" fill="hold"/>
                                        <p:tgtEl>
                                          <p:spTgt spid="61566"/>
                                        </p:tgtEl>
                                        <p:attrNameLst>
                                          <p:attrName>ppt_h</p:attrName>
                                        </p:attrNameLst>
                                      </p:cBhvr>
                                      <p:tavLst>
                                        <p:tav tm="0">
                                          <p:val>
                                            <p:strVal val="4/3*#ppt_h"/>
                                          </p:val>
                                        </p:tav>
                                        <p:tav tm="100000">
                                          <p:val>
                                            <p:strVal val="#ppt_h"/>
                                          </p:val>
                                        </p:tav>
                                      </p:tavLst>
                                    </p:anim>
                                  </p:childTnLst>
                                </p:cTn>
                              </p:par>
                              <p:par>
                                <p:cTn id="48" presetID="9" presetClass="entr" presetSubtype="0" fill="hold" grpId="0" nodeType="withEffect">
                                  <p:stCondLst>
                                    <p:cond delay="0"/>
                                  </p:stCondLst>
                                  <p:childTnLst>
                                    <p:set>
                                      <p:cBhvr>
                                        <p:cTn id="49" dur="1" fill="hold">
                                          <p:stCondLst>
                                            <p:cond delay="0"/>
                                          </p:stCondLst>
                                        </p:cTn>
                                        <p:tgtEl>
                                          <p:spTgt spid="44035"/>
                                        </p:tgtEl>
                                        <p:attrNameLst>
                                          <p:attrName>style.visibility</p:attrName>
                                        </p:attrNameLst>
                                      </p:cBhvr>
                                      <p:to>
                                        <p:strVal val="visible"/>
                                      </p:to>
                                    </p:set>
                                    <p:animEffect transition="in" filter="dissolve">
                                      <p:cBhvr>
                                        <p:cTn id="50" dur="500"/>
                                        <p:tgtEl>
                                          <p:spTgt spid="44035"/>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44050"/>
                                        </p:tgtEl>
                                        <p:attrNameLst>
                                          <p:attrName>style.visibility</p:attrName>
                                        </p:attrNameLst>
                                      </p:cBhvr>
                                      <p:to>
                                        <p:strVal val="visible"/>
                                      </p:to>
                                    </p:set>
                                    <p:animEffect transition="in" filter="dissolve">
                                      <p:cBhvr>
                                        <p:cTn id="53" dur="500"/>
                                        <p:tgtEl>
                                          <p:spTgt spid="44050"/>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44036"/>
                                        </p:tgtEl>
                                        <p:attrNameLst>
                                          <p:attrName>style.visibility</p:attrName>
                                        </p:attrNameLst>
                                      </p:cBhvr>
                                      <p:to>
                                        <p:strVal val="visible"/>
                                      </p:to>
                                    </p:set>
                                    <p:animEffect transition="in" filter="dissolve">
                                      <p:cBhvr>
                                        <p:cTn id="56" dur="500"/>
                                        <p:tgtEl>
                                          <p:spTgt spid="44036"/>
                                        </p:tgtEl>
                                      </p:cBhvr>
                                    </p:animEffect>
                                  </p:childTnLst>
                                </p:cTn>
                              </p:par>
                            </p:childTnLst>
                          </p:cTn>
                        </p:par>
                      </p:childTnLst>
                    </p:cTn>
                  </p:par>
                  <p:par>
                    <p:cTn id="57" fill="hold">
                      <p:stCondLst>
                        <p:cond delay="indefinite"/>
                      </p:stCondLst>
                      <p:childTnLst>
                        <p:par>
                          <p:cTn id="58" fill="hold">
                            <p:stCondLst>
                              <p:cond delay="0"/>
                            </p:stCondLst>
                            <p:childTnLst>
                              <p:par>
                                <p:cTn id="59" presetID="23" presetClass="entr" presetSubtype="272" fill="hold" nodeType="clickEffect">
                                  <p:stCondLst>
                                    <p:cond delay="0"/>
                                  </p:stCondLst>
                                  <p:childTnLst>
                                    <p:set>
                                      <p:cBhvr>
                                        <p:cTn id="60" dur="1" fill="hold">
                                          <p:stCondLst>
                                            <p:cond delay="0"/>
                                          </p:stCondLst>
                                        </p:cTn>
                                        <p:tgtEl>
                                          <p:spTgt spid="61572"/>
                                        </p:tgtEl>
                                        <p:attrNameLst>
                                          <p:attrName>style.visibility</p:attrName>
                                        </p:attrNameLst>
                                      </p:cBhvr>
                                      <p:to>
                                        <p:strVal val="visible"/>
                                      </p:to>
                                    </p:set>
                                    <p:anim calcmode="lin" valueType="num">
                                      <p:cBhvr>
                                        <p:cTn id="61" dur="500" fill="hold"/>
                                        <p:tgtEl>
                                          <p:spTgt spid="61572"/>
                                        </p:tgtEl>
                                        <p:attrNameLst>
                                          <p:attrName>ppt_w</p:attrName>
                                        </p:attrNameLst>
                                      </p:cBhvr>
                                      <p:tavLst>
                                        <p:tav tm="0">
                                          <p:val>
                                            <p:strVal val="2/3*#ppt_w"/>
                                          </p:val>
                                        </p:tav>
                                        <p:tav tm="100000">
                                          <p:val>
                                            <p:strVal val="#ppt_w"/>
                                          </p:val>
                                        </p:tav>
                                      </p:tavLst>
                                    </p:anim>
                                    <p:anim calcmode="lin" valueType="num">
                                      <p:cBhvr>
                                        <p:cTn id="62" dur="500" fill="hold"/>
                                        <p:tgtEl>
                                          <p:spTgt spid="61572"/>
                                        </p:tgtEl>
                                        <p:attrNameLst>
                                          <p:attrName>ppt_h</p:attrName>
                                        </p:attrNameLst>
                                      </p:cBhvr>
                                      <p:tavLst>
                                        <p:tav tm="0">
                                          <p:val>
                                            <p:strVal val="2/3*#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up)">
                                      <p:cBhvr>
                                        <p:cTn id="67" dur="500"/>
                                        <p:tgtEl>
                                          <p:spTgt spid="26"/>
                                        </p:tgtEl>
                                      </p:cBhvr>
                                    </p:animEffect>
                                  </p:childTnLst>
                                </p:cTn>
                              </p:par>
                              <p:par>
                                <p:cTn id="68" presetID="1" presetClass="entr" presetSubtype="0" fill="hold" nodeType="withEffect">
                                  <p:stCondLst>
                                    <p:cond delay="0"/>
                                  </p:stCondLst>
                                  <p:childTnLst>
                                    <p:set>
                                      <p:cBhvr>
                                        <p:cTn id="69" dur="1" fill="hold">
                                          <p:stCondLst>
                                            <p:cond delay="0"/>
                                          </p:stCondLst>
                                        </p:cTn>
                                        <p:tgtEl>
                                          <p:spTgt spid="9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3" presetClass="entr" presetSubtype="16" fill="hold" nodeType="clickEffect">
                                  <p:stCondLst>
                                    <p:cond delay="0"/>
                                  </p:stCondLst>
                                  <p:childTnLst>
                                    <p:set>
                                      <p:cBhvr>
                                        <p:cTn id="73" dur="1" fill="hold">
                                          <p:stCondLst>
                                            <p:cond delay="0"/>
                                          </p:stCondLst>
                                        </p:cTn>
                                        <p:tgtEl>
                                          <p:spTgt spid="65"/>
                                        </p:tgtEl>
                                        <p:attrNameLst>
                                          <p:attrName>style.visibility</p:attrName>
                                        </p:attrNameLst>
                                      </p:cBhvr>
                                      <p:to>
                                        <p:strVal val="visible"/>
                                      </p:to>
                                    </p:set>
                                    <p:anim calcmode="lin" valueType="num">
                                      <p:cBhvr>
                                        <p:cTn id="74" dur="500" fill="hold"/>
                                        <p:tgtEl>
                                          <p:spTgt spid="65"/>
                                        </p:tgtEl>
                                        <p:attrNameLst>
                                          <p:attrName>ppt_w</p:attrName>
                                        </p:attrNameLst>
                                      </p:cBhvr>
                                      <p:tavLst>
                                        <p:tav tm="0">
                                          <p:val>
                                            <p:fltVal val="0"/>
                                          </p:val>
                                        </p:tav>
                                        <p:tav tm="100000">
                                          <p:val>
                                            <p:strVal val="#ppt_w"/>
                                          </p:val>
                                        </p:tav>
                                      </p:tavLst>
                                    </p:anim>
                                    <p:anim calcmode="lin" valueType="num">
                                      <p:cBhvr>
                                        <p:cTn id="75" dur="500" fill="hold"/>
                                        <p:tgtEl>
                                          <p:spTgt spid="65"/>
                                        </p:tgtEl>
                                        <p:attrNameLst>
                                          <p:attrName>ppt_h</p:attrName>
                                        </p:attrNameLst>
                                      </p:cBhvr>
                                      <p:tavLst>
                                        <p:tav tm="0">
                                          <p:val>
                                            <p:fltVal val="0"/>
                                          </p:val>
                                        </p:tav>
                                        <p:tav tm="100000">
                                          <p:val>
                                            <p:strVal val="#ppt_h"/>
                                          </p:val>
                                        </p:tav>
                                      </p:tavLst>
                                    </p:anim>
                                  </p:childTnLst>
                                </p:cTn>
                              </p:par>
                              <p:par>
                                <p:cTn id="76" presetID="23" presetClass="entr" presetSubtype="16" fill="hold" nodeType="withEffect">
                                  <p:stCondLst>
                                    <p:cond delay="0"/>
                                  </p:stCondLst>
                                  <p:childTnLst>
                                    <p:set>
                                      <p:cBhvr>
                                        <p:cTn id="77" dur="1" fill="hold">
                                          <p:stCondLst>
                                            <p:cond delay="0"/>
                                          </p:stCondLst>
                                        </p:cTn>
                                        <p:tgtEl>
                                          <p:spTgt spid="71"/>
                                        </p:tgtEl>
                                        <p:attrNameLst>
                                          <p:attrName>style.visibility</p:attrName>
                                        </p:attrNameLst>
                                      </p:cBhvr>
                                      <p:to>
                                        <p:strVal val="visible"/>
                                      </p:to>
                                    </p:set>
                                    <p:anim calcmode="lin" valueType="num">
                                      <p:cBhvr>
                                        <p:cTn id="78" dur="500" fill="hold"/>
                                        <p:tgtEl>
                                          <p:spTgt spid="71"/>
                                        </p:tgtEl>
                                        <p:attrNameLst>
                                          <p:attrName>ppt_w</p:attrName>
                                        </p:attrNameLst>
                                      </p:cBhvr>
                                      <p:tavLst>
                                        <p:tav tm="0">
                                          <p:val>
                                            <p:fltVal val="0"/>
                                          </p:val>
                                        </p:tav>
                                        <p:tav tm="100000">
                                          <p:val>
                                            <p:strVal val="#ppt_w"/>
                                          </p:val>
                                        </p:tav>
                                      </p:tavLst>
                                    </p:anim>
                                    <p:anim calcmode="lin" valueType="num">
                                      <p:cBhvr>
                                        <p:cTn id="79" dur="500" fill="hold"/>
                                        <p:tgtEl>
                                          <p:spTgt spid="71"/>
                                        </p:tgtEl>
                                        <p:attrNameLst>
                                          <p:attrName>ppt_h</p:attrName>
                                        </p:attrNameLst>
                                      </p:cBhvr>
                                      <p:tavLst>
                                        <p:tav tm="0">
                                          <p:val>
                                            <p:fltVal val="0"/>
                                          </p:val>
                                        </p:tav>
                                        <p:tav tm="100000">
                                          <p:val>
                                            <p:strVal val="#ppt_h"/>
                                          </p:val>
                                        </p:tav>
                                      </p:tavLst>
                                    </p:anim>
                                  </p:childTnLst>
                                </p:cTn>
                              </p:par>
                              <p:par>
                                <p:cTn id="80" presetID="23" presetClass="entr" presetSubtype="16" fill="hold" nodeType="withEffect">
                                  <p:stCondLst>
                                    <p:cond delay="0"/>
                                  </p:stCondLst>
                                  <p:childTnLst>
                                    <p:set>
                                      <p:cBhvr>
                                        <p:cTn id="81" dur="1" fill="hold">
                                          <p:stCondLst>
                                            <p:cond delay="0"/>
                                          </p:stCondLst>
                                        </p:cTn>
                                        <p:tgtEl>
                                          <p:spTgt spid="68"/>
                                        </p:tgtEl>
                                        <p:attrNameLst>
                                          <p:attrName>style.visibility</p:attrName>
                                        </p:attrNameLst>
                                      </p:cBhvr>
                                      <p:to>
                                        <p:strVal val="visible"/>
                                      </p:to>
                                    </p:set>
                                    <p:anim calcmode="lin" valueType="num">
                                      <p:cBhvr>
                                        <p:cTn id="82" dur="500" fill="hold"/>
                                        <p:tgtEl>
                                          <p:spTgt spid="68"/>
                                        </p:tgtEl>
                                        <p:attrNameLst>
                                          <p:attrName>ppt_w</p:attrName>
                                        </p:attrNameLst>
                                      </p:cBhvr>
                                      <p:tavLst>
                                        <p:tav tm="0">
                                          <p:val>
                                            <p:fltVal val="0"/>
                                          </p:val>
                                        </p:tav>
                                        <p:tav tm="100000">
                                          <p:val>
                                            <p:strVal val="#ppt_w"/>
                                          </p:val>
                                        </p:tav>
                                      </p:tavLst>
                                    </p:anim>
                                    <p:anim calcmode="lin" valueType="num">
                                      <p:cBhvr>
                                        <p:cTn id="83" dur="500" fill="hold"/>
                                        <p:tgtEl>
                                          <p:spTgt spid="68"/>
                                        </p:tgtEl>
                                        <p:attrNameLst>
                                          <p:attrName>ppt_h</p:attrName>
                                        </p:attrNameLst>
                                      </p:cBhvr>
                                      <p:tavLst>
                                        <p:tav tm="0">
                                          <p:val>
                                            <p:fltVal val="0"/>
                                          </p:val>
                                        </p:tav>
                                        <p:tav tm="100000">
                                          <p:val>
                                            <p:strVal val="#ppt_h"/>
                                          </p:val>
                                        </p:tav>
                                      </p:tavLst>
                                    </p:anim>
                                  </p:childTnLst>
                                </p:cTn>
                              </p:par>
                            </p:childTnLst>
                          </p:cTn>
                        </p:par>
                      </p:childTnLst>
                    </p:cTn>
                  </p:par>
                  <p:par>
                    <p:cTn id="84" fill="hold">
                      <p:stCondLst>
                        <p:cond delay="indefinite"/>
                      </p:stCondLst>
                      <p:childTnLst>
                        <p:par>
                          <p:cTn id="85" fill="hold">
                            <p:stCondLst>
                              <p:cond delay="0"/>
                            </p:stCondLst>
                            <p:childTnLst>
                              <p:par>
                                <p:cTn id="86" presetID="23" presetClass="entr" presetSubtype="288" fill="hold" nodeType="clickEffect">
                                  <p:stCondLst>
                                    <p:cond delay="0"/>
                                  </p:stCondLst>
                                  <p:childTnLst>
                                    <p:set>
                                      <p:cBhvr>
                                        <p:cTn id="87" dur="1" fill="hold">
                                          <p:stCondLst>
                                            <p:cond delay="0"/>
                                          </p:stCondLst>
                                        </p:cTn>
                                        <p:tgtEl>
                                          <p:spTgt spid="46"/>
                                        </p:tgtEl>
                                        <p:attrNameLst>
                                          <p:attrName>style.visibility</p:attrName>
                                        </p:attrNameLst>
                                      </p:cBhvr>
                                      <p:to>
                                        <p:strVal val="visible"/>
                                      </p:to>
                                    </p:set>
                                    <p:anim calcmode="lin" valueType="num">
                                      <p:cBhvr>
                                        <p:cTn id="88" dur="500" fill="hold"/>
                                        <p:tgtEl>
                                          <p:spTgt spid="46"/>
                                        </p:tgtEl>
                                        <p:attrNameLst>
                                          <p:attrName>ppt_w</p:attrName>
                                        </p:attrNameLst>
                                      </p:cBhvr>
                                      <p:tavLst>
                                        <p:tav tm="0">
                                          <p:val>
                                            <p:strVal val="4/3*#ppt_w"/>
                                          </p:val>
                                        </p:tav>
                                        <p:tav tm="100000">
                                          <p:val>
                                            <p:strVal val="#ppt_w"/>
                                          </p:val>
                                        </p:tav>
                                      </p:tavLst>
                                    </p:anim>
                                    <p:anim calcmode="lin" valueType="num">
                                      <p:cBhvr>
                                        <p:cTn id="89" dur="500" fill="hold"/>
                                        <p:tgtEl>
                                          <p:spTgt spid="46"/>
                                        </p:tgtEl>
                                        <p:attrNameLst>
                                          <p:attrName>ppt_h</p:attrName>
                                        </p:attrNameLst>
                                      </p:cBhvr>
                                      <p:tavLst>
                                        <p:tav tm="0">
                                          <p:val>
                                            <p:strVal val="4/3*#ppt_h"/>
                                          </p:val>
                                        </p:tav>
                                        <p:tav tm="100000">
                                          <p:val>
                                            <p:strVal val="#ppt_h"/>
                                          </p:val>
                                        </p:tav>
                                      </p:tavLst>
                                    </p:anim>
                                  </p:childTnLst>
                                </p:cTn>
                              </p:par>
                              <p:par>
                                <p:cTn id="90" presetID="9" presetClass="entr" presetSubtype="0" fill="hold" nodeType="withEffect">
                                  <p:stCondLst>
                                    <p:cond delay="0"/>
                                  </p:stCondLst>
                                  <p:childTnLst>
                                    <p:set>
                                      <p:cBhvr>
                                        <p:cTn id="91" dur="1" fill="hold">
                                          <p:stCondLst>
                                            <p:cond delay="0"/>
                                          </p:stCondLst>
                                        </p:cTn>
                                        <p:tgtEl>
                                          <p:spTgt spid="41"/>
                                        </p:tgtEl>
                                        <p:attrNameLst>
                                          <p:attrName>style.visibility</p:attrName>
                                        </p:attrNameLst>
                                      </p:cBhvr>
                                      <p:to>
                                        <p:strVal val="visible"/>
                                      </p:to>
                                    </p:set>
                                    <p:animEffect transition="in" filter="dissolve">
                                      <p:cBhvr>
                                        <p:cTn id="92" dur="500"/>
                                        <p:tgtEl>
                                          <p:spTgt spid="41"/>
                                        </p:tgtEl>
                                      </p:cBhvr>
                                    </p:animEffect>
                                  </p:childTnLst>
                                </p:cTn>
                              </p:par>
                            </p:childTnLst>
                          </p:cTn>
                        </p:par>
                      </p:childTnLst>
                    </p:cTn>
                  </p:par>
                  <p:par>
                    <p:cTn id="93" fill="hold">
                      <p:stCondLst>
                        <p:cond delay="indefinite"/>
                      </p:stCondLst>
                      <p:childTnLst>
                        <p:par>
                          <p:cTn id="94" fill="hold">
                            <p:stCondLst>
                              <p:cond delay="0"/>
                            </p:stCondLst>
                            <p:childTnLst>
                              <p:par>
                                <p:cTn id="95" presetID="23" presetClass="entr" presetSubtype="272" fill="hold" nodeType="clickEffect">
                                  <p:stCondLst>
                                    <p:cond delay="0"/>
                                  </p:stCondLst>
                                  <p:childTnLst>
                                    <p:set>
                                      <p:cBhvr>
                                        <p:cTn id="96" dur="1" fill="hold">
                                          <p:stCondLst>
                                            <p:cond delay="0"/>
                                          </p:stCondLst>
                                        </p:cTn>
                                        <p:tgtEl>
                                          <p:spTgt spid="74"/>
                                        </p:tgtEl>
                                        <p:attrNameLst>
                                          <p:attrName>style.visibility</p:attrName>
                                        </p:attrNameLst>
                                      </p:cBhvr>
                                      <p:to>
                                        <p:strVal val="visible"/>
                                      </p:to>
                                    </p:set>
                                    <p:anim calcmode="lin" valueType="num">
                                      <p:cBhvr>
                                        <p:cTn id="97" dur="500" fill="hold"/>
                                        <p:tgtEl>
                                          <p:spTgt spid="74"/>
                                        </p:tgtEl>
                                        <p:attrNameLst>
                                          <p:attrName>ppt_w</p:attrName>
                                        </p:attrNameLst>
                                      </p:cBhvr>
                                      <p:tavLst>
                                        <p:tav tm="0">
                                          <p:val>
                                            <p:strVal val="2/3*#ppt_w"/>
                                          </p:val>
                                        </p:tav>
                                        <p:tav tm="100000">
                                          <p:val>
                                            <p:strVal val="#ppt_w"/>
                                          </p:val>
                                        </p:tav>
                                      </p:tavLst>
                                    </p:anim>
                                    <p:anim calcmode="lin" valueType="num">
                                      <p:cBhvr>
                                        <p:cTn id="98" dur="500" fill="hold"/>
                                        <p:tgtEl>
                                          <p:spTgt spid="74"/>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p:bldP spid="44036" grpId="0"/>
      <p:bldP spid="445445" grpId="0" animBg="1"/>
      <p:bldP spid="445515" grpId="0"/>
      <p:bldP spid="44050" grpId="0"/>
      <p:bldP spid="1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7"/>
          <p:cNvSpPr>
            <a:spLocks noChangeShapeType="1"/>
          </p:cNvSpPr>
          <p:nvPr/>
        </p:nvSpPr>
        <p:spPr bwMode="auto">
          <a:xfrm flipV="1">
            <a:off x="1294511" y="3080512"/>
            <a:ext cx="89836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90000" tIns="46800" rIns="90000" bIns="46800">
            <a:spAutoFit/>
          </a:bodyPr>
          <a:lstStyle/>
          <a:p>
            <a:endParaRPr lang="es-ES"/>
          </a:p>
        </p:txBody>
      </p:sp>
      <p:sp>
        <p:nvSpPr>
          <p:cNvPr id="5123" name="Text Box 9"/>
          <p:cNvSpPr txBox="1">
            <a:spLocks noChangeArrowheads="1"/>
          </p:cNvSpPr>
          <p:nvPr/>
        </p:nvSpPr>
        <p:spPr bwMode="auto">
          <a:xfrm>
            <a:off x="1215893" y="636096"/>
            <a:ext cx="9093454" cy="2383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just" eaLnBrk="1" hangingPunct="1">
              <a:spcBef>
                <a:spcPct val="50000"/>
              </a:spcBef>
              <a:buFontTx/>
              <a:buNone/>
            </a:pPr>
            <a:r>
              <a:rPr lang="es-ES_tradnl" sz="2400" dirty="0">
                <a:latin typeface="Arial" panose="020B0604020202020204" pitchFamily="34" charset="0"/>
              </a:rPr>
              <a:t>Determinar el valor de la resistencia R</a:t>
            </a:r>
            <a:r>
              <a:rPr lang="es-ES_tradnl" sz="2400" baseline="-25000" dirty="0">
                <a:latin typeface="Arial" panose="020B0604020202020204" pitchFamily="34" charset="0"/>
              </a:rPr>
              <a:t>2 </a:t>
            </a:r>
            <a:r>
              <a:rPr lang="es-ES_tradnl" sz="2400" dirty="0">
                <a:latin typeface="Arial" panose="020B0604020202020204" pitchFamily="34" charset="0"/>
              </a:rPr>
              <a:t>para que el valor de la intensidad que circule por R</a:t>
            </a:r>
            <a:r>
              <a:rPr lang="es-ES_tradnl" sz="2400" baseline="-25000" dirty="0">
                <a:latin typeface="Arial" panose="020B0604020202020204" pitchFamily="34" charset="0"/>
              </a:rPr>
              <a:t>3</a:t>
            </a:r>
            <a:r>
              <a:rPr lang="es-ES_tradnl" sz="2400" dirty="0">
                <a:latin typeface="Arial" panose="020B0604020202020204" pitchFamily="34" charset="0"/>
              </a:rPr>
              <a:t> sea la misma tanto si los interruptores están abiertos como cerrados. Con los interruptores cerrados: a) Chequear que la potencia suministrada por el generador coincide con la potencia consumida por las resistencias. Y b)  obtener el potencial en el punto P.</a:t>
            </a:r>
            <a:endParaRPr lang="es-ES" sz="2400" dirty="0">
              <a:latin typeface="Arial" panose="020B0604020202020204" pitchFamily="34" charset="0"/>
            </a:endParaRPr>
          </a:p>
        </p:txBody>
      </p:sp>
      <p:sp>
        <p:nvSpPr>
          <p:cNvPr id="5124" name="Rectangle 98"/>
          <p:cNvSpPr>
            <a:spLocks noChangeArrowheads="1"/>
          </p:cNvSpPr>
          <p:nvPr/>
        </p:nvSpPr>
        <p:spPr bwMode="auto">
          <a:xfrm>
            <a:off x="7515225" y="3930650"/>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1</a:t>
            </a:r>
            <a:r>
              <a:rPr lang="es-ES" sz="2400">
                <a:solidFill>
                  <a:srgbClr val="3333FF"/>
                </a:solidFill>
                <a:latin typeface="Arial" panose="020B0604020202020204" pitchFamily="34" charset="0"/>
                <a:sym typeface="Symbol" panose="05050102010706020507" pitchFamily="18" charset="2"/>
              </a:rPr>
              <a:t> = 300 </a:t>
            </a:r>
          </a:p>
        </p:txBody>
      </p:sp>
      <p:sp>
        <p:nvSpPr>
          <p:cNvPr id="5125" name="Rectangle 99"/>
          <p:cNvSpPr>
            <a:spLocks noChangeArrowheads="1"/>
          </p:cNvSpPr>
          <p:nvPr/>
        </p:nvSpPr>
        <p:spPr bwMode="auto">
          <a:xfrm>
            <a:off x="7515225" y="4495800"/>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3</a:t>
            </a:r>
            <a:r>
              <a:rPr lang="es-ES" sz="2400">
                <a:solidFill>
                  <a:srgbClr val="3333FF"/>
                </a:solidFill>
                <a:latin typeface="Arial" panose="020B0604020202020204" pitchFamily="34" charset="0"/>
                <a:sym typeface="Symbol" panose="05050102010706020507" pitchFamily="18" charset="2"/>
              </a:rPr>
              <a:t> = 100 </a:t>
            </a:r>
          </a:p>
        </p:txBody>
      </p:sp>
      <p:sp>
        <p:nvSpPr>
          <p:cNvPr id="5126" name="Rectangle 100"/>
          <p:cNvSpPr>
            <a:spLocks noChangeArrowheads="1"/>
          </p:cNvSpPr>
          <p:nvPr/>
        </p:nvSpPr>
        <p:spPr bwMode="auto">
          <a:xfrm>
            <a:off x="7515225" y="5062538"/>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4</a:t>
            </a:r>
            <a:r>
              <a:rPr lang="es-ES" sz="2400">
                <a:solidFill>
                  <a:srgbClr val="3333FF"/>
                </a:solidFill>
                <a:latin typeface="Arial" panose="020B0604020202020204" pitchFamily="34" charset="0"/>
                <a:sym typeface="Symbol" panose="05050102010706020507" pitchFamily="18" charset="2"/>
              </a:rPr>
              <a:t> = 300 </a:t>
            </a:r>
          </a:p>
        </p:txBody>
      </p:sp>
      <p:sp>
        <p:nvSpPr>
          <p:cNvPr id="5127" name="Rectangle 101"/>
          <p:cNvSpPr>
            <a:spLocks noChangeArrowheads="1"/>
          </p:cNvSpPr>
          <p:nvPr/>
        </p:nvSpPr>
        <p:spPr bwMode="auto">
          <a:xfrm>
            <a:off x="7664895" y="5586413"/>
            <a:ext cx="1428894"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dirty="0">
                <a:solidFill>
                  <a:srgbClr val="3333FF"/>
                </a:solidFill>
                <a:latin typeface="Arial" panose="020B0604020202020204" pitchFamily="34" charset="0"/>
                <a:sym typeface="Symbol" panose="05050102010706020507" pitchFamily="18" charset="2"/>
              </a:rPr>
              <a:t></a:t>
            </a:r>
            <a:r>
              <a:rPr lang="es-ES" sz="2400" dirty="0">
                <a:solidFill>
                  <a:srgbClr val="3333FF"/>
                </a:solidFill>
                <a:latin typeface="Arial" panose="020B0604020202020204" pitchFamily="34" charset="0"/>
                <a:sym typeface="Symbol" panose="05050102010706020507" pitchFamily="18" charset="2"/>
              </a:rPr>
              <a:t> = 1,5 V</a:t>
            </a:r>
          </a:p>
        </p:txBody>
      </p:sp>
      <p:sp>
        <p:nvSpPr>
          <p:cNvPr id="5128" name="Line 88"/>
          <p:cNvSpPr>
            <a:spLocks noChangeShapeType="1"/>
          </p:cNvSpPr>
          <p:nvPr/>
        </p:nvSpPr>
        <p:spPr bwMode="auto">
          <a:xfrm flipV="1">
            <a:off x="5783263" y="4829175"/>
            <a:ext cx="227012" cy="230188"/>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5129" name="Group 11"/>
          <p:cNvGrpSpPr>
            <a:grpSpLocks/>
          </p:cNvGrpSpPr>
          <p:nvPr/>
        </p:nvGrpSpPr>
        <p:grpSpPr bwMode="auto">
          <a:xfrm>
            <a:off x="5110163" y="5564188"/>
            <a:ext cx="73025" cy="427037"/>
            <a:chOff x="5153" y="6274"/>
            <a:chExt cx="63" cy="360"/>
          </a:xfrm>
        </p:grpSpPr>
        <p:sp>
          <p:nvSpPr>
            <p:cNvPr id="5216" name="Line 12"/>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17" name="Line 13"/>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5130" name="Line 14"/>
          <p:cNvSpPr>
            <a:spLocks noChangeShapeType="1"/>
          </p:cNvSpPr>
          <p:nvPr/>
        </p:nvSpPr>
        <p:spPr bwMode="auto">
          <a:xfrm>
            <a:off x="4062413" y="4051300"/>
            <a:ext cx="2297112"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1" name="Line 15"/>
          <p:cNvSpPr>
            <a:spLocks noChangeShapeType="1"/>
          </p:cNvSpPr>
          <p:nvPr/>
        </p:nvSpPr>
        <p:spPr bwMode="auto">
          <a:xfrm rot="10800000">
            <a:off x="4062413" y="4978400"/>
            <a:ext cx="104298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2" name="Line 16"/>
          <p:cNvSpPr>
            <a:spLocks noChangeShapeType="1"/>
          </p:cNvSpPr>
          <p:nvPr/>
        </p:nvSpPr>
        <p:spPr bwMode="auto">
          <a:xfrm>
            <a:off x="2805113" y="4062413"/>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3" name="Line 20"/>
          <p:cNvSpPr>
            <a:spLocks noChangeShapeType="1"/>
          </p:cNvSpPr>
          <p:nvPr/>
        </p:nvSpPr>
        <p:spPr bwMode="auto">
          <a:xfrm>
            <a:off x="5110163" y="4051300"/>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4" name="Line 21"/>
          <p:cNvSpPr>
            <a:spLocks noChangeShapeType="1"/>
          </p:cNvSpPr>
          <p:nvPr/>
        </p:nvSpPr>
        <p:spPr bwMode="auto">
          <a:xfrm>
            <a:off x="5099050" y="4691063"/>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5" name="Line 22"/>
          <p:cNvSpPr>
            <a:spLocks noChangeShapeType="1"/>
          </p:cNvSpPr>
          <p:nvPr/>
        </p:nvSpPr>
        <p:spPr bwMode="auto">
          <a:xfrm flipH="1">
            <a:off x="2805113" y="4051300"/>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6" name="Line 23"/>
          <p:cNvSpPr>
            <a:spLocks noChangeShapeType="1"/>
          </p:cNvSpPr>
          <p:nvPr/>
        </p:nvSpPr>
        <p:spPr bwMode="auto">
          <a:xfrm flipH="1">
            <a:off x="2794000" y="4989513"/>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7" name="Line 24"/>
          <p:cNvSpPr>
            <a:spLocks noChangeShapeType="1"/>
          </p:cNvSpPr>
          <p:nvPr/>
        </p:nvSpPr>
        <p:spPr bwMode="auto">
          <a:xfrm flipH="1">
            <a:off x="2805113" y="5799138"/>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8" name="Line 25"/>
          <p:cNvSpPr>
            <a:spLocks noChangeShapeType="1"/>
          </p:cNvSpPr>
          <p:nvPr/>
        </p:nvSpPr>
        <p:spPr bwMode="auto">
          <a:xfrm flipH="1">
            <a:off x="4062413" y="5799138"/>
            <a:ext cx="104933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39" name="Line 26"/>
          <p:cNvSpPr>
            <a:spLocks noChangeShapeType="1"/>
          </p:cNvSpPr>
          <p:nvPr/>
        </p:nvSpPr>
        <p:spPr bwMode="auto">
          <a:xfrm flipH="1">
            <a:off x="5186363" y="5799138"/>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40" name="Oval 27"/>
          <p:cNvSpPr>
            <a:spLocks noChangeArrowheads="1"/>
          </p:cNvSpPr>
          <p:nvPr/>
        </p:nvSpPr>
        <p:spPr bwMode="auto">
          <a:xfrm>
            <a:off x="5727700" y="4686300"/>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5141" name="Oval 28"/>
          <p:cNvSpPr>
            <a:spLocks noChangeArrowheads="1"/>
          </p:cNvSpPr>
          <p:nvPr/>
        </p:nvSpPr>
        <p:spPr bwMode="auto">
          <a:xfrm>
            <a:off x="5064125" y="4691063"/>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5142" name="Oval 29"/>
          <p:cNvSpPr>
            <a:spLocks noChangeArrowheads="1"/>
          </p:cNvSpPr>
          <p:nvPr/>
        </p:nvSpPr>
        <p:spPr bwMode="auto">
          <a:xfrm>
            <a:off x="5064125" y="4327525"/>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5143" name="Oval 30"/>
          <p:cNvSpPr>
            <a:spLocks noChangeArrowheads="1"/>
          </p:cNvSpPr>
          <p:nvPr/>
        </p:nvSpPr>
        <p:spPr bwMode="auto">
          <a:xfrm>
            <a:off x="5727700" y="5049838"/>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5144" name="Group 31"/>
          <p:cNvGrpSpPr>
            <a:grpSpLocks/>
          </p:cNvGrpSpPr>
          <p:nvPr/>
        </p:nvGrpSpPr>
        <p:grpSpPr bwMode="auto">
          <a:xfrm>
            <a:off x="3643313" y="3844925"/>
            <a:ext cx="419100" cy="427038"/>
            <a:chOff x="2214" y="9158"/>
            <a:chExt cx="1080" cy="360"/>
          </a:xfrm>
        </p:grpSpPr>
        <p:grpSp>
          <p:nvGrpSpPr>
            <p:cNvPr id="5204" name="Group 32"/>
            <p:cNvGrpSpPr>
              <a:grpSpLocks/>
            </p:cNvGrpSpPr>
            <p:nvPr/>
          </p:nvGrpSpPr>
          <p:grpSpPr bwMode="auto">
            <a:xfrm>
              <a:off x="2574" y="9158"/>
              <a:ext cx="360" cy="360"/>
              <a:chOff x="2214" y="9158"/>
              <a:chExt cx="360" cy="360"/>
            </a:xfrm>
          </p:grpSpPr>
          <p:sp>
            <p:nvSpPr>
              <p:cNvPr id="5213" name="Line 3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14" name="Line 3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15" name="Line 3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205" name="Group 36"/>
            <p:cNvGrpSpPr>
              <a:grpSpLocks/>
            </p:cNvGrpSpPr>
            <p:nvPr/>
          </p:nvGrpSpPr>
          <p:grpSpPr bwMode="auto">
            <a:xfrm>
              <a:off x="2934" y="9158"/>
              <a:ext cx="360" cy="360"/>
              <a:chOff x="2214" y="9158"/>
              <a:chExt cx="360" cy="360"/>
            </a:xfrm>
          </p:grpSpPr>
          <p:sp>
            <p:nvSpPr>
              <p:cNvPr id="5210" name="Line 3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11" name="Line 3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12" name="Line 3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206" name="Group 40"/>
            <p:cNvGrpSpPr>
              <a:grpSpLocks/>
            </p:cNvGrpSpPr>
            <p:nvPr/>
          </p:nvGrpSpPr>
          <p:grpSpPr bwMode="auto">
            <a:xfrm>
              <a:off x="2214" y="9158"/>
              <a:ext cx="360" cy="360"/>
              <a:chOff x="2214" y="9158"/>
              <a:chExt cx="360" cy="360"/>
            </a:xfrm>
          </p:grpSpPr>
          <p:sp>
            <p:nvSpPr>
              <p:cNvPr id="5207" name="Line 4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08" name="Line 4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09" name="Line 4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5145" name="Group 44"/>
          <p:cNvGrpSpPr>
            <a:grpSpLocks/>
          </p:cNvGrpSpPr>
          <p:nvPr/>
        </p:nvGrpSpPr>
        <p:grpSpPr bwMode="auto">
          <a:xfrm>
            <a:off x="3643313" y="4735513"/>
            <a:ext cx="419100" cy="427037"/>
            <a:chOff x="2214" y="9158"/>
            <a:chExt cx="1080" cy="360"/>
          </a:xfrm>
        </p:grpSpPr>
        <p:grpSp>
          <p:nvGrpSpPr>
            <p:cNvPr id="5192" name="Group 45"/>
            <p:cNvGrpSpPr>
              <a:grpSpLocks/>
            </p:cNvGrpSpPr>
            <p:nvPr/>
          </p:nvGrpSpPr>
          <p:grpSpPr bwMode="auto">
            <a:xfrm>
              <a:off x="2574" y="9158"/>
              <a:ext cx="360" cy="360"/>
              <a:chOff x="2214" y="9158"/>
              <a:chExt cx="360" cy="360"/>
            </a:xfrm>
          </p:grpSpPr>
          <p:sp>
            <p:nvSpPr>
              <p:cNvPr id="5201" name="Line 4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02" name="Line 4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03" name="Line 4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193" name="Group 49"/>
            <p:cNvGrpSpPr>
              <a:grpSpLocks/>
            </p:cNvGrpSpPr>
            <p:nvPr/>
          </p:nvGrpSpPr>
          <p:grpSpPr bwMode="auto">
            <a:xfrm>
              <a:off x="2934" y="9158"/>
              <a:ext cx="360" cy="360"/>
              <a:chOff x="2214" y="9158"/>
              <a:chExt cx="360" cy="360"/>
            </a:xfrm>
          </p:grpSpPr>
          <p:sp>
            <p:nvSpPr>
              <p:cNvPr id="5198" name="Line 5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99" name="Line 5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00" name="Line 5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194" name="Group 53"/>
            <p:cNvGrpSpPr>
              <a:grpSpLocks/>
            </p:cNvGrpSpPr>
            <p:nvPr/>
          </p:nvGrpSpPr>
          <p:grpSpPr bwMode="auto">
            <a:xfrm>
              <a:off x="2214" y="9158"/>
              <a:ext cx="360" cy="360"/>
              <a:chOff x="2214" y="9158"/>
              <a:chExt cx="360" cy="360"/>
            </a:xfrm>
          </p:grpSpPr>
          <p:sp>
            <p:nvSpPr>
              <p:cNvPr id="5195" name="Line 5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96" name="Line 5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97" name="Line 5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5146" name="Group 57"/>
          <p:cNvGrpSpPr>
            <a:grpSpLocks/>
          </p:cNvGrpSpPr>
          <p:nvPr/>
        </p:nvGrpSpPr>
        <p:grpSpPr bwMode="auto">
          <a:xfrm>
            <a:off x="3643313" y="5567363"/>
            <a:ext cx="419100" cy="427037"/>
            <a:chOff x="2214" y="9158"/>
            <a:chExt cx="1080" cy="360"/>
          </a:xfrm>
        </p:grpSpPr>
        <p:grpSp>
          <p:nvGrpSpPr>
            <p:cNvPr id="5180" name="Group 58"/>
            <p:cNvGrpSpPr>
              <a:grpSpLocks/>
            </p:cNvGrpSpPr>
            <p:nvPr/>
          </p:nvGrpSpPr>
          <p:grpSpPr bwMode="auto">
            <a:xfrm>
              <a:off x="2574" y="9158"/>
              <a:ext cx="360" cy="360"/>
              <a:chOff x="2214" y="9158"/>
              <a:chExt cx="360" cy="360"/>
            </a:xfrm>
          </p:grpSpPr>
          <p:sp>
            <p:nvSpPr>
              <p:cNvPr id="5189" name="Line 5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90" name="Line 6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91" name="Line 6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181" name="Group 62"/>
            <p:cNvGrpSpPr>
              <a:grpSpLocks/>
            </p:cNvGrpSpPr>
            <p:nvPr/>
          </p:nvGrpSpPr>
          <p:grpSpPr bwMode="auto">
            <a:xfrm>
              <a:off x="2934" y="9158"/>
              <a:ext cx="360" cy="360"/>
              <a:chOff x="2214" y="9158"/>
              <a:chExt cx="360" cy="360"/>
            </a:xfrm>
          </p:grpSpPr>
          <p:sp>
            <p:nvSpPr>
              <p:cNvPr id="5186" name="Line 6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87" name="Line 6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88" name="Line 6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182" name="Group 66"/>
            <p:cNvGrpSpPr>
              <a:grpSpLocks/>
            </p:cNvGrpSpPr>
            <p:nvPr/>
          </p:nvGrpSpPr>
          <p:grpSpPr bwMode="auto">
            <a:xfrm>
              <a:off x="2214" y="9158"/>
              <a:ext cx="360" cy="360"/>
              <a:chOff x="2214" y="9158"/>
              <a:chExt cx="360" cy="360"/>
            </a:xfrm>
          </p:grpSpPr>
          <p:sp>
            <p:nvSpPr>
              <p:cNvPr id="5183" name="Line 6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84" name="Line 6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85" name="Line 6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5147" name="Group 70"/>
          <p:cNvGrpSpPr>
            <a:grpSpLocks/>
          </p:cNvGrpSpPr>
          <p:nvPr/>
        </p:nvGrpSpPr>
        <p:grpSpPr bwMode="auto">
          <a:xfrm rot="5400000">
            <a:off x="6153944" y="4728369"/>
            <a:ext cx="427038" cy="419100"/>
            <a:chOff x="2214" y="9158"/>
            <a:chExt cx="1080" cy="360"/>
          </a:xfrm>
        </p:grpSpPr>
        <p:grpSp>
          <p:nvGrpSpPr>
            <p:cNvPr id="5168" name="Group 71"/>
            <p:cNvGrpSpPr>
              <a:grpSpLocks/>
            </p:cNvGrpSpPr>
            <p:nvPr/>
          </p:nvGrpSpPr>
          <p:grpSpPr bwMode="auto">
            <a:xfrm>
              <a:off x="2574" y="9158"/>
              <a:ext cx="360" cy="360"/>
              <a:chOff x="2214" y="9158"/>
              <a:chExt cx="360" cy="360"/>
            </a:xfrm>
          </p:grpSpPr>
          <p:sp>
            <p:nvSpPr>
              <p:cNvPr id="5177" name="Line 7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78" name="Line 7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79" name="Line 7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169" name="Group 75"/>
            <p:cNvGrpSpPr>
              <a:grpSpLocks/>
            </p:cNvGrpSpPr>
            <p:nvPr/>
          </p:nvGrpSpPr>
          <p:grpSpPr bwMode="auto">
            <a:xfrm>
              <a:off x="2934" y="9158"/>
              <a:ext cx="360" cy="360"/>
              <a:chOff x="2214" y="9158"/>
              <a:chExt cx="360" cy="360"/>
            </a:xfrm>
          </p:grpSpPr>
          <p:sp>
            <p:nvSpPr>
              <p:cNvPr id="5174" name="Line 7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75" name="Line 7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76" name="Line 7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170" name="Group 79"/>
            <p:cNvGrpSpPr>
              <a:grpSpLocks/>
            </p:cNvGrpSpPr>
            <p:nvPr/>
          </p:nvGrpSpPr>
          <p:grpSpPr bwMode="auto">
            <a:xfrm>
              <a:off x="2214" y="9158"/>
              <a:ext cx="360" cy="360"/>
              <a:chOff x="2214" y="9158"/>
              <a:chExt cx="360" cy="360"/>
            </a:xfrm>
          </p:grpSpPr>
          <p:sp>
            <p:nvSpPr>
              <p:cNvPr id="5171" name="Line 8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72" name="Line 8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73" name="Line 8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5148" name="Line 83"/>
          <p:cNvSpPr>
            <a:spLocks noChangeShapeType="1"/>
          </p:cNvSpPr>
          <p:nvPr/>
        </p:nvSpPr>
        <p:spPr bwMode="auto">
          <a:xfrm>
            <a:off x="6367463" y="405130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49" name="Line 84"/>
          <p:cNvSpPr>
            <a:spLocks noChangeShapeType="1"/>
          </p:cNvSpPr>
          <p:nvPr/>
        </p:nvSpPr>
        <p:spPr bwMode="auto">
          <a:xfrm>
            <a:off x="6367463" y="5154613"/>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50" name="Line 85"/>
          <p:cNvSpPr>
            <a:spLocks noChangeShapeType="1"/>
          </p:cNvSpPr>
          <p:nvPr/>
        </p:nvSpPr>
        <p:spPr bwMode="auto">
          <a:xfrm flipV="1">
            <a:off x="5756275" y="405130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51" name="Line 86"/>
          <p:cNvSpPr>
            <a:spLocks noChangeShapeType="1"/>
          </p:cNvSpPr>
          <p:nvPr/>
        </p:nvSpPr>
        <p:spPr bwMode="auto">
          <a:xfrm>
            <a:off x="5768975" y="5141913"/>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52" name="Line 87"/>
          <p:cNvSpPr>
            <a:spLocks noChangeShapeType="1"/>
          </p:cNvSpPr>
          <p:nvPr/>
        </p:nvSpPr>
        <p:spPr bwMode="auto">
          <a:xfrm flipV="1">
            <a:off x="5143500" y="4465638"/>
            <a:ext cx="209550" cy="2143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53" name="Text Box 90"/>
          <p:cNvSpPr txBox="1">
            <a:spLocks noChangeArrowheads="1"/>
          </p:cNvSpPr>
          <p:nvPr/>
        </p:nvSpPr>
        <p:spPr bwMode="auto">
          <a:xfrm>
            <a:off x="4978400" y="5888038"/>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5154" name="Rectangle 94"/>
          <p:cNvSpPr>
            <a:spLocks noChangeArrowheads="1"/>
          </p:cNvSpPr>
          <p:nvPr/>
        </p:nvSpPr>
        <p:spPr bwMode="auto">
          <a:xfrm>
            <a:off x="3225800" y="527685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5155" name="Rectangle 95"/>
          <p:cNvSpPr>
            <a:spLocks noChangeArrowheads="1"/>
          </p:cNvSpPr>
          <p:nvPr/>
        </p:nvSpPr>
        <p:spPr bwMode="auto">
          <a:xfrm>
            <a:off x="3209925" y="446405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5156" name="Rectangle 96"/>
          <p:cNvSpPr>
            <a:spLocks noChangeArrowheads="1"/>
          </p:cNvSpPr>
          <p:nvPr/>
        </p:nvSpPr>
        <p:spPr bwMode="auto">
          <a:xfrm>
            <a:off x="3206750" y="3557588"/>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5157" name="Rectangle 97"/>
          <p:cNvSpPr>
            <a:spLocks noChangeArrowheads="1"/>
          </p:cNvSpPr>
          <p:nvPr/>
        </p:nvSpPr>
        <p:spPr bwMode="auto">
          <a:xfrm>
            <a:off x="6530975" y="4681538"/>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grpSp>
        <p:nvGrpSpPr>
          <p:cNvPr id="5158" name="Group 102"/>
          <p:cNvGrpSpPr>
            <a:grpSpLocks/>
          </p:cNvGrpSpPr>
          <p:nvPr/>
        </p:nvGrpSpPr>
        <p:grpSpPr bwMode="auto">
          <a:xfrm>
            <a:off x="5616575" y="5818188"/>
            <a:ext cx="317500" cy="376237"/>
            <a:chOff x="8088" y="15201"/>
            <a:chExt cx="340" cy="280"/>
          </a:xfrm>
        </p:grpSpPr>
        <p:sp>
          <p:nvSpPr>
            <p:cNvPr id="5164" name="Line 103"/>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65" name="Line 104"/>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66" name="Line 105"/>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67" name="Line 106"/>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5159" name="Oval 107"/>
          <p:cNvSpPr>
            <a:spLocks noChangeArrowheads="1"/>
          </p:cNvSpPr>
          <p:nvPr/>
        </p:nvSpPr>
        <p:spPr bwMode="auto">
          <a:xfrm>
            <a:off x="5724525" y="5741988"/>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5160" name="Oval 108"/>
          <p:cNvSpPr>
            <a:spLocks noChangeArrowheads="1"/>
          </p:cNvSpPr>
          <p:nvPr/>
        </p:nvSpPr>
        <p:spPr bwMode="auto">
          <a:xfrm>
            <a:off x="2755900" y="4953000"/>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5161" name="Rectangle 110"/>
          <p:cNvSpPr>
            <a:spLocks noChangeArrowheads="1"/>
          </p:cNvSpPr>
          <p:nvPr/>
        </p:nvSpPr>
        <p:spPr bwMode="auto">
          <a:xfrm>
            <a:off x="2401888" y="4699000"/>
            <a:ext cx="35083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5162" name="Rectangle 111"/>
          <p:cNvSpPr>
            <a:spLocks noChangeArrowheads="1"/>
          </p:cNvSpPr>
          <p:nvPr/>
        </p:nvSpPr>
        <p:spPr bwMode="auto">
          <a:xfrm>
            <a:off x="5762625" y="5365750"/>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5163" name="Text Box 44"/>
          <p:cNvSpPr txBox="1">
            <a:spLocks noChangeArrowheads="1"/>
          </p:cNvSpPr>
          <p:nvPr/>
        </p:nvSpPr>
        <p:spPr bwMode="auto">
          <a:xfrm>
            <a:off x="3729035" y="125121"/>
            <a:ext cx="4070153" cy="461665"/>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BOLETÍN 3 - PROBLEMA 4</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rma libre 4"/>
          <p:cNvSpPr/>
          <p:nvPr/>
        </p:nvSpPr>
        <p:spPr bwMode="auto">
          <a:xfrm>
            <a:off x="1581150" y="847725"/>
            <a:ext cx="2743200" cy="1238250"/>
          </a:xfrm>
          <a:custGeom>
            <a:avLst/>
            <a:gdLst>
              <a:gd name="connsiteX0" fmla="*/ 2247900 w 2743200"/>
              <a:gd name="connsiteY0" fmla="*/ 0 h 1238250"/>
              <a:gd name="connsiteX1" fmla="*/ 1666875 w 2743200"/>
              <a:gd name="connsiteY1" fmla="*/ 457200 h 1238250"/>
              <a:gd name="connsiteX2" fmla="*/ 371475 w 2743200"/>
              <a:gd name="connsiteY2" fmla="*/ 447675 h 1238250"/>
              <a:gd name="connsiteX3" fmla="*/ 0 w 2743200"/>
              <a:gd name="connsiteY3" fmla="*/ 914400 h 1238250"/>
              <a:gd name="connsiteX4" fmla="*/ 295275 w 2743200"/>
              <a:gd name="connsiteY4" fmla="*/ 1219200 h 1238250"/>
              <a:gd name="connsiteX5" fmla="*/ 2305050 w 2743200"/>
              <a:gd name="connsiteY5" fmla="*/ 1238250 h 1238250"/>
              <a:gd name="connsiteX6" fmla="*/ 2743200 w 2743200"/>
              <a:gd name="connsiteY6" fmla="*/ 571500 h 1238250"/>
              <a:gd name="connsiteX7" fmla="*/ 2314575 w 2743200"/>
              <a:gd name="connsiteY7" fmla="*/ 9525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43200" h="1238250">
                <a:moveTo>
                  <a:pt x="2247900" y="0"/>
                </a:moveTo>
                <a:lnTo>
                  <a:pt x="1666875" y="457200"/>
                </a:lnTo>
                <a:lnTo>
                  <a:pt x="371475" y="447675"/>
                </a:lnTo>
                <a:lnTo>
                  <a:pt x="0" y="914400"/>
                </a:lnTo>
                <a:lnTo>
                  <a:pt x="295275" y="1219200"/>
                </a:lnTo>
                <a:lnTo>
                  <a:pt x="2305050" y="1238250"/>
                </a:lnTo>
                <a:lnTo>
                  <a:pt x="2743200" y="571500"/>
                </a:lnTo>
                <a:lnTo>
                  <a:pt x="2314575" y="9525"/>
                </a:lnTo>
              </a:path>
            </a:pathLst>
          </a:custGeom>
          <a:solidFill>
            <a:srgbClr val="CCFFCC"/>
          </a:solidFill>
          <a:ln w="38100" cap="flat" cmpd="sng" algn="ctr">
            <a:solidFill>
              <a:srgbClr val="FF0000"/>
            </a:solidFill>
            <a:prstDash val="dash"/>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grpSp>
        <p:nvGrpSpPr>
          <p:cNvPr id="7171" name="Group 10"/>
          <p:cNvGrpSpPr>
            <a:grpSpLocks/>
          </p:cNvGrpSpPr>
          <p:nvPr/>
        </p:nvGrpSpPr>
        <p:grpSpPr bwMode="auto">
          <a:xfrm>
            <a:off x="1503364" y="347663"/>
            <a:ext cx="3821113" cy="2854325"/>
            <a:chOff x="2415" y="2535"/>
            <a:chExt cx="2407" cy="1798"/>
          </a:xfrm>
        </p:grpSpPr>
        <p:grpSp>
          <p:nvGrpSpPr>
            <p:cNvPr id="7219" name="Group 11"/>
            <p:cNvGrpSpPr>
              <a:grpSpLocks/>
            </p:cNvGrpSpPr>
            <p:nvPr/>
          </p:nvGrpSpPr>
          <p:grpSpPr bwMode="auto">
            <a:xfrm>
              <a:off x="2439" y="2724"/>
              <a:ext cx="2383" cy="1354"/>
              <a:chOff x="2439" y="2724"/>
              <a:chExt cx="2383" cy="1354"/>
            </a:xfrm>
          </p:grpSpPr>
          <p:sp>
            <p:nvSpPr>
              <p:cNvPr id="7232" name="Line 12"/>
              <p:cNvSpPr>
                <a:spLocks noChangeShapeType="1"/>
              </p:cNvSpPr>
              <p:nvPr/>
            </p:nvSpPr>
            <p:spPr bwMode="auto">
              <a:xfrm flipV="1">
                <a:off x="4322" y="3344"/>
                <a:ext cx="143" cy="14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7233" name="Group 13"/>
              <p:cNvGrpSpPr>
                <a:grpSpLocks/>
              </p:cNvGrpSpPr>
              <p:nvPr/>
            </p:nvGrpSpPr>
            <p:grpSpPr bwMode="auto">
              <a:xfrm>
                <a:off x="3898" y="3807"/>
                <a:ext cx="46" cy="269"/>
                <a:chOff x="5153" y="6274"/>
                <a:chExt cx="63" cy="360"/>
              </a:xfrm>
            </p:grpSpPr>
            <p:sp>
              <p:nvSpPr>
                <p:cNvPr id="7305" name="Line 14"/>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6" name="Line 15"/>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34" name="Line 16"/>
              <p:cNvSpPr>
                <a:spLocks noChangeShapeType="1"/>
              </p:cNvSpPr>
              <p:nvPr/>
            </p:nvSpPr>
            <p:spPr bwMode="auto">
              <a:xfrm>
                <a:off x="3238" y="2854"/>
                <a:ext cx="144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5" name="Line 17"/>
              <p:cNvSpPr>
                <a:spLocks noChangeShapeType="1"/>
              </p:cNvSpPr>
              <p:nvPr/>
            </p:nvSpPr>
            <p:spPr bwMode="auto">
              <a:xfrm rot="10800000">
                <a:off x="3238" y="3438"/>
                <a:ext cx="65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6" name="Line 18"/>
              <p:cNvSpPr>
                <a:spLocks noChangeShapeType="1"/>
              </p:cNvSpPr>
              <p:nvPr/>
            </p:nvSpPr>
            <p:spPr bwMode="auto">
              <a:xfrm>
                <a:off x="2446" y="2861"/>
                <a:ext cx="0" cy="107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7" name="Line 19"/>
              <p:cNvSpPr>
                <a:spLocks noChangeShapeType="1"/>
              </p:cNvSpPr>
              <p:nvPr/>
            </p:nvSpPr>
            <p:spPr bwMode="auto">
              <a:xfrm>
                <a:off x="3898" y="2854"/>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8" name="Line 20"/>
              <p:cNvSpPr>
                <a:spLocks noChangeShapeType="1"/>
              </p:cNvSpPr>
              <p:nvPr/>
            </p:nvSpPr>
            <p:spPr bwMode="auto">
              <a:xfrm>
                <a:off x="3891" y="3257"/>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9" name="Line 21"/>
              <p:cNvSpPr>
                <a:spLocks noChangeShapeType="1"/>
              </p:cNvSpPr>
              <p:nvPr/>
            </p:nvSpPr>
            <p:spPr bwMode="auto">
              <a:xfrm flipH="1">
                <a:off x="2446" y="2854"/>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0" name="Line 22"/>
              <p:cNvSpPr>
                <a:spLocks noChangeShapeType="1"/>
              </p:cNvSpPr>
              <p:nvPr/>
            </p:nvSpPr>
            <p:spPr bwMode="auto">
              <a:xfrm flipH="1">
                <a:off x="2439" y="344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1" name="Line 23"/>
              <p:cNvSpPr>
                <a:spLocks noChangeShapeType="1"/>
              </p:cNvSpPr>
              <p:nvPr/>
            </p:nvSpPr>
            <p:spPr bwMode="auto">
              <a:xfrm flipH="1">
                <a:off x="2446" y="395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2" name="Line 24"/>
              <p:cNvSpPr>
                <a:spLocks noChangeShapeType="1"/>
              </p:cNvSpPr>
              <p:nvPr/>
            </p:nvSpPr>
            <p:spPr bwMode="auto">
              <a:xfrm flipH="1">
                <a:off x="3238" y="3955"/>
                <a:ext cx="661"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3" name="Line 25"/>
              <p:cNvSpPr>
                <a:spLocks noChangeShapeType="1"/>
              </p:cNvSpPr>
              <p:nvPr/>
            </p:nvSpPr>
            <p:spPr bwMode="auto">
              <a:xfrm flipH="1">
                <a:off x="3946" y="3955"/>
                <a:ext cx="74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4" name="Oval 26"/>
              <p:cNvSpPr>
                <a:spLocks noChangeArrowheads="1"/>
              </p:cNvSpPr>
              <p:nvPr/>
            </p:nvSpPr>
            <p:spPr bwMode="auto">
              <a:xfrm>
                <a:off x="4287" y="3254"/>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5" name="Oval 27"/>
              <p:cNvSpPr>
                <a:spLocks noChangeArrowheads="1"/>
              </p:cNvSpPr>
              <p:nvPr/>
            </p:nvSpPr>
            <p:spPr bwMode="auto">
              <a:xfrm>
                <a:off x="3869" y="3257"/>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6" name="Oval 28"/>
              <p:cNvSpPr>
                <a:spLocks noChangeArrowheads="1"/>
              </p:cNvSpPr>
              <p:nvPr/>
            </p:nvSpPr>
            <p:spPr bwMode="auto">
              <a:xfrm>
                <a:off x="3869" y="3028"/>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7" name="Oval 29"/>
              <p:cNvSpPr>
                <a:spLocks noChangeArrowheads="1"/>
              </p:cNvSpPr>
              <p:nvPr/>
            </p:nvSpPr>
            <p:spPr bwMode="auto">
              <a:xfrm>
                <a:off x="4287" y="3483"/>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7248" name="Group 30"/>
              <p:cNvGrpSpPr>
                <a:grpSpLocks/>
              </p:cNvGrpSpPr>
              <p:nvPr/>
            </p:nvGrpSpPr>
            <p:grpSpPr bwMode="auto">
              <a:xfrm>
                <a:off x="2974" y="2724"/>
                <a:ext cx="264" cy="269"/>
                <a:chOff x="2214" y="9158"/>
                <a:chExt cx="1080" cy="360"/>
              </a:xfrm>
            </p:grpSpPr>
            <p:grpSp>
              <p:nvGrpSpPr>
                <p:cNvPr id="7293" name="Group 31"/>
                <p:cNvGrpSpPr>
                  <a:grpSpLocks/>
                </p:cNvGrpSpPr>
                <p:nvPr/>
              </p:nvGrpSpPr>
              <p:grpSpPr bwMode="auto">
                <a:xfrm>
                  <a:off x="2574" y="9158"/>
                  <a:ext cx="360" cy="360"/>
                  <a:chOff x="2214" y="9158"/>
                  <a:chExt cx="360" cy="360"/>
                </a:xfrm>
              </p:grpSpPr>
              <p:sp>
                <p:nvSpPr>
                  <p:cNvPr id="7302" name="Line 3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3" name="Line 3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4" name="Line 3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94" name="Group 35"/>
                <p:cNvGrpSpPr>
                  <a:grpSpLocks/>
                </p:cNvGrpSpPr>
                <p:nvPr/>
              </p:nvGrpSpPr>
              <p:grpSpPr bwMode="auto">
                <a:xfrm>
                  <a:off x="2934" y="9158"/>
                  <a:ext cx="360" cy="360"/>
                  <a:chOff x="2214" y="9158"/>
                  <a:chExt cx="360" cy="360"/>
                </a:xfrm>
              </p:grpSpPr>
              <p:sp>
                <p:nvSpPr>
                  <p:cNvPr id="7299" name="Line 3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0" name="Line 3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1" name="Line 3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95" name="Group 39"/>
                <p:cNvGrpSpPr>
                  <a:grpSpLocks/>
                </p:cNvGrpSpPr>
                <p:nvPr/>
              </p:nvGrpSpPr>
              <p:grpSpPr bwMode="auto">
                <a:xfrm>
                  <a:off x="2214" y="9158"/>
                  <a:ext cx="360" cy="360"/>
                  <a:chOff x="2214" y="9158"/>
                  <a:chExt cx="360" cy="360"/>
                </a:xfrm>
              </p:grpSpPr>
              <p:sp>
                <p:nvSpPr>
                  <p:cNvPr id="7296" name="Line 4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7" name="Line 4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8" name="Line 4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49" name="Group 43"/>
              <p:cNvGrpSpPr>
                <a:grpSpLocks/>
              </p:cNvGrpSpPr>
              <p:nvPr/>
            </p:nvGrpSpPr>
            <p:grpSpPr bwMode="auto">
              <a:xfrm>
                <a:off x="2974" y="3285"/>
                <a:ext cx="264" cy="269"/>
                <a:chOff x="2214" y="9158"/>
                <a:chExt cx="1080" cy="360"/>
              </a:xfrm>
            </p:grpSpPr>
            <p:grpSp>
              <p:nvGrpSpPr>
                <p:cNvPr id="7281" name="Group 44"/>
                <p:cNvGrpSpPr>
                  <a:grpSpLocks/>
                </p:cNvGrpSpPr>
                <p:nvPr/>
              </p:nvGrpSpPr>
              <p:grpSpPr bwMode="auto">
                <a:xfrm>
                  <a:off x="2574" y="9158"/>
                  <a:ext cx="360" cy="360"/>
                  <a:chOff x="2214" y="9158"/>
                  <a:chExt cx="360" cy="360"/>
                </a:xfrm>
              </p:grpSpPr>
              <p:sp>
                <p:nvSpPr>
                  <p:cNvPr id="7290" name="Line 4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1" name="Line 4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2" name="Line 4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82" name="Group 48"/>
                <p:cNvGrpSpPr>
                  <a:grpSpLocks/>
                </p:cNvGrpSpPr>
                <p:nvPr/>
              </p:nvGrpSpPr>
              <p:grpSpPr bwMode="auto">
                <a:xfrm>
                  <a:off x="2934" y="9158"/>
                  <a:ext cx="360" cy="360"/>
                  <a:chOff x="2214" y="9158"/>
                  <a:chExt cx="360" cy="360"/>
                </a:xfrm>
              </p:grpSpPr>
              <p:sp>
                <p:nvSpPr>
                  <p:cNvPr id="7287" name="Line 4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8" name="Line 5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9" name="Line 5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83" name="Group 52"/>
                <p:cNvGrpSpPr>
                  <a:grpSpLocks/>
                </p:cNvGrpSpPr>
                <p:nvPr/>
              </p:nvGrpSpPr>
              <p:grpSpPr bwMode="auto">
                <a:xfrm>
                  <a:off x="2214" y="9158"/>
                  <a:ext cx="360" cy="360"/>
                  <a:chOff x="2214" y="9158"/>
                  <a:chExt cx="360" cy="360"/>
                </a:xfrm>
              </p:grpSpPr>
              <p:sp>
                <p:nvSpPr>
                  <p:cNvPr id="7284" name="Line 5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5" name="Line 5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6" name="Line 5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50" name="Group 56"/>
              <p:cNvGrpSpPr>
                <a:grpSpLocks/>
              </p:cNvGrpSpPr>
              <p:nvPr/>
            </p:nvGrpSpPr>
            <p:grpSpPr bwMode="auto">
              <a:xfrm>
                <a:off x="2974" y="3809"/>
                <a:ext cx="264" cy="269"/>
                <a:chOff x="2214" y="9158"/>
                <a:chExt cx="1080" cy="360"/>
              </a:xfrm>
            </p:grpSpPr>
            <p:grpSp>
              <p:nvGrpSpPr>
                <p:cNvPr id="7269" name="Group 57"/>
                <p:cNvGrpSpPr>
                  <a:grpSpLocks/>
                </p:cNvGrpSpPr>
                <p:nvPr/>
              </p:nvGrpSpPr>
              <p:grpSpPr bwMode="auto">
                <a:xfrm>
                  <a:off x="2574" y="9158"/>
                  <a:ext cx="360" cy="360"/>
                  <a:chOff x="2214" y="9158"/>
                  <a:chExt cx="360" cy="360"/>
                </a:xfrm>
              </p:grpSpPr>
              <p:sp>
                <p:nvSpPr>
                  <p:cNvPr id="7278" name="Line 5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9" name="Line 5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0" name="Line 6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70" name="Group 61"/>
                <p:cNvGrpSpPr>
                  <a:grpSpLocks/>
                </p:cNvGrpSpPr>
                <p:nvPr/>
              </p:nvGrpSpPr>
              <p:grpSpPr bwMode="auto">
                <a:xfrm>
                  <a:off x="2934" y="9158"/>
                  <a:ext cx="360" cy="360"/>
                  <a:chOff x="2214" y="9158"/>
                  <a:chExt cx="360" cy="360"/>
                </a:xfrm>
              </p:grpSpPr>
              <p:sp>
                <p:nvSpPr>
                  <p:cNvPr id="7275" name="Line 6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6" name="Line 6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7" name="Line 6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71" name="Group 65"/>
                <p:cNvGrpSpPr>
                  <a:grpSpLocks/>
                </p:cNvGrpSpPr>
                <p:nvPr/>
              </p:nvGrpSpPr>
              <p:grpSpPr bwMode="auto">
                <a:xfrm>
                  <a:off x="2214" y="9158"/>
                  <a:ext cx="360" cy="360"/>
                  <a:chOff x="2214" y="9158"/>
                  <a:chExt cx="360" cy="360"/>
                </a:xfrm>
              </p:grpSpPr>
              <p:sp>
                <p:nvSpPr>
                  <p:cNvPr id="7272" name="Line 6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3" name="Line 6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4" name="Line 6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51" name="Group 69"/>
              <p:cNvGrpSpPr>
                <a:grpSpLocks/>
              </p:cNvGrpSpPr>
              <p:nvPr/>
            </p:nvGrpSpPr>
            <p:grpSpPr bwMode="auto">
              <a:xfrm rot="5400000">
                <a:off x="4555" y="3281"/>
                <a:ext cx="269" cy="264"/>
                <a:chOff x="2214" y="9158"/>
                <a:chExt cx="1080" cy="360"/>
              </a:xfrm>
            </p:grpSpPr>
            <p:grpSp>
              <p:nvGrpSpPr>
                <p:cNvPr id="7257" name="Group 70"/>
                <p:cNvGrpSpPr>
                  <a:grpSpLocks/>
                </p:cNvGrpSpPr>
                <p:nvPr/>
              </p:nvGrpSpPr>
              <p:grpSpPr bwMode="auto">
                <a:xfrm>
                  <a:off x="2574" y="9158"/>
                  <a:ext cx="360" cy="360"/>
                  <a:chOff x="2214" y="9158"/>
                  <a:chExt cx="360" cy="360"/>
                </a:xfrm>
              </p:grpSpPr>
              <p:sp>
                <p:nvSpPr>
                  <p:cNvPr id="7266" name="Line 7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7" name="Line 7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8" name="Line 7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58" name="Group 74"/>
                <p:cNvGrpSpPr>
                  <a:grpSpLocks/>
                </p:cNvGrpSpPr>
                <p:nvPr/>
              </p:nvGrpSpPr>
              <p:grpSpPr bwMode="auto">
                <a:xfrm>
                  <a:off x="2934" y="9158"/>
                  <a:ext cx="360" cy="360"/>
                  <a:chOff x="2214" y="9158"/>
                  <a:chExt cx="360" cy="360"/>
                </a:xfrm>
              </p:grpSpPr>
              <p:sp>
                <p:nvSpPr>
                  <p:cNvPr id="7263" name="Line 7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4" name="Line 7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5" name="Line 7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59" name="Group 78"/>
                <p:cNvGrpSpPr>
                  <a:grpSpLocks/>
                </p:cNvGrpSpPr>
                <p:nvPr/>
              </p:nvGrpSpPr>
              <p:grpSpPr bwMode="auto">
                <a:xfrm>
                  <a:off x="2214" y="9158"/>
                  <a:ext cx="360" cy="360"/>
                  <a:chOff x="2214" y="9158"/>
                  <a:chExt cx="360" cy="360"/>
                </a:xfrm>
              </p:grpSpPr>
              <p:sp>
                <p:nvSpPr>
                  <p:cNvPr id="7260" name="Line 7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1" name="Line 8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2" name="Line 8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7252" name="Line 82"/>
              <p:cNvSpPr>
                <a:spLocks noChangeShapeType="1"/>
              </p:cNvSpPr>
              <p:nvPr/>
            </p:nvSpPr>
            <p:spPr bwMode="auto">
              <a:xfrm>
                <a:off x="4690"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3" name="Line 83"/>
              <p:cNvSpPr>
                <a:spLocks noChangeShapeType="1"/>
              </p:cNvSpPr>
              <p:nvPr/>
            </p:nvSpPr>
            <p:spPr bwMode="auto">
              <a:xfrm>
                <a:off x="4690" y="3549"/>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4" name="Line 84"/>
              <p:cNvSpPr>
                <a:spLocks noChangeShapeType="1"/>
              </p:cNvSpPr>
              <p:nvPr/>
            </p:nvSpPr>
            <p:spPr bwMode="auto">
              <a:xfrm flipV="1">
                <a:off x="4305"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5" name="Line 85"/>
              <p:cNvSpPr>
                <a:spLocks noChangeShapeType="1"/>
              </p:cNvSpPr>
              <p:nvPr/>
            </p:nvSpPr>
            <p:spPr bwMode="auto">
              <a:xfrm>
                <a:off x="4313" y="3541"/>
                <a:ext cx="0" cy="40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6" name="Line 86"/>
              <p:cNvSpPr>
                <a:spLocks noChangeShapeType="1"/>
              </p:cNvSpPr>
              <p:nvPr/>
            </p:nvSpPr>
            <p:spPr bwMode="auto">
              <a:xfrm flipV="1">
                <a:off x="3919" y="3115"/>
                <a:ext cx="132" cy="13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20" name="Text Box 87"/>
            <p:cNvSpPr txBox="1">
              <a:spLocks noChangeArrowheads="1"/>
            </p:cNvSpPr>
            <p:nvPr/>
          </p:nvSpPr>
          <p:spPr bwMode="auto">
            <a:xfrm>
              <a:off x="3815" y="4003"/>
              <a:ext cx="2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7221" name="Rectangle 88"/>
            <p:cNvSpPr>
              <a:spLocks noChangeArrowheads="1"/>
            </p:cNvSpPr>
            <p:nvPr/>
          </p:nvSpPr>
          <p:spPr bwMode="auto">
            <a:xfrm>
              <a:off x="2711" y="3618"/>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7222" name="Rectangle 89"/>
            <p:cNvSpPr>
              <a:spLocks noChangeArrowheads="1"/>
            </p:cNvSpPr>
            <p:nvPr/>
          </p:nvSpPr>
          <p:spPr bwMode="auto">
            <a:xfrm>
              <a:off x="2701" y="3106"/>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7223" name="Rectangle 90"/>
            <p:cNvSpPr>
              <a:spLocks noChangeArrowheads="1"/>
            </p:cNvSpPr>
            <p:nvPr/>
          </p:nvSpPr>
          <p:spPr bwMode="auto">
            <a:xfrm>
              <a:off x="2699" y="2535"/>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7224" name="Rectangle 91"/>
            <p:cNvSpPr>
              <a:spLocks noChangeArrowheads="1"/>
            </p:cNvSpPr>
            <p:nvPr/>
          </p:nvSpPr>
          <p:spPr bwMode="auto">
            <a:xfrm>
              <a:off x="4400" y="2964"/>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grpSp>
          <p:nvGrpSpPr>
            <p:cNvPr id="7225" name="Group 92"/>
            <p:cNvGrpSpPr>
              <a:grpSpLocks/>
            </p:cNvGrpSpPr>
            <p:nvPr/>
          </p:nvGrpSpPr>
          <p:grpSpPr bwMode="auto">
            <a:xfrm>
              <a:off x="4217" y="3959"/>
              <a:ext cx="200" cy="237"/>
              <a:chOff x="8088" y="15201"/>
              <a:chExt cx="340" cy="280"/>
            </a:xfrm>
          </p:grpSpPr>
          <p:sp>
            <p:nvSpPr>
              <p:cNvPr id="7228" name="Line 93"/>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9" name="Line 94"/>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0" name="Line 95"/>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1" name="Line 96"/>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26" name="Oval 97"/>
            <p:cNvSpPr>
              <a:spLocks noChangeArrowheads="1"/>
            </p:cNvSpPr>
            <p:nvPr/>
          </p:nvSpPr>
          <p:spPr bwMode="auto">
            <a:xfrm>
              <a:off x="4285" y="3911"/>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27" name="Oval 98"/>
            <p:cNvSpPr>
              <a:spLocks noChangeArrowheads="1"/>
            </p:cNvSpPr>
            <p:nvPr/>
          </p:nvSpPr>
          <p:spPr bwMode="auto">
            <a:xfrm>
              <a:off x="2415" y="3414"/>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7172" name="Rectangle 99"/>
          <p:cNvSpPr>
            <a:spLocks noChangeArrowheads="1"/>
          </p:cNvSpPr>
          <p:nvPr/>
        </p:nvSpPr>
        <p:spPr bwMode="auto">
          <a:xfrm>
            <a:off x="1149350" y="148907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7173" name="Rectangle 100"/>
          <p:cNvSpPr>
            <a:spLocks noChangeArrowheads="1"/>
          </p:cNvSpPr>
          <p:nvPr/>
        </p:nvSpPr>
        <p:spPr bwMode="auto">
          <a:xfrm>
            <a:off x="4595813" y="2155825"/>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grpSp>
        <p:nvGrpSpPr>
          <p:cNvPr id="4" name="Grupo 3"/>
          <p:cNvGrpSpPr>
            <a:grpSpLocks/>
          </p:cNvGrpSpPr>
          <p:nvPr/>
        </p:nvGrpSpPr>
        <p:grpSpPr bwMode="auto">
          <a:xfrm>
            <a:off x="8757258" y="3779323"/>
            <a:ext cx="1583054" cy="587441"/>
            <a:chOff x="9004338" y="2601913"/>
            <a:chExt cx="1582958" cy="587441"/>
          </a:xfrm>
        </p:grpSpPr>
        <p:sp>
          <p:nvSpPr>
            <p:cNvPr id="7" name="Text Box 114"/>
            <p:cNvSpPr txBox="1">
              <a:spLocks noChangeArrowheads="1"/>
            </p:cNvSpPr>
            <p:nvPr/>
          </p:nvSpPr>
          <p:spPr bwMode="auto">
            <a:xfrm>
              <a:off x="9567867" y="2601913"/>
              <a:ext cx="1019429" cy="587441"/>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solidFill>
                    <a:srgbClr val="000000"/>
                  </a:solidFill>
                  <a:latin typeface="Comic Sans MS" panose="030F0702030302020204" pitchFamily="66" charset="0"/>
                </a:rPr>
                <a:t>I</a:t>
              </a:r>
              <a:r>
                <a:rPr lang="es-ES" sz="2400">
                  <a:solidFill>
                    <a:srgbClr val="000000"/>
                  </a:solidFill>
                  <a:latin typeface="Arial" panose="020B0604020202020204" pitchFamily="34" charset="0"/>
                </a:rPr>
                <a:t> = 0</a:t>
              </a:r>
            </a:p>
          </p:txBody>
        </p:sp>
        <p:sp>
          <p:nvSpPr>
            <p:cNvPr id="7212" name="AutoShape 115"/>
            <p:cNvSpPr>
              <a:spLocks noChangeArrowheads="1"/>
            </p:cNvSpPr>
            <p:nvPr/>
          </p:nvSpPr>
          <p:spPr bwMode="auto">
            <a:xfrm rot="-5400000">
              <a:off x="8955125" y="2701925"/>
              <a:ext cx="474663" cy="376237"/>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12" name="Grupo 11"/>
          <p:cNvGrpSpPr/>
          <p:nvPr/>
        </p:nvGrpSpPr>
        <p:grpSpPr>
          <a:xfrm>
            <a:off x="6442715" y="3498297"/>
            <a:ext cx="1142954" cy="1067005"/>
            <a:chOff x="5850772" y="3186567"/>
            <a:chExt cx="1142954" cy="1067005"/>
          </a:xfrm>
        </p:grpSpPr>
        <p:sp>
          <p:nvSpPr>
            <p:cNvPr id="7208" name="Text Box 135"/>
            <p:cNvSpPr txBox="1">
              <a:spLocks noChangeArrowheads="1"/>
            </p:cNvSpPr>
            <p:nvPr/>
          </p:nvSpPr>
          <p:spPr bwMode="auto">
            <a:xfrm>
              <a:off x="5850772" y="3186567"/>
              <a:ext cx="1007337" cy="561238"/>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36000" rIns="90000" bIns="82800" anchor="ctr" anchorCtr="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a:t>
              </a:r>
              <a:r>
                <a:rPr lang="es-ES" sz="2800" dirty="0">
                  <a:solidFill>
                    <a:srgbClr val="000000"/>
                  </a:solidFill>
                  <a:latin typeface="Arial" panose="020B0604020202020204" pitchFamily="34" charset="0"/>
                  <a:sym typeface="Symbol" panose="05050102010706020507" pitchFamily="18" charset="2"/>
                </a:rPr>
                <a:t></a:t>
              </a:r>
            </a:p>
          </p:txBody>
        </p:sp>
        <p:sp>
          <p:nvSpPr>
            <p:cNvPr id="7209" name="Text Box 137"/>
            <p:cNvSpPr txBox="1">
              <a:spLocks noChangeArrowheads="1"/>
            </p:cNvSpPr>
            <p:nvPr/>
          </p:nvSpPr>
          <p:spPr bwMode="auto">
            <a:xfrm>
              <a:off x="5850773" y="3723367"/>
              <a:ext cx="1142953" cy="53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V finita</a:t>
              </a:r>
              <a:endParaRPr lang="es-ES" sz="2800" dirty="0">
                <a:solidFill>
                  <a:srgbClr val="000000"/>
                </a:solidFill>
              </a:endParaRPr>
            </a:p>
          </p:txBody>
        </p:sp>
      </p:grpSp>
      <p:sp>
        <p:nvSpPr>
          <p:cNvPr id="7210" name="AutoShape 138"/>
          <p:cNvSpPr>
            <a:spLocks/>
          </p:cNvSpPr>
          <p:nvPr/>
        </p:nvSpPr>
        <p:spPr bwMode="auto">
          <a:xfrm>
            <a:off x="7934023" y="3568802"/>
            <a:ext cx="241290" cy="978388"/>
          </a:xfrm>
          <a:prstGeom prst="rightBrace">
            <a:avLst>
              <a:gd name="adj1" fmla="val 33991"/>
              <a:gd name="adj2" fmla="val 50000"/>
            </a:avLst>
          </a:prstGeom>
          <a:noFill/>
          <a:ln w="38100">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76262" name="Text Box 102"/>
          <p:cNvSpPr txBox="1">
            <a:spLocks noChangeArrowheads="1"/>
          </p:cNvSpPr>
          <p:nvPr/>
        </p:nvSpPr>
        <p:spPr bwMode="auto">
          <a:xfrm>
            <a:off x="5773739" y="495300"/>
            <a:ext cx="3125512"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Abiertos</a:t>
            </a:r>
          </a:p>
        </p:txBody>
      </p:sp>
      <p:sp>
        <p:nvSpPr>
          <p:cNvPr id="476312" name="Text Box 152"/>
          <p:cNvSpPr txBox="1">
            <a:spLocks noChangeArrowheads="1"/>
          </p:cNvSpPr>
          <p:nvPr/>
        </p:nvSpPr>
        <p:spPr bwMode="auto">
          <a:xfrm>
            <a:off x="5621601" y="2671466"/>
            <a:ext cx="375292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Interruptor </a:t>
            </a:r>
            <a:r>
              <a:rPr lang="es-ES" sz="2400" u="sng" dirty="0">
                <a:latin typeface="Arial" panose="020B0604020202020204" pitchFamily="34" charset="0"/>
              </a:rPr>
              <a:t>ideal</a:t>
            </a:r>
            <a:r>
              <a:rPr lang="es-ES" sz="2400" dirty="0">
                <a:latin typeface="Arial" panose="020B0604020202020204" pitchFamily="34" charset="0"/>
              </a:rPr>
              <a:t> abierto:</a:t>
            </a:r>
            <a:endParaRPr lang="es-ES" sz="2400" dirty="0">
              <a:solidFill>
                <a:srgbClr val="D60093"/>
              </a:solidFill>
              <a:latin typeface="Arial" panose="020B0604020202020204" pitchFamily="34" charset="0"/>
            </a:endParaRPr>
          </a:p>
        </p:txBody>
      </p:sp>
      <p:sp>
        <p:nvSpPr>
          <p:cNvPr id="23686" name="Text Box 134"/>
          <p:cNvSpPr txBox="1">
            <a:spLocks noChangeArrowheads="1"/>
          </p:cNvSpPr>
          <p:nvPr/>
        </p:nvSpPr>
        <p:spPr bwMode="auto">
          <a:xfrm>
            <a:off x="3459163" y="1050925"/>
            <a:ext cx="39846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sp>
        <p:nvSpPr>
          <p:cNvPr id="23687" name="Text Box 135"/>
          <p:cNvSpPr txBox="1">
            <a:spLocks noChangeArrowheads="1"/>
          </p:cNvSpPr>
          <p:nvPr/>
        </p:nvSpPr>
        <p:spPr bwMode="auto">
          <a:xfrm>
            <a:off x="4203700" y="1387475"/>
            <a:ext cx="3984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sp>
        <p:nvSpPr>
          <p:cNvPr id="461936" name="Text Box 112"/>
          <p:cNvSpPr txBox="1">
            <a:spLocks noChangeArrowheads="1"/>
          </p:cNvSpPr>
          <p:nvPr/>
        </p:nvSpPr>
        <p:spPr bwMode="auto">
          <a:xfrm>
            <a:off x="7019164" y="1508139"/>
            <a:ext cx="1723847"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2</a:t>
            </a:r>
            <a:endParaRPr lang="es-ES" sz="2800">
              <a:solidFill>
                <a:srgbClr val="000000"/>
              </a:solidFill>
              <a:latin typeface="Arial" panose="020B0604020202020204" pitchFamily="34" charset="0"/>
            </a:endParaRPr>
          </a:p>
        </p:txBody>
      </p:sp>
      <p:sp>
        <p:nvSpPr>
          <p:cNvPr id="7194" name="Text Box 5"/>
          <p:cNvSpPr txBox="1">
            <a:spLocks noChangeArrowheads="1"/>
          </p:cNvSpPr>
          <p:nvPr/>
        </p:nvSpPr>
        <p:spPr bwMode="auto">
          <a:xfrm>
            <a:off x="5771454" y="1503754"/>
            <a:ext cx="929843" cy="55109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¿R</a:t>
            </a:r>
            <a:r>
              <a:rPr lang="es-ES" sz="2400" b="1" baseline="-25000">
                <a:latin typeface="Arial" panose="020B0604020202020204" pitchFamily="34" charset="0"/>
              </a:rPr>
              <a:t>2</a:t>
            </a:r>
            <a:r>
              <a:rPr lang="es-ES" sz="2400" b="1">
                <a:latin typeface="Arial" panose="020B0604020202020204" pitchFamily="34" charset="0"/>
              </a:rPr>
              <a:t>?</a:t>
            </a:r>
          </a:p>
        </p:txBody>
      </p:sp>
      <p:sp>
        <p:nvSpPr>
          <p:cNvPr id="9" name="CuadroTexto 8"/>
          <p:cNvSpPr txBox="1">
            <a:spLocks noChangeArrowheads="1"/>
          </p:cNvSpPr>
          <p:nvPr/>
        </p:nvSpPr>
        <p:spPr bwMode="auto">
          <a:xfrm>
            <a:off x="8835122" y="1537339"/>
            <a:ext cx="8627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¿V</a:t>
            </a:r>
            <a:r>
              <a:rPr lang="es-ES" sz="2400" baseline="-25000">
                <a:solidFill>
                  <a:srgbClr val="FF0000"/>
                </a:solidFill>
              </a:rPr>
              <a:t>2</a:t>
            </a:r>
            <a:r>
              <a:rPr lang="es-ES" sz="2400">
                <a:solidFill>
                  <a:srgbClr val="FF0000"/>
                </a:solidFill>
              </a:rPr>
              <a:t>?</a:t>
            </a:r>
          </a:p>
        </p:txBody>
      </p:sp>
      <p:sp>
        <p:nvSpPr>
          <p:cNvPr id="138" name="CuadroTexto 137"/>
          <p:cNvSpPr txBox="1">
            <a:spLocks noChangeArrowheads="1"/>
          </p:cNvSpPr>
          <p:nvPr/>
        </p:nvSpPr>
        <p:spPr bwMode="auto">
          <a:xfrm>
            <a:off x="9603130" y="1554820"/>
            <a:ext cx="8258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a:t>
            </a:r>
            <a:r>
              <a:rPr lang="es-ES" sz="2400">
                <a:solidFill>
                  <a:srgbClr val="FF0000"/>
                </a:solidFill>
                <a:latin typeface="Comic Sans MS" panose="030F0702030302020204" pitchFamily="66" charset="0"/>
              </a:rPr>
              <a:t>I</a:t>
            </a:r>
            <a:r>
              <a:rPr lang="es-ES" sz="2400" baseline="-25000">
                <a:solidFill>
                  <a:srgbClr val="FF0000"/>
                </a:solidFill>
              </a:rPr>
              <a:t>2</a:t>
            </a:r>
            <a:r>
              <a:rPr lang="es-ES" sz="2400">
                <a:solidFill>
                  <a:srgbClr val="FF0000"/>
                </a:solidFill>
              </a:rPr>
              <a:t>?</a:t>
            </a:r>
          </a:p>
        </p:txBody>
      </p:sp>
      <p:sp>
        <p:nvSpPr>
          <p:cNvPr id="139" name="Text Box 152"/>
          <p:cNvSpPr txBox="1">
            <a:spLocks noChangeArrowheads="1"/>
          </p:cNvSpPr>
          <p:nvPr/>
        </p:nvSpPr>
        <p:spPr bwMode="auto">
          <a:xfrm>
            <a:off x="9330119" y="2668288"/>
            <a:ext cx="1001978" cy="587441"/>
          </a:xfrm>
          <a:prstGeom prst="rect">
            <a:avLst/>
          </a:prstGeom>
          <a:solidFill>
            <a:schemeClr val="tx2">
              <a:lumMod val="25000"/>
              <a:lumOff val="75000"/>
            </a:schemeClr>
          </a:solidFill>
          <a:ln>
            <a:noFill/>
          </a:ln>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R =</a:t>
            </a:r>
            <a:r>
              <a:rPr lang="es-ES" sz="2400">
                <a:latin typeface="Arial" panose="020B0604020202020204" pitchFamily="34" charset="0"/>
                <a:sym typeface="Symbol" panose="05050102010706020507" pitchFamily="18" charset="2"/>
              </a:rPr>
              <a:t></a:t>
            </a:r>
            <a:endParaRPr lang="es-ES" sz="2400">
              <a:latin typeface="Arial" panose="020B0604020202020204" pitchFamily="34" charset="0"/>
            </a:endParaRPr>
          </a:p>
        </p:txBody>
      </p:sp>
      <p:sp>
        <p:nvSpPr>
          <p:cNvPr id="141" name="Text Box 112"/>
          <p:cNvSpPr txBox="1">
            <a:spLocks noChangeArrowheads="1"/>
          </p:cNvSpPr>
          <p:nvPr/>
        </p:nvSpPr>
        <p:spPr bwMode="auto">
          <a:xfrm>
            <a:off x="1826796" y="4261122"/>
            <a:ext cx="1418759"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V / </a:t>
            </a:r>
            <a:r>
              <a:rPr lang="es-ES" sz="2400" dirty="0">
                <a:solidFill>
                  <a:srgbClr val="000000"/>
                </a:solidFill>
                <a:latin typeface="Comic Sans MS" panose="030F0702030302020204" pitchFamily="66" charset="0"/>
              </a:rPr>
              <a:t>I</a:t>
            </a:r>
            <a:endParaRPr lang="es-ES" sz="2800" dirty="0">
              <a:solidFill>
                <a:srgbClr val="000000"/>
              </a:solidFill>
              <a:latin typeface="Arial" panose="020B0604020202020204" pitchFamily="34" charset="0"/>
            </a:endParaRPr>
          </a:p>
        </p:txBody>
      </p:sp>
      <p:sp>
        <p:nvSpPr>
          <p:cNvPr id="142" name="Text Box 112"/>
          <p:cNvSpPr txBox="1">
            <a:spLocks noChangeArrowheads="1"/>
          </p:cNvSpPr>
          <p:nvPr/>
        </p:nvSpPr>
        <p:spPr bwMode="auto">
          <a:xfrm>
            <a:off x="1817814" y="3620348"/>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endParaRPr lang="es-ES" sz="2800">
              <a:solidFill>
                <a:srgbClr val="000000"/>
              </a:solidFill>
              <a:latin typeface="Arial" panose="020B0604020202020204" pitchFamily="34" charset="0"/>
            </a:endParaRPr>
          </a:p>
        </p:txBody>
      </p:sp>
      <p:sp>
        <p:nvSpPr>
          <p:cNvPr id="143" name="Text Box 112"/>
          <p:cNvSpPr txBox="1">
            <a:spLocks noChangeArrowheads="1"/>
          </p:cNvSpPr>
          <p:nvPr/>
        </p:nvSpPr>
        <p:spPr bwMode="auto">
          <a:xfrm>
            <a:off x="1817815" y="4907298"/>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a:solidFill>
                  <a:srgbClr val="000000"/>
                </a:solidFill>
                <a:latin typeface="Comic Sans MS" panose="030F0702030302020204" pitchFamily="66" charset="0"/>
              </a:rPr>
              <a:t>I </a:t>
            </a:r>
            <a:r>
              <a:rPr lang="es-ES" sz="2400">
                <a:solidFill>
                  <a:srgbClr val="000000"/>
                </a:solidFill>
                <a:latin typeface="Arial" panose="020B0604020202020204" pitchFamily="34" charset="0"/>
              </a:rPr>
              <a:t>= V / R</a:t>
            </a:r>
            <a:endParaRPr lang="es-ES" sz="2800">
              <a:solidFill>
                <a:srgbClr val="000000"/>
              </a:solidFill>
              <a:latin typeface="Arial" panose="020B0604020202020204" pitchFamily="34" charset="0"/>
            </a:endParaRPr>
          </a:p>
        </p:txBody>
      </p:sp>
      <p:grpSp>
        <p:nvGrpSpPr>
          <p:cNvPr id="6" name="Grupo 5"/>
          <p:cNvGrpSpPr/>
          <p:nvPr/>
        </p:nvGrpSpPr>
        <p:grpSpPr>
          <a:xfrm>
            <a:off x="8747209" y="6185394"/>
            <a:ext cx="1583054" cy="587441"/>
            <a:chOff x="8044680" y="5856008"/>
            <a:chExt cx="1583054" cy="587441"/>
          </a:xfrm>
        </p:grpSpPr>
        <p:sp>
          <p:nvSpPr>
            <p:cNvPr id="2" name="Text Box 140"/>
            <p:cNvSpPr txBox="1">
              <a:spLocks noChangeArrowheads="1"/>
            </p:cNvSpPr>
            <p:nvPr/>
          </p:nvSpPr>
          <p:spPr bwMode="auto">
            <a:xfrm>
              <a:off x="8606520" y="5856008"/>
              <a:ext cx="1021214" cy="587441"/>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Comic Sans MS" panose="030F0702030302020204" pitchFamily="66" charset="0"/>
                </a:rPr>
                <a:t>I</a:t>
              </a:r>
              <a:r>
                <a:rPr lang="es-ES" sz="2400" baseline="-25000">
                  <a:latin typeface="Arial" panose="020B0604020202020204" pitchFamily="34" charset="0"/>
                </a:rPr>
                <a:t>2</a:t>
              </a:r>
              <a:r>
                <a:rPr lang="es-ES" sz="2400">
                  <a:latin typeface="Arial" panose="020B0604020202020204" pitchFamily="34" charset="0"/>
                </a:rPr>
                <a:t> = 0</a:t>
              </a:r>
              <a:endParaRPr lang="es-ES" sz="2400">
                <a:latin typeface="Arial" panose="020B0604020202020204" pitchFamily="34" charset="0"/>
                <a:sym typeface="Symbol" panose="05050102010706020507" pitchFamily="18" charset="2"/>
              </a:endParaRPr>
            </a:p>
          </p:txBody>
        </p:sp>
        <p:sp>
          <p:nvSpPr>
            <p:cNvPr id="116" name="AutoShape 115"/>
            <p:cNvSpPr>
              <a:spLocks noChangeArrowheads="1"/>
            </p:cNvSpPr>
            <p:nvPr/>
          </p:nvSpPr>
          <p:spPr bwMode="auto">
            <a:xfrm rot="16200000">
              <a:off x="7995478" y="5960751"/>
              <a:ext cx="474663" cy="376260"/>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28" name="Text Box 137">
            <a:extLst>
              <a:ext uri="{FF2B5EF4-FFF2-40B4-BE49-F238E27FC236}">
                <a16:creationId xmlns:a16="http://schemas.microsoft.com/office/drawing/2014/main" id="{0F6554C0-5533-41A3-BCAA-37B33F46B616}"/>
              </a:ext>
            </a:extLst>
          </p:cNvPr>
          <p:cNvSpPr txBox="1">
            <a:spLocks noChangeArrowheads="1"/>
          </p:cNvSpPr>
          <p:nvPr/>
        </p:nvSpPr>
        <p:spPr bwMode="auto">
          <a:xfrm>
            <a:off x="6967889" y="4987492"/>
            <a:ext cx="3363058" cy="905881"/>
          </a:xfrm>
          <a:prstGeom prst="rect">
            <a:avLst/>
          </a:prstGeom>
          <a:solidFill>
            <a:schemeClr val="accent1">
              <a:lumMod val="60000"/>
              <a:lumOff val="40000"/>
            </a:schemeClr>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No </a:t>
            </a:r>
            <a:r>
              <a:rPr lang="es-ES" sz="2400" dirty="0">
                <a:latin typeface="Arial" panose="020B0604020202020204" pitchFamily="34" charset="0"/>
              </a:rPr>
              <a:t>habrá corriente </a:t>
            </a:r>
            <a:r>
              <a:rPr lang="es-ES" sz="2400">
                <a:latin typeface="Arial" panose="020B0604020202020204" pitchFamily="34" charset="0"/>
              </a:rPr>
              <a:t>en la rama en la que está</a:t>
            </a:r>
            <a:endParaRPr lang="es-ES" sz="2800" dirty="0"/>
          </a:p>
        </p:txBody>
      </p:sp>
      <p:grpSp>
        <p:nvGrpSpPr>
          <p:cNvPr id="11" name="Grupo 10">
            <a:extLst>
              <a:ext uri="{FF2B5EF4-FFF2-40B4-BE49-F238E27FC236}">
                <a16:creationId xmlns:a16="http://schemas.microsoft.com/office/drawing/2014/main" id="{C33228F6-FEDB-4707-8593-4A653919F086}"/>
              </a:ext>
            </a:extLst>
          </p:cNvPr>
          <p:cNvGrpSpPr/>
          <p:nvPr/>
        </p:nvGrpSpPr>
        <p:grpSpPr>
          <a:xfrm>
            <a:off x="3365644" y="3577917"/>
            <a:ext cx="2762065" cy="914360"/>
            <a:chOff x="3365644" y="3577917"/>
            <a:chExt cx="2762065" cy="914360"/>
          </a:xfrm>
        </p:grpSpPr>
        <p:cxnSp>
          <p:nvCxnSpPr>
            <p:cNvPr id="8" name="Conector recto 7">
              <a:extLst>
                <a:ext uri="{FF2B5EF4-FFF2-40B4-BE49-F238E27FC236}">
                  <a16:creationId xmlns:a16="http://schemas.microsoft.com/office/drawing/2014/main" id="{82F5FD9C-A5BC-43C0-96ED-490B2D234C2C}"/>
                </a:ext>
              </a:extLst>
            </p:cNvPr>
            <p:cNvCxnSpPr/>
            <p:nvPr/>
          </p:nvCxnSpPr>
          <p:spPr bwMode="auto">
            <a:xfrm>
              <a:off x="3365644" y="3902859"/>
              <a:ext cx="2744904" cy="0"/>
            </a:xfrm>
            <a:prstGeom prst="line">
              <a:avLst/>
            </a:prstGeom>
            <a:noFill/>
            <a:ln w="38100" cap="flat" cmpd="sng" algn="ctr">
              <a:solidFill>
                <a:srgbClr val="008000"/>
              </a:solidFill>
              <a:prstDash val="solid"/>
              <a:round/>
              <a:headEnd type="none" w="med" len="med"/>
              <a:tailEnd type="none" w="lg" len="lg"/>
            </a:ln>
            <a:effectLst/>
          </p:spPr>
        </p:cxnSp>
        <p:cxnSp>
          <p:nvCxnSpPr>
            <p:cNvPr id="124" name="Conector recto 123">
              <a:extLst>
                <a:ext uri="{FF2B5EF4-FFF2-40B4-BE49-F238E27FC236}">
                  <a16:creationId xmlns:a16="http://schemas.microsoft.com/office/drawing/2014/main" id="{AA24D5E2-DB8B-4ABE-BD0D-611B9F9C5CE5}"/>
                </a:ext>
              </a:extLst>
            </p:cNvPr>
            <p:cNvCxnSpPr>
              <a:cxnSpLocks/>
            </p:cNvCxnSpPr>
            <p:nvPr/>
          </p:nvCxnSpPr>
          <p:spPr bwMode="auto">
            <a:xfrm flipV="1">
              <a:off x="6127709" y="3577917"/>
              <a:ext cx="0" cy="914360"/>
            </a:xfrm>
            <a:prstGeom prst="line">
              <a:avLst/>
            </a:prstGeom>
            <a:noFill/>
            <a:ln w="38100" cap="flat" cmpd="sng" algn="ctr">
              <a:solidFill>
                <a:srgbClr val="008000"/>
              </a:solidFill>
              <a:prstDash val="solid"/>
              <a:round/>
              <a:headEnd type="none" w="med" len="med"/>
              <a:tailEnd type="none" w="lg" len="lg"/>
            </a:ln>
            <a:effectLst/>
          </p:spPr>
        </p:cxnSp>
      </p:grpSp>
      <p:sp>
        <p:nvSpPr>
          <p:cNvPr id="3" name="Text Box 135">
            <a:extLst>
              <a:ext uri="{FF2B5EF4-FFF2-40B4-BE49-F238E27FC236}">
                <a16:creationId xmlns:a16="http://schemas.microsoft.com/office/drawing/2014/main" id="{18929E2F-B1B9-95CA-38D4-3DEB34754074}"/>
              </a:ext>
            </a:extLst>
          </p:cNvPr>
          <p:cNvSpPr txBox="1">
            <a:spLocks noChangeArrowheads="1"/>
          </p:cNvSpPr>
          <p:nvPr/>
        </p:nvSpPr>
        <p:spPr bwMode="auto">
          <a:xfrm>
            <a:off x="4474195" y="4758522"/>
            <a:ext cx="1777834" cy="858624"/>
          </a:xfrm>
          <a:prstGeom prst="rect">
            <a:avLst/>
          </a:prstGeom>
          <a:no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36000" rIns="90000" bIns="828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rPr>
              <a:t>= </a:t>
            </a:r>
            <a:r>
              <a:rPr lang="es-ES" sz="2400">
                <a:solidFill>
                  <a:srgbClr val="000000"/>
                </a:solidFill>
                <a:latin typeface="Arial" panose="020B0604020202020204" pitchFamily="34" charset="0"/>
                <a:sym typeface="Symbol" panose="05050102010706020507" pitchFamily="18" charset="2"/>
              </a:rPr>
              <a:t> </a:t>
            </a:r>
            <a:r>
              <a:rPr lang="es-ES" sz="2400">
                <a:solidFill>
                  <a:srgbClr val="FF0000"/>
                </a:solidFill>
                <a:latin typeface="Arial" panose="020B0604020202020204" pitchFamily="34" charset="0"/>
                <a:sym typeface="Symbol" panose="05050102010706020507" pitchFamily="18" charset="2"/>
              </a:rPr>
              <a:t>(en serie)</a:t>
            </a:r>
            <a:endParaRPr lang="es-ES" sz="2400" dirty="0">
              <a:solidFill>
                <a:srgbClr val="FF0000"/>
              </a:solidFill>
              <a:latin typeface="Arial" panose="020B0604020202020204" pitchFamily="34" charset="0"/>
              <a:sym typeface="Symbol" panose="05050102010706020507" pitchFamily="18" charset="2"/>
            </a:endParaRPr>
          </a:p>
        </p:txBody>
      </p:sp>
      <p:sp>
        <p:nvSpPr>
          <p:cNvPr id="10" name="Text Box 137">
            <a:extLst>
              <a:ext uri="{FF2B5EF4-FFF2-40B4-BE49-F238E27FC236}">
                <a16:creationId xmlns:a16="http://schemas.microsoft.com/office/drawing/2014/main" id="{12861981-E85C-BEFC-0EBD-F1147DF5C091}"/>
              </a:ext>
            </a:extLst>
          </p:cNvPr>
          <p:cNvSpPr txBox="1">
            <a:spLocks noChangeArrowheads="1"/>
          </p:cNvSpPr>
          <p:nvPr/>
        </p:nvSpPr>
        <p:spPr bwMode="auto">
          <a:xfrm>
            <a:off x="4789442" y="5573965"/>
            <a:ext cx="1142953" cy="53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V finita</a:t>
            </a:r>
            <a:endParaRPr lang="es-ES" sz="2800" dirty="0">
              <a:solidFill>
                <a:srgbClr val="000000"/>
              </a:solidFill>
            </a:endParaRPr>
          </a:p>
        </p:txBody>
      </p:sp>
      <p:sp>
        <p:nvSpPr>
          <p:cNvPr id="13" name="AutoShape 115">
            <a:extLst>
              <a:ext uri="{FF2B5EF4-FFF2-40B4-BE49-F238E27FC236}">
                <a16:creationId xmlns:a16="http://schemas.microsoft.com/office/drawing/2014/main" id="{7B69D791-07DF-F865-D14D-1F5F15F7410E}"/>
              </a:ext>
            </a:extLst>
          </p:cNvPr>
          <p:cNvSpPr>
            <a:spLocks noChangeArrowheads="1"/>
          </p:cNvSpPr>
          <p:nvPr/>
        </p:nvSpPr>
        <p:spPr bwMode="auto">
          <a:xfrm rot="16200000">
            <a:off x="6284270" y="5231375"/>
            <a:ext cx="474663" cy="376260"/>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Tree>
    <p:extLst>
      <p:ext uri="{BB962C8B-B14F-4D97-AF65-F5344CB8AC3E}">
        <p14:creationId xmlns:p14="http://schemas.microsoft.com/office/powerpoint/2010/main" val="197474382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76262"/>
                                        </p:tgtEl>
                                        <p:attrNameLst>
                                          <p:attrName>style.visibility</p:attrName>
                                        </p:attrNameLst>
                                      </p:cBhvr>
                                      <p:to>
                                        <p:strVal val="visible"/>
                                      </p:to>
                                    </p:set>
                                    <p:animEffect transition="in" filter="wipe(up)">
                                      <p:cBhvr>
                                        <p:cTn id="7" dur="500"/>
                                        <p:tgtEl>
                                          <p:spTgt spid="47626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272" fill="hold" grpId="0" nodeType="clickEffect">
                                  <p:stCondLst>
                                    <p:cond delay="0"/>
                                  </p:stCondLst>
                                  <p:childTnLst>
                                    <p:set>
                                      <p:cBhvr>
                                        <p:cTn id="11" dur="1" fill="hold">
                                          <p:stCondLst>
                                            <p:cond delay="0"/>
                                          </p:stCondLst>
                                        </p:cTn>
                                        <p:tgtEl>
                                          <p:spTgt spid="7194"/>
                                        </p:tgtEl>
                                        <p:attrNameLst>
                                          <p:attrName>style.visibility</p:attrName>
                                        </p:attrNameLst>
                                      </p:cBhvr>
                                      <p:to>
                                        <p:strVal val="visible"/>
                                      </p:to>
                                    </p:set>
                                    <p:anim calcmode="lin" valueType="num">
                                      <p:cBhvr>
                                        <p:cTn id="12" dur="500" fill="hold"/>
                                        <p:tgtEl>
                                          <p:spTgt spid="7194"/>
                                        </p:tgtEl>
                                        <p:attrNameLst>
                                          <p:attrName>ppt_w</p:attrName>
                                        </p:attrNameLst>
                                      </p:cBhvr>
                                      <p:tavLst>
                                        <p:tav tm="0">
                                          <p:val>
                                            <p:strVal val="2/3*#ppt_w"/>
                                          </p:val>
                                        </p:tav>
                                        <p:tav tm="100000">
                                          <p:val>
                                            <p:strVal val="#ppt_w"/>
                                          </p:val>
                                        </p:tav>
                                      </p:tavLst>
                                    </p:anim>
                                    <p:anim calcmode="lin" valueType="num">
                                      <p:cBhvr>
                                        <p:cTn id="13" dur="500" fill="hold"/>
                                        <p:tgtEl>
                                          <p:spTgt spid="7194"/>
                                        </p:tgtEl>
                                        <p:attrNameLst>
                                          <p:attrName>ppt_h</p:attrName>
                                        </p:attrNameLst>
                                      </p:cBhvr>
                                      <p:tavLst>
                                        <p:tav tm="0">
                                          <p:val>
                                            <p:strVal val="2/3*#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461936"/>
                                        </p:tgtEl>
                                        <p:attrNameLst>
                                          <p:attrName>style.visibility</p:attrName>
                                        </p:attrNameLst>
                                      </p:cBhvr>
                                      <p:to>
                                        <p:strVal val="visible"/>
                                      </p:to>
                                    </p:set>
                                    <p:anim calcmode="lin" valueType="num">
                                      <p:cBhvr additive="base">
                                        <p:cTn id="18" dur="500"/>
                                        <p:tgtEl>
                                          <p:spTgt spid="461936"/>
                                        </p:tgtEl>
                                        <p:attrNameLst>
                                          <p:attrName>ppt_y</p:attrName>
                                        </p:attrNameLst>
                                      </p:cBhvr>
                                      <p:tavLst>
                                        <p:tav tm="0">
                                          <p:val>
                                            <p:strVal val="#ppt_y+#ppt_h*1.125000"/>
                                          </p:val>
                                        </p:tav>
                                        <p:tav tm="100000">
                                          <p:val>
                                            <p:strVal val="#ppt_y"/>
                                          </p:val>
                                        </p:tav>
                                      </p:tavLst>
                                    </p:anim>
                                    <p:animEffect transition="in" filter="wipe(up)">
                                      <p:cBhvr>
                                        <p:cTn id="19" dur="500"/>
                                        <p:tgtEl>
                                          <p:spTgt spid="461936"/>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272"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p:cTn id="24" dur="500" fill="hold"/>
                                        <p:tgtEl>
                                          <p:spTgt spid="9"/>
                                        </p:tgtEl>
                                        <p:attrNameLst>
                                          <p:attrName>ppt_w</p:attrName>
                                        </p:attrNameLst>
                                      </p:cBhvr>
                                      <p:tavLst>
                                        <p:tav tm="0">
                                          <p:val>
                                            <p:strVal val="2/3*#ppt_w"/>
                                          </p:val>
                                        </p:tav>
                                        <p:tav tm="100000">
                                          <p:val>
                                            <p:strVal val="#ppt_w"/>
                                          </p:val>
                                        </p:tav>
                                      </p:tavLst>
                                    </p:anim>
                                    <p:anim calcmode="lin" valueType="num">
                                      <p:cBhvr>
                                        <p:cTn id="25" dur="500" fill="hold"/>
                                        <p:tgtEl>
                                          <p:spTgt spid="9"/>
                                        </p:tgtEl>
                                        <p:attrNameLst>
                                          <p:attrName>ppt_h</p:attrName>
                                        </p:attrNameLst>
                                      </p:cBhvr>
                                      <p:tavLst>
                                        <p:tav tm="0">
                                          <p:val>
                                            <p:strVal val="2/3*#ppt_h"/>
                                          </p:val>
                                        </p:tav>
                                        <p:tav tm="100000">
                                          <p:val>
                                            <p:strVal val="#ppt_h"/>
                                          </p:val>
                                        </p:tav>
                                      </p:tavLst>
                                    </p:anim>
                                  </p:childTnLst>
                                </p:cTn>
                              </p:par>
                              <p:par>
                                <p:cTn id="26" presetID="23" presetClass="entr" presetSubtype="272" fill="hold" grpId="0" nodeType="withEffect">
                                  <p:stCondLst>
                                    <p:cond delay="0"/>
                                  </p:stCondLst>
                                  <p:childTnLst>
                                    <p:set>
                                      <p:cBhvr>
                                        <p:cTn id="27" dur="1" fill="hold">
                                          <p:stCondLst>
                                            <p:cond delay="0"/>
                                          </p:stCondLst>
                                        </p:cTn>
                                        <p:tgtEl>
                                          <p:spTgt spid="138"/>
                                        </p:tgtEl>
                                        <p:attrNameLst>
                                          <p:attrName>style.visibility</p:attrName>
                                        </p:attrNameLst>
                                      </p:cBhvr>
                                      <p:to>
                                        <p:strVal val="visible"/>
                                      </p:to>
                                    </p:set>
                                    <p:anim calcmode="lin" valueType="num">
                                      <p:cBhvr>
                                        <p:cTn id="28" dur="500" fill="hold"/>
                                        <p:tgtEl>
                                          <p:spTgt spid="138"/>
                                        </p:tgtEl>
                                        <p:attrNameLst>
                                          <p:attrName>ppt_w</p:attrName>
                                        </p:attrNameLst>
                                      </p:cBhvr>
                                      <p:tavLst>
                                        <p:tav tm="0">
                                          <p:val>
                                            <p:strVal val="2/3*#ppt_w"/>
                                          </p:val>
                                        </p:tav>
                                        <p:tav tm="100000">
                                          <p:val>
                                            <p:strVal val="#ppt_w"/>
                                          </p:val>
                                        </p:tav>
                                      </p:tavLst>
                                    </p:anim>
                                    <p:anim calcmode="lin" valueType="num">
                                      <p:cBhvr>
                                        <p:cTn id="29" dur="500" fill="hold"/>
                                        <p:tgtEl>
                                          <p:spTgt spid="138"/>
                                        </p:tgtEl>
                                        <p:attrNameLst>
                                          <p:attrName>ppt_h</p:attrName>
                                        </p:attrNameLst>
                                      </p:cBhvr>
                                      <p:tavLst>
                                        <p:tav tm="0">
                                          <p:val>
                                            <p:strVal val="2/3*#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grpId="0" nodeType="clickEffect">
                                  <p:stCondLst>
                                    <p:cond delay="0"/>
                                  </p:stCondLst>
                                  <p:childTnLst>
                                    <p:set>
                                      <p:cBhvr>
                                        <p:cTn id="33" dur="1" fill="hold">
                                          <p:stCondLst>
                                            <p:cond delay="0"/>
                                          </p:stCondLst>
                                        </p:cTn>
                                        <p:tgtEl>
                                          <p:spTgt spid="476312"/>
                                        </p:tgtEl>
                                        <p:attrNameLst>
                                          <p:attrName>style.visibility</p:attrName>
                                        </p:attrNameLst>
                                      </p:cBhvr>
                                      <p:to>
                                        <p:strVal val="visible"/>
                                      </p:to>
                                    </p:set>
                                    <p:anim calcmode="lin" valueType="num">
                                      <p:cBhvr additive="base">
                                        <p:cTn id="34" dur="500"/>
                                        <p:tgtEl>
                                          <p:spTgt spid="476312"/>
                                        </p:tgtEl>
                                        <p:attrNameLst>
                                          <p:attrName>ppt_y</p:attrName>
                                        </p:attrNameLst>
                                      </p:cBhvr>
                                      <p:tavLst>
                                        <p:tav tm="0">
                                          <p:val>
                                            <p:strVal val="#ppt_y+#ppt_h*1.125000"/>
                                          </p:val>
                                        </p:tav>
                                        <p:tav tm="100000">
                                          <p:val>
                                            <p:strVal val="#ppt_y"/>
                                          </p:val>
                                        </p:tav>
                                      </p:tavLst>
                                    </p:anim>
                                    <p:animEffect transition="in" filter="wipe(up)">
                                      <p:cBhvr>
                                        <p:cTn id="35" dur="500"/>
                                        <p:tgtEl>
                                          <p:spTgt spid="4763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9"/>
                                        </p:tgtEl>
                                        <p:attrNameLst>
                                          <p:attrName>style.visibility</p:attrName>
                                        </p:attrNameLst>
                                      </p:cBhvr>
                                      <p:to>
                                        <p:strVal val="visible"/>
                                      </p:to>
                                    </p:set>
                                    <p:animEffect transition="in" filter="wipe(left)">
                                      <p:cBhvr>
                                        <p:cTn id="40" dur="500"/>
                                        <p:tgtEl>
                                          <p:spTgt spid="139"/>
                                        </p:tgtEl>
                                      </p:cBhvr>
                                    </p:animEffect>
                                  </p:childTnLst>
                                </p:cTn>
                              </p:par>
                            </p:childTnLst>
                          </p:cTn>
                        </p:par>
                        <p:par>
                          <p:cTn id="41" fill="hold" nodeType="withGroup">
                            <p:stCondLst>
                              <p:cond delay="500"/>
                            </p:stCondLst>
                            <p:childTnLst>
                              <p:par>
                                <p:cTn id="42" presetID="23" presetClass="entr" presetSubtype="272" fill="hold" grpId="0" nodeType="afterEffect">
                                  <p:stCondLst>
                                    <p:cond delay="0"/>
                                  </p:stCondLst>
                                  <p:childTnLst>
                                    <p:set>
                                      <p:cBhvr>
                                        <p:cTn id="43" dur="1" fill="hold">
                                          <p:stCondLst>
                                            <p:cond delay="0"/>
                                          </p:stCondLst>
                                        </p:cTn>
                                        <p:tgtEl>
                                          <p:spTgt spid="23687"/>
                                        </p:tgtEl>
                                        <p:attrNameLst>
                                          <p:attrName>style.visibility</p:attrName>
                                        </p:attrNameLst>
                                      </p:cBhvr>
                                      <p:to>
                                        <p:strVal val="visible"/>
                                      </p:to>
                                    </p:set>
                                    <p:anim calcmode="lin" valueType="num">
                                      <p:cBhvr>
                                        <p:cTn id="44" dur="500" fill="hold"/>
                                        <p:tgtEl>
                                          <p:spTgt spid="23687"/>
                                        </p:tgtEl>
                                        <p:attrNameLst>
                                          <p:attrName>ppt_w</p:attrName>
                                        </p:attrNameLst>
                                      </p:cBhvr>
                                      <p:tavLst>
                                        <p:tav tm="0">
                                          <p:val>
                                            <p:strVal val="2/3*#ppt_w"/>
                                          </p:val>
                                        </p:tav>
                                        <p:tav tm="100000">
                                          <p:val>
                                            <p:strVal val="#ppt_w"/>
                                          </p:val>
                                        </p:tav>
                                      </p:tavLst>
                                    </p:anim>
                                    <p:anim calcmode="lin" valueType="num">
                                      <p:cBhvr>
                                        <p:cTn id="45" dur="500" fill="hold"/>
                                        <p:tgtEl>
                                          <p:spTgt spid="23687"/>
                                        </p:tgtEl>
                                        <p:attrNameLst>
                                          <p:attrName>ppt_h</p:attrName>
                                        </p:attrNameLst>
                                      </p:cBhvr>
                                      <p:tavLst>
                                        <p:tav tm="0">
                                          <p:val>
                                            <p:strVal val="2/3*#ppt_h"/>
                                          </p:val>
                                        </p:tav>
                                        <p:tav tm="100000">
                                          <p:val>
                                            <p:strVal val="#ppt_h"/>
                                          </p:val>
                                        </p:tav>
                                      </p:tavLst>
                                    </p:anim>
                                  </p:childTnLst>
                                </p:cTn>
                              </p:par>
                              <p:par>
                                <p:cTn id="46" presetID="23" presetClass="entr" presetSubtype="272" fill="hold" grpId="0" nodeType="withEffect">
                                  <p:stCondLst>
                                    <p:cond delay="0"/>
                                  </p:stCondLst>
                                  <p:childTnLst>
                                    <p:set>
                                      <p:cBhvr>
                                        <p:cTn id="47" dur="1" fill="hold">
                                          <p:stCondLst>
                                            <p:cond delay="0"/>
                                          </p:stCondLst>
                                        </p:cTn>
                                        <p:tgtEl>
                                          <p:spTgt spid="23686"/>
                                        </p:tgtEl>
                                        <p:attrNameLst>
                                          <p:attrName>style.visibility</p:attrName>
                                        </p:attrNameLst>
                                      </p:cBhvr>
                                      <p:to>
                                        <p:strVal val="visible"/>
                                      </p:to>
                                    </p:set>
                                    <p:anim calcmode="lin" valueType="num">
                                      <p:cBhvr>
                                        <p:cTn id="48" dur="500" fill="hold"/>
                                        <p:tgtEl>
                                          <p:spTgt spid="23686"/>
                                        </p:tgtEl>
                                        <p:attrNameLst>
                                          <p:attrName>ppt_w</p:attrName>
                                        </p:attrNameLst>
                                      </p:cBhvr>
                                      <p:tavLst>
                                        <p:tav tm="0">
                                          <p:val>
                                            <p:strVal val="2/3*#ppt_w"/>
                                          </p:val>
                                        </p:tav>
                                        <p:tav tm="100000">
                                          <p:val>
                                            <p:strVal val="#ppt_w"/>
                                          </p:val>
                                        </p:tav>
                                      </p:tavLst>
                                    </p:anim>
                                    <p:anim calcmode="lin" valueType="num">
                                      <p:cBhvr>
                                        <p:cTn id="49" dur="500" fill="hold"/>
                                        <p:tgtEl>
                                          <p:spTgt spid="23686"/>
                                        </p:tgtEl>
                                        <p:attrNameLst>
                                          <p:attrName>ppt_h</p:attrName>
                                        </p:attrNameLst>
                                      </p:cBhvr>
                                      <p:tavLst>
                                        <p:tav tm="0">
                                          <p:val>
                                            <p:strVal val="2/3*#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5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up)">
                                      <p:cBhvr>
                                        <p:cTn id="59" dur="5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7210"/>
                                        </p:tgtEl>
                                        <p:attrNameLst>
                                          <p:attrName>style.visibility</p:attrName>
                                        </p:attrNameLst>
                                      </p:cBhvr>
                                      <p:to>
                                        <p:strVal val="visible"/>
                                      </p:to>
                                    </p:set>
                                    <p:animEffect transition="in" filter="wipe(left)">
                                      <p:cBhvr>
                                        <p:cTn id="64" dur="500"/>
                                        <p:tgtEl>
                                          <p:spTgt spid="7210"/>
                                        </p:tgtEl>
                                      </p:cBhvr>
                                    </p:animEffect>
                                  </p:childTnLst>
                                </p:cTn>
                              </p:par>
                            </p:childTnLst>
                          </p:cTn>
                        </p:par>
                        <p:par>
                          <p:cTn id="65" fill="hold" nodeType="withGroup">
                            <p:stCondLst>
                              <p:cond delay="500"/>
                            </p:stCondLst>
                            <p:childTnLst>
                              <p:par>
                                <p:cTn id="66" presetID="22" presetClass="entr" presetSubtype="8" fill="hold" nodeType="afterEffect">
                                  <p:stCondLst>
                                    <p:cond delay="0"/>
                                  </p:stCondLst>
                                  <p:childTnLst>
                                    <p:set>
                                      <p:cBhvr>
                                        <p:cTn id="67" dur="1" fill="hold">
                                          <p:stCondLst>
                                            <p:cond delay="0"/>
                                          </p:stCondLst>
                                        </p:cTn>
                                        <p:tgtEl>
                                          <p:spTgt spid="4"/>
                                        </p:tgtEl>
                                        <p:attrNameLst>
                                          <p:attrName>style.visibility</p:attrName>
                                        </p:attrNameLst>
                                      </p:cBhvr>
                                      <p:to>
                                        <p:strVal val="visible"/>
                                      </p:to>
                                    </p:set>
                                    <p:animEffect transition="in" filter="wipe(left)">
                                      <p:cBhvr>
                                        <p:cTn id="68" dur="500"/>
                                        <p:tgtEl>
                                          <p:spTgt spid="4"/>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grpId="0" nodeType="clickEffect">
                                  <p:stCondLst>
                                    <p:cond delay="0"/>
                                  </p:stCondLst>
                                  <p:childTnLst>
                                    <p:set>
                                      <p:cBhvr>
                                        <p:cTn id="72" dur="1" fill="hold">
                                          <p:stCondLst>
                                            <p:cond delay="0"/>
                                          </p:stCondLst>
                                        </p:cTn>
                                        <p:tgtEl>
                                          <p:spTgt spid="5"/>
                                        </p:tgtEl>
                                        <p:attrNameLst>
                                          <p:attrName>style.visibility</p:attrName>
                                        </p:attrNameLst>
                                      </p:cBhvr>
                                      <p:to>
                                        <p:strVal val="visible"/>
                                      </p:to>
                                    </p:set>
                                    <p:animEffect transition="in" filter="barn(outVertical)">
                                      <p:cBhvr>
                                        <p:cTn id="73" dur="500"/>
                                        <p:tgtEl>
                                          <p:spTgt spid="5"/>
                                        </p:tgtEl>
                                      </p:cBhvr>
                                    </p:animEffect>
                                  </p:childTnLst>
                                </p:cTn>
                              </p:par>
                            </p:childTnLst>
                          </p:cTn>
                        </p:par>
                      </p:childTnLst>
                    </p:cTn>
                  </p:par>
                  <p:par>
                    <p:cTn id="74" fill="hold">
                      <p:stCondLst>
                        <p:cond delay="indefinite"/>
                      </p:stCondLst>
                      <p:childTnLst>
                        <p:par>
                          <p:cTn id="75" fill="hold">
                            <p:stCondLst>
                              <p:cond delay="0"/>
                            </p:stCondLst>
                            <p:childTnLst>
                              <p:par>
                                <p:cTn id="76" presetID="12" presetClass="entr" presetSubtype="4" fill="hold" grpId="0" nodeType="clickEffect">
                                  <p:stCondLst>
                                    <p:cond delay="0"/>
                                  </p:stCondLst>
                                  <p:childTnLst>
                                    <p:set>
                                      <p:cBhvr>
                                        <p:cTn id="77" dur="1" fill="hold">
                                          <p:stCondLst>
                                            <p:cond delay="0"/>
                                          </p:stCondLst>
                                        </p:cTn>
                                        <p:tgtEl>
                                          <p:spTgt spid="3"/>
                                        </p:tgtEl>
                                        <p:attrNameLst>
                                          <p:attrName>style.visibility</p:attrName>
                                        </p:attrNameLst>
                                      </p:cBhvr>
                                      <p:to>
                                        <p:strVal val="visible"/>
                                      </p:to>
                                    </p:set>
                                    <p:anim calcmode="lin" valueType="num">
                                      <p:cBhvr additive="base">
                                        <p:cTn id="78" dur="500"/>
                                        <p:tgtEl>
                                          <p:spTgt spid="3"/>
                                        </p:tgtEl>
                                        <p:attrNameLst>
                                          <p:attrName>ppt_y</p:attrName>
                                        </p:attrNameLst>
                                      </p:cBhvr>
                                      <p:tavLst>
                                        <p:tav tm="0">
                                          <p:val>
                                            <p:strVal val="#ppt_y+#ppt_h*1.125000"/>
                                          </p:val>
                                        </p:tav>
                                        <p:tav tm="100000">
                                          <p:val>
                                            <p:strVal val="#ppt_y"/>
                                          </p:val>
                                        </p:tav>
                                      </p:tavLst>
                                    </p:anim>
                                    <p:animEffect transition="in" filter="wipe(up)">
                                      <p:cBhvr>
                                        <p:cTn id="79" dur="500"/>
                                        <p:tgtEl>
                                          <p:spTgt spid="3"/>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4" fill="hold" grpId="0" nodeType="clickEffect">
                                  <p:stCondLst>
                                    <p:cond delay="0"/>
                                  </p:stCondLst>
                                  <p:childTnLst>
                                    <p:set>
                                      <p:cBhvr>
                                        <p:cTn id="83" dur="1" fill="hold">
                                          <p:stCondLst>
                                            <p:cond delay="0"/>
                                          </p:stCondLst>
                                        </p:cTn>
                                        <p:tgtEl>
                                          <p:spTgt spid="10"/>
                                        </p:tgtEl>
                                        <p:attrNameLst>
                                          <p:attrName>style.visibility</p:attrName>
                                        </p:attrNameLst>
                                      </p:cBhvr>
                                      <p:to>
                                        <p:strVal val="visible"/>
                                      </p:to>
                                    </p:set>
                                    <p:anim calcmode="lin" valueType="num">
                                      <p:cBhvr additive="base">
                                        <p:cTn id="84" dur="500"/>
                                        <p:tgtEl>
                                          <p:spTgt spid="10"/>
                                        </p:tgtEl>
                                        <p:attrNameLst>
                                          <p:attrName>ppt_y</p:attrName>
                                        </p:attrNameLst>
                                      </p:cBhvr>
                                      <p:tavLst>
                                        <p:tav tm="0">
                                          <p:val>
                                            <p:strVal val="#ppt_y+#ppt_h*1.125000"/>
                                          </p:val>
                                        </p:tav>
                                        <p:tav tm="100000">
                                          <p:val>
                                            <p:strVal val="#ppt_y"/>
                                          </p:val>
                                        </p:tav>
                                      </p:tavLst>
                                    </p:anim>
                                    <p:animEffect transition="in" filter="wipe(up)">
                                      <p:cBhvr>
                                        <p:cTn id="85" dur="500"/>
                                        <p:tgtEl>
                                          <p:spTgt spid="1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3"/>
                                        </p:tgtEl>
                                        <p:attrNameLst>
                                          <p:attrName>style.visibility</p:attrName>
                                        </p:attrNameLst>
                                      </p:cBhvr>
                                      <p:to>
                                        <p:strVal val="visible"/>
                                      </p:to>
                                    </p:set>
                                    <p:animEffect transition="in" filter="wipe(left)">
                                      <p:cBhvr>
                                        <p:cTn id="90" dur="500"/>
                                        <p:tgtEl>
                                          <p:spTgt spid="13"/>
                                        </p:tgtEl>
                                      </p:cBhvr>
                                    </p:animEffect>
                                  </p:childTnLst>
                                </p:cTn>
                              </p:par>
                            </p:childTnLst>
                          </p:cTn>
                        </p:par>
                        <p:par>
                          <p:cTn id="91" fill="hold">
                            <p:stCondLst>
                              <p:cond delay="500"/>
                            </p:stCondLst>
                            <p:childTnLst>
                              <p:par>
                                <p:cTn id="92" presetID="22" presetClass="entr" presetSubtype="1" fill="hold" grpId="0" nodeType="afterEffect">
                                  <p:stCondLst>
                                    <p:cond delay="0"/>
                                  </p:stCondLst>
                                  <p:childTnLst>
                                    <p:set>
                                      <p:cBhvr>
                                        <p:cTn id="93" dur="1" fill="hold">
                                          <p:stCondLst>
                                            <p:cond delay="0"/>
                                          </p:stCondLst>
                                        </p:cTn>
                                        <p:tgtEl>
                                          <p:spTgt spid="128"/>
                                        </p:tgtEl>
                                        <p:attrNameLst>
                                          <p:attrName>style.visibility</p:attrName>
                                        </p:attrNameLst>
                                      </p:cBhvr>
                                      <p:to>
                                        <p:strVal val="visible"/>
                                      </p:to>
                                    </p:set>
                                    <p:animEffect transition="in" filter="wipe(up)">
                                      <p:cBhvr>
                                        <p:cTn id="94" dur="500"/>
                                        <p:tgtEl>
                                          <p:spTgt spid="128"/>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6"/>
                                        </p:tgtEl>
                                        <p:attrNameLst>
                                          <p:attrName>style.visibility</p:attrName>
                                        </p:attrNameLst>
                                      </p:cBhvr>
                                      <p:to>
                                        <p:strVal val="visible"/>
                                      </p:to>
                                    </p:set>
                                    <p:animEffect transition="in" filter="wipe(left)">
                                      <p:cBhvr>
                                        <p:cTn id="9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210" grpId="0" animBg="1"/>
      <p:bldP spid="476262" grpId="0" animBg="1"/>
      <p:bldP spid="476312" grpId="0"/>
      <p:bldP spid="23686" grpId="0"/>
      <p:bldP spid="23687" grpId="0"/>
      <p:bldP spid="461936" grpId="0" animBg="1"/>
      <p:bldP spid="7194" grpId="0" animBg="1"/>
      <p:bldP spid="9" grpId="0"/>
      <p:bldP spid="138" grpId="0"/>
      <p:bldP spid="139" grpId="0" animBg="1"/>
      <p:bldP spid="128" grpId="0" animBg="1"/>
      <p:bldP spid="3" grpId="0"/>
      <p:bldP spid="10" grpId="0"/>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85" name="Group 133"/>
          <p:cNvGrpSpPr>
            <a:grpSpLocks/>
          </p:cNvGrpSpPr>
          <p:nvPr/>
        </p:nvGrpSpPr>
        <p:grpSpPr bwMode="auto">
          <a:xfrm>
            <a:off x="1577975" y="879475"/>
            <a:ext cx="3333750" cy="1736725"/>
            <a:chOff x="994" y="2332"/>
            <a:chExt cx="2100" cy="1094"/>
          </a:xfrm>
        </p:grpSpPr>
        <p:sp>
          <p:nvSpPr>
            <p:cNvPr id="7215" name="Freeform 105"/>
            <p:cNvSpPr>
              <a:spLocks/>
            </p:cNvSpPr>
            <p:nvPr/>
          </p:nvSpPr>
          <p:spPr bwMode="auto">
            <a:xfrm>
              <a:off x="994" y="2507"/>
              <a:ext cx="1663" cy="598"/>
            </a:xfrm>
            <a:custGeom>
              <a:avLst/>
              <a:gdLst>
                <a:gd name="T0" fmla="*/ 173038 w 1663"/>
                <a:gd name="T1" fmla="*/ 266700 h 598"/>
                <a:gd name="T2" fmla="*/ 0 w 1663"/>
                <a:gd name="T3" fmla="*/ 660400 h 598"/>
                <a:gd name="T4" fmla="*/ 207963 w 1663"/>
                <a:gd name="T5" fmla="*/ 949325 h 598"/>
                <a:gd name="T6" fmla="*/ 2640013 w 1663"/>
                <a:gd name="T7" fmla="*/ 938213 h 598"/>
                <a:gd name="T8" fmla="*/ 2640013 w 1663"/>
                <a:gd name="T9" fmla="*/ 0 h 598"/>
                <a:gd name="T10" fmla="*/ 2141538 w 1663"/>
                <a:gd name="T11" fmla="*/ 277812 h 598"/>
                <a:gd name="T12" fmla="*/ 752475 w 1663"/>
                <a:gd name="T13" fmla="*/ 150812 h 598"/>
                <a:gd name="T14" fmla="*/ 173038 w 1663"/>
                <a:gd name="T15" fmla="*/ 266700 h 598"/>
                <a:gd name="T16" fmla="*/ 0 60000 65536"/>
                <a:gd name="T17" fmla="*/ 0 60000 65536"/>
                <a:gd name="T18" fmla="*/ 0 60000 65536"/>
                <a:gd name="T19" fmla="*/ 0 60000 65536"/>
                <a:gd name="T20" fmla="*/ 0 60000 65536"/>
                <a:gd name="T21" fmla="*/ 0 60000 65536"/>
                <a:gd name="T22" fmla="*/ 0 60000 65536"/>
                <a:gd name="T23" fmla="*/ 0 60000 65536"/>
                <a:gd name="T24" fmla="*/ 0 w 1663"/>
                <a:gd name="T25" fmla="*/ 0 h 598"/>
                <a:gd name="T26" fmla="*/ 1663 w 1663"/>
                <a:gd name="T27" fmla="*/ 598 h 5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63" h="598">
                  <a:moveTo>
                    <a:pt x="109" y="168"/>
                  </a:moveTo>
                  <a:lnTo>
                    <a:pt x="0" y="416"/>
                  </a:lnTo>
                  <a:lnTo>
                    <a:pt x="131" y="598"/>
                  </a:lnTo>
                  <a:lnTo>
                    <a:pt x="1663" y="591"/>
                  </a:lnTo>
                  <a:lnTo>
                    <a:pt x="1663" y="0"/>
                  </a:lnTo>
                  <a:lnTo>
                    <a:pt x="1349" y="175"/>
                  </a:lnTo>
                  <a:lnTo>
                    <a:pt x="474" y="95"/>
                  </a:lnTo>
                  <a:lnTo>
                    <a:pt x="109" y="168"/>
                  </a:lnTo>
                  <a:close/>
                </a:path>
              </a:pathLst>
            </a:custGeom>
            <a:solidFill>
              <a:srgbClr val="CCFFCC"/>
            </a:solidFill>
            <a:ln w="38100">
              <a:solidFill>
                <a:srgbClr val="FF0000"/>
              </a:solidFill>
              <a:prstDash val="dash"/>
              <a:round/>
              <a:headEnd/>
              <a:tailEnd type="none" w="lg" len="lg"/>
            </a:ln>
          </p:spPr>
          <p:txBody>
            <a:bodyPr wrap="none" lIns="90000" tIns="82800" rIns="90000" bIns="82800">
              <a:spAutoFit/>
            </a:bodyPr>
            <a:lstStyle/>
            <a:p>
              <a:endParaRPr lang="es-ES"/>
            </a:p>
          </p:txBody>
        </p:sp>
        <p:sp>
          <p:nvSpPr>
            <p:cNvPr id="7216" name="Freeform 106"/>
            <p:cNvSpPr>
              <a:spLocks/>
            </p:cNvSpPr>
            <p:nvPr/>
          </p:nvSpPr>
          <p:spPr bwMode="auto">
            <a:xfrm>
              <a:off x="2729" y="2332"/>
              <a:ext cx="226" cy="533"/>
            </a:xfrm>
            <a:custGeom>
              <a:avLst/>
              <a:gdLst>
                <a:gd name="T0" fmla="*/ 174625 w 226"/>
                <a:gd name="T1" fmla="*/ 0 h 533"/>
                <a:gd name="T2" fmla="*/ 358775 w 226"/>
                <a:gd name="T3" fmla="*/ 196850 h 533"/>
                <a:gd name="T4" fmla="*/ 358775 w 226"/>
                <a:gd name="T5" fmla="*/ 717550 h 533"/>
                <a:gd name="T6" fmla="*/ 185737 w 226"/>
                <a:gd name="T7" fmla="*/ 846138 h 533"/>
                <a:gd name="T8" fmla="*/ 0 w 226"/>
                <a:gd name="T9" fmla="*/ 695325 h 533"/>
                <a:gd name="T10" fmla="*/ 0 w 226"/>
                <a:gd name="T11" fmla="*/ 174625 h 533"/>
                <a:gd name="T12" fmla="*/ 174625 w 226"/>
                <a:gd name="T13" fmla="*/ 0 h 533"/>
                <a:gd name="T14" fmla="*/ 0 60000 65536"/>
                <a:gd name="T15" fmla="*/ 0 60000 65536"/>
                <a:gd name="T16" fmla="*/ 0 60000 65536"/>
                <a:gd name="T17" fmla="*/ 0 60000 65536"/>
                <a:gd name="T18" fmla="*/ 0 60000 65536"/>
                <a:gd name="T19" fmla="*/ 0 60000 65536"/>
                <a:gd name="T20" fmla="*/ 0 60000 65536"/>
                <a:gd name="T21" fmla="*/ 0 w 226"/>
                <a:gd name="T22" fmla="*/ 0 h 533"/>
                <a:gd name="T23" fmla="*/ 226 w 226"/>
                <a:gd name="T24" fmla="*/ 533 h 5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533">
                  <a:moveTo>
                    <a:pt x="110" y="0"/>
                  </a:moveTo>
                  <a:lnTo>
                    <a:pt x="226" y="124"/>
                  </a:lnTo>
                  <a:lnTo>
                    <a:pt x="226" y="452"/>
                  </a:lnTo>
                  <a:lnTo>
                    <a:pt x="117" y="533"/>
                  </a:lnTo>
                  <a:lnTo>
                    <a:pt x="0" y="438"/>
                  </a:lnTo>
                  <a:lnTo>
                    <a:pt x="0" y="110"/>
                  </a:lnTo>
                  <a:lnTo>
                    <a:pt x="110" y="0"/>
                  </a:lnTo>
                  <a:close/>
                </a:path>
              </a:pathLst>
            </a:custGeom>
            <a:solidFill>
              <a:srgbClr val="CCFFCC"/>
            </a:solidFill>
            <a:ln w="38100">
              <a:solidFill>
                <a:srgbClr val="FF0000"/>
              </a:solidFill>
              <a:prstDash val="dash"/>
              <a:round/>
              <a:headEnd/>
              <a:tailEnd type="none" w="lg" len="lg"/>
            </a:ln>
          </p:spPr>
          <p:txBody>
            <a:bodyPr wrap="none" lIns="90000" tIns="82800" rIns="90000" bIns="82800">
              <a:spAutoFit/>
            </a:bodyPr>
            <a:lstStyle/>
            <a:p>
              <a:endParaRPr lang="es-ES"/>
            </a:p>
          </p:txBody>
        </p:sp>
        <p:sp>
          <p:nvSpPr>
            <p:cNvPr id="7217" name="Freeform 107"/>
            <p:cNvSpPr>
              <a:spLocks/>
            </p:cNvSpPr>
            <p:nvPr/>
          </p:nvSpPr>
          <p:spPr bwMode="auto">
            <a:xfrm>
              <a:off x="2343" y="2340"/>
              <a:ext cx="190" cy="291"/>
            </a:xfrm>
            <a:custGeom>
              <a:avLst/>
              <a:gdLst>
                <a:gd name="T0" fmla="*/ 150813 w 190"/>
                <a:gd name="T1" fmla="*/ 0 h 291"/>
                <a:gd name="T2" fmla="*/ 0 w 190"/>
                <a:gd name="T3" fmla="*/ 127000 h 291"/>
                <a:gd name="T4" fmla="*/ 0 w 190"/>
                <a:gd name="T5" fmla="*/ 461963 h 291"/>
                <a:gd name="T6" fmla="*/ 301625 w 190"/>
                <a:gd name="T7" fmla="*/ 393700 h 291"/>
                <a:gd name="T8" fmla="*/ 301625 w 190"/>
                <a:gd name="T9" fmla="*/ 149225 h 291"/>
                <a:gd name="T10" fmla="*/ 150813 w 190"/>
                <a:gd name="T11" fmla="*/ 0 h 291"/>
                <a:gd name="T12" fmla="*/ 0 60000 65536"/>
                <a:gd name="T13" fmla="*/ 0 60000 65536"/>
                <a:gd name="T14" fmla="*/ 0 60000 65536"/>
                <a:gd name="T15" fmla="*/ 0 60000 65536"/>
                <a:gd name="T16" fmla="*/ 0 60000 65536"/>
                <a:gd name="T17" fmla="*/ 0 60000 65536"/>
                <a:gd name="T18" fmla="*/ 0 w 190"/>
                <a:gd name="T19" fmla="*/ 0 h 291"/>
                <a:gd name="T20" fmla="*/ 190 w 190"/>
                <a:gd name="T21" fmla="*/ 291 h 291"/>
              </a:gdLst>
              <a:ahLst/>
              <a:cxnLst>
                <a:cxn ang="T12">
                  <a:pos x="T0" y="T1"/>
                </a:cxn>
                <a:cxn ang="T13">
                  <a:pos x="T2" y="T3"/>
                </a:cxn>
                <a:cxn ang="T14">
                  <a:pos x="T4" y="T5"/>
                </a:cxn>
                <a:cxn ang="T15">
                  <a:pos x="T6" y="T7"/>
                </a:cxn>
                <a:cxn ang="T16">
                  <a:pos x="T8" y="T9"/>
                </a:cxn>
                <a:cxn ang="T17">
                  <a:pos x="T10" y="T11"/>
                </a:cxn>
              </a:cxnLst>
              <a:rect l="T18" t="T19" r="T20" b="T21"/>
              <a:pathLst>
                <a:path w="190" h="291">
                  <a:moveTo>
                    <a:pt x="95" y="0"/>
                  </a:moveTo>
                  <a:lnTo>
                    <a:pt x="0" y="80"/>
                  </a:lnTo>
                  <a:lnTo>
                    <a:pt x="0" y="291"/>
                  </a:lnTo>
                  <a:lnTo>
                    <a:pt x="190" y="248"/>
                  </a:lnTo>
                  <a:lnTo>
                    <a:pt x="190" y="94"/>
                  </a:lnTo>
                  <a:lnTo>
                    <a:pt x="95" y="0"/>
                  </a:lnTo>
                  <a:close/>
                </a:path>
              </a:pathLst>
            </a:custGeom>
            <a:solidFill>
              <a:srgbClr val="CCFFCC"/>
            </a:solidFill>
            <a:ln w="38100">
              <a:solidFill>
                <a:srgbClr val="FF0000"/>
              </a:solidFill>
              <a:prstDash val="dash"/>
              <a:round/>
              <a:headEnd/>
              <a:tailEnd type="none" w="lg" len="lg"/>
            </a:ln>
          </p:spPr>
          <p:txBody>
            <a:bodyPr wrap="none" lIns="90000" tIns="82800" rIns="90000" bIns="82800">
              <a:spAutoFit/>
            </a:bodyPr>
            <a:lstStyle/>
            <a:p>
              <a:endParaRPr lang="es-ES"/>
            </a:p>
          </p:txBody>
        </p:sp>
        <p:sp>
          <p:nvSpPr>
            <p:cNvPr id="7218" name="Freeform 108"/>
            <p:cNvSpPr>
              <a:spLocks/>
            </p:cNvSpPr>
            <p:nvPr/>
          </p:nvSpPr>
          <p:spPr bwMode="auto">
            <a:xfrm>
              <a:off x="2766" y="2763"/>
              <a:ext cx="328" cy="663"/>
            </a:xfrm>
            <a:custGeom>
              <a:avLst/>
              <a:gdLst>
                <a:gd name="T0" fmla="*/ 150812 w 328"/>
                <a:gd name="T1" fmla="*/ 1052512 h 663"/>
                <a:gd name="T2" fmla="*/ 0 w 328"/>
                <a:gd name="T3" fmla="*/ 879475 h 663"/>
                <a:gd name="T4" fmla="*/ 0 w 328"/>
                <a:gd name="T5" fmla="*/ 242887 h 663"/>
                <a:gd name="T6" fmla="*/ 115888 w 328"/>
                <a:gd name="T7" fmla="*/ 254000 h 663"/>
                <a:gd name="T8" fmla="*/ 404812 w 328"/>
                <a:gd name="T9" fmla="*/ 0 h 663"/>
                <a:gd name="T10" fmla="*/ 520700 w 328"/>
                <a:gd name="T11" fmla="*/ 149225 h 663"/>
                <a:gd name="T12" fmla="*/ 277812 w 328"/>
                <a:gd name="T13" fmla="*/ 427037 h 663"/>
                <a:gd name="T14" fmla="*/ 277812 w 328"/>
                <a:gd name="T15" fmla="*/ 960437 h 663"/>
                <a:gd name="T16" fmla="*/ 150812 w 328"/>
                <a:gd name="T17" fmla="*/ 1052512 h 6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8"/>
                <a:gd name="T28" fmla="*/ 0 h 663"/>
                <a:gd name="T29" fmla="*/ 328 w 328"/>
                <a:gd name="T30" fmla="*/ 663 h 6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8" h="663">
                  <a:moveTo>
                    <a:pt x="95" y="663"/>
                  </a:moveTo>
                  <a:lnTo>
                    <a:pt x="0" y="554"/>
                  </a:lnTo>
                  <a:lnTo>
                    <a:pt x="0" y="153"/>
                  </a:lnTo>
                  <a:lnTo>
                    <a:pt x="73" y="160"/>
                  </a:lnTo>
                  <a:lnTo>
                    <a:pt x="255" y="0"/>
                  </a:lnTo>
                  <a:lnTo>
                    <a:pt x="328" y="94"/>
                  </a:lnTo>
                  <a:lnTo>
                    <a:pt x="175" y="269"/>
                  </a:lnTo>
                  <a:lnTo>
                    <a:pt x="175" y="605"/>
                  </a:lnTo>
                  <a:lnTo>
                    <a:pt x="95" y="663"/>
                  </a:lnTo>
                  <a:close/>
                </a:path>
              </a:pathLst>
            </a:custGeom>
            <a:solidFill>
              <a:srgbClr val="CCFFCC"/>
            </a:solidFill>
            <a:ln w="38100">
              <a:solidFill>
                <a:srgbClr val="FF0000"/>
              </a:solidFill>
              <a:prstDash val="dash"/>
              <a:round/>
              <a:headEnd/>
              <a:tailEnd type="none" w="lg" len="lg"/>
            </a:ln>
          </p:spPr>
          <p:txBody>
            <a:bodyPr wrap="none" lIns="90000" tIns="82800" rIns="90000" bIns="82800">
              <a:spAutoFit/>
            </a:bodyPr>
            <a:lstStyle/>
            <a:p>
              <a:endParaRPr lang="es-ES"/>
            </a:p>
          </p:txBody>
        </p:sp>
      </p:grpSp>
      <p:grpSp>
        <p:nvGrpSpPr>
          <p:cNvPr id="7171" name="Group 10"/>
          <p:cNvGrpSpPr>
            <a:grpSpLocks/>
          </p:cNvGrpSpPr>
          <p:nvPr/>
        </p:nvGrpSpPr>
        <p:grpSpPr bwMode="auto">
          <a:xfrm>
            <a:off x="1503364" y="347663"/>
            <a:ext cx="3821113" cy="2854325"/>
            <a:chOff x="2415" y="2535"/>
            <a:chExt cx="2407" cy="1798"/>
          </a:xfrm>
        </p:grpSpPr>
        <p:grpSp>
          <p:nvGrpSpPr>
            <p:cNvPr id="7219" name="Group 11"/>
            <p:cNvGrpSpPr>
              <a:grpSpLocks/>
            </p:cNvGrpSpPr>
            <p:nvPr/>
          </p:nvGrpSpPr>
          <p:grpSpPr bwMode="auto">
            <a:xfrm>
              <a:off x="2439" y="2724"/>
              <a:ext cx="2383" cy="1354"/>
              <a:chOff x="2439" y="2724"/>
              <a:chExt cx="2383" cy="1354"/>
            </a:xfrm>
          </p:grpSpPr>
          <p:sp>
            <p:nvSpPr>
              <p:cNvPr id="7232" name="Line 12"/>
              <p:cNvSpPr>
                <a:spLocks noChangeShapeType="1"/>
              </p:cNvSpPr>
              <p:nvPr/>
            </p:nvSpPr>
            <p:spPr bwMode="auto">
              <a:xfrm flipV="1">
                <a:off x="4322" y="3344"/>
                <a:ext cx="143" cy="14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7233" name="Group 13"/>
              <p:cNvGrpSpPr>
                <a:grpSpLocks/>
              </p:cNvGrpSpPr>
              <p:nvPr/>
            </p:nvGrpSpPr>
            <p:grpSpPr bwMode="auto">
              <a:xfrm>
                <a:off x="3898" y="3807"/>
                <a:ext cx="46" cy="269"/>
                <a:chOff x="5153" y="6274"/>
                <a:chExt cx="63" cy="360"/>
              </a:xfrm>
            </p:grpSpPr>
            <p:sp>
              <p:nvSpPr>
                <p:cNvPr id="7305" name="Line 14"/>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6" name="Line 15"/>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34" name="Line 16"/>
              <p:cNvSpPr>
                <a:spLocks noChangeShapeType="1"/>
              </p:cNvSpPr>
              <p:nvPr/>
            </p:nvSpPr>
            <p:spPr bwMode="auto">
              <a:xfrm>
                <a:off x="3238" y="2854"/>
                <a:ext cx="144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5" name="Line 17"/>
              <p:cNvSpPr>
                <a:spLocks noChangeShapeType="1"/>
              </p:cNvSpPr>
              <p:nvPr/>
            </p:nvSpPr>
            <p:spPr bwMode="auto">
              <a:xfrm rot="10800000">
                <a:off x="3238" y="3438"/>
                <a:ext cx="65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6" name="Line 18"/>
              <p:cNvSpPr>
                <a:spLocks noChangeShapeType="1"/>
              </p:cNvSpPr>
              <p:nvPr/>
            </p:nvSpPr>
            <p:spPr bwMode="auto">
              <a:xfrm>
                <a:off x="2446" y="2861"/>
                <a:ext cx="0" cy="107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7" name="Line 19"/>
              <p:cNvSpPr>
                <a:spLocks noChangeShapeType="1"/>
              </p:cNvSpPr>
              <p:nvPr/>
            </p:nvSpPr>
            <p:spPr bwMode="auto">
              <a:xfrm>
                <a:off x="3898" y="2854"/>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8" name="Line 20"/>
              <p:cNvSpPr>
                <a:spLocks noChangeShapeType="1"/>
              </p:cNvSpPr>
              <p:nvPr/>
            </p:nvSpPr>
            <p:spPr bwMode="auto">
              <a:xfrm>
                <a:off x="3891" y="3257"/>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9" name="Line 21"/>
              <p:cNvSpPr>
                <a:spLocks noChangeShapeType="1"/>
              </p:cNvSpPr>
              <p:nvPr/>
            </p:nvSpPr>
            <p:spPr bwMode="auto">
              <a:xfrm flipH="1">
                <a:off x="2446" y="2854"/>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0" name="Line 22"/>
              <p:cNvSpPr>
                <a:spLocks noChangeShapeType="1"/>
              </p:cNvSpPr>
              <p:nvPr/>
            </p:nvSpPr>
            <p:spPr bwMode="auto">
              <a:xfrm flipH="1">
                <a:off x="2439" y="344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1" name="Line 23"/>
              <p:cNvSpPr>
                <a:spLocks noChangeShapeType="1"/>
              </p:cNvSpPr>
              <p:nvPr/>
            </p:nvSpPr>
            <p:spPr bwMode="auto">
              <a:xfrm flipH="1">
                <a:off x="2446" y="395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2" name="Line 24"/>
              <p:cNvSpPr>
                <a:spLocks noChangeShapeType="1"/>
              </p:cNvSpPr>
              <p:nvPr/>
            </p:nvSpPr>
            <p:spPr bwMode="auto">
              <a:xfrm flipH="1">
                <a:off x="3238" y="3955"/>
                <a:ext cx="661"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3" name="Line 25"/>
              <p:cNvSpPr>
                <a:spLocks noChangeShapeType="1"/>
              </p:cNvSpPr>
              <p:nvPr/>
            </p:nvSpPr>
            <p:spPr bwMode="auto">
              <a:xfrm flipH="1">
                <a:off x="3946" y="3955"/>
                <a:ext cx="74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4" name="Oval 26"/>
              <p:cNvSpPr>
                <a:spLocks noChangeArrowheads="1"/>
              </p:cNvSpPr>
              <p:nvPr/>
            </p:nvSpPr>
            <p:spPr bwMode="auto">
              <a:xfrm>
                <a:off x="4287" y="3254"/>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5" name="Oval 27"/>
              <p:cNvSpPr>
                <a:spLocks noChangeArrowheads="1"/>
              </p:cNvSpPr>
              <p:nvPr/>
            </p:nvSpPr>
            <p:spPr bwMode="auto">
              <a:xfrm>
                <a:off x="3869" y="3257"/>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6" name="Oval 28"/>
              <p:cNvSpPr>
                <a:spLocks noChangeArrowheads="1"/>
              </p:cNvSpPr>
              <p:nvPr/>
            </p:nvSpPr>
            <p:spPr bwMode="auto">
              <a:xfrm>
                <a:off x="3869" y="3028"/>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7" name="Oval 29"/>
              <p:cNvSpPr>
                <a:spLocks noChangeArrowheads="1"/>
              </p:cNvSpPr>
              <p:nvPr/>
            </p:nvSpPr>
            <p:spPr bwMode="auto">
              <a:xfrm>
                <a:off x="4287" y="3483"/>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7248" name="Group 30"/>
              <p:cNvGrpSpPr>
                <a:grpSpLocks/>
              </p:cNvGrpSpPr>
              <p:nvPr/>
            </p:nvGrpSpPr>
            <p:grpSpPr bwMode="auto">
              <a:xfrm>
                <a:off x="2974" y="2724"/>
                <a:ext cx="264" cy="269"/>
                <a:chOff x="2214" y="9158"/>
                <a:chExt cx="1080" cy="360"/>
              </a:xfrm>
            </p:grpSpPr>
            <p:grpSp>
              <p:nvGrpSpPr>
                <p:cNvPr id="7293" name="Group 31"/>
                <p:cNvGrpSpPr>
                  <a:grpSpLocks/>
                </p:cNvGrpSpPr>
                <p:nvPr/>
              </p:nvGrpSpPr>
              <p:grpSpPr bwMode="auto">
                <a:xfrm>
                  <a:off x="2574" y="9158"/>
                  <a:ext cx="360" cy="360"/>
                  <a:chOff x="2214" y="9158"/>
                  <a:chExt cx="360" cy="360"/>
                </a:xfrm>
              </p:grpSpPr>
              <p:sp>
                <p:nvSpPr>
                  <p:cNvPr id="7302" name="Line 3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3" name="Line 3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4" name="Line 3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94" name="Group 35"/>
                <p:cNvGrpSpPr>
                  <a:grpSpLocks/>
                </p:cNvGrpSpPr>
                <p:nvPr/>
              </p:nvGrpSpPr>
              <p:grpSpPr bwMode="auto">
                <a:xfrm>
                  <a:off x="2934" y="9158"/>
                  <a:ext cx="360" cy="360"/>
                  <a:chOff x="2214" y="9158"/>
                  <a:chExt cx="360" cy="360"/>
                </a:xfrm>
              </p:grpSpPr>
              <p:sp>
                <p:nvSpPr>
                  <p:cNvPr id="7299" name="Line 3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0" name="Line 3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1" name="Line 3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95" name="Group 39"/>
                <p:cNvGrpSpPr>
                  <a:grpSpLocks/>
                </p:cNvGrpSpPr>
                <p:nvPr/>
              </p:nvGrpSpPr>
              <p:grpSpPr bwMode="auto">
                <a:xfrm>
                  <a:off x="2214" y="9158"/>
                  <a:ext cx="360" cy="360"/>
                  <a:chOff x="2214" y="9158"/>
                  <a:chExt cx="360" cy="360"/>
                </a:xfrm>
              </p:grpSpPr>
              <p:sp>
                <p:nvSpPr>
                  <p:cNvPr id="7296" name="Line 4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7" name="Line 4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8" name="Line 4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49" name="Group 43"/>
              <p:cNvGrpSpPr>
                <a:grpSpLocks/>
              </p:cNvGrpSpPr>
              <p:nvPr/>
            </p:nvGrpSpPr>
            <p:grpSpPr bwMode="auto">
              <a:xfrm>
                <a:off x="2974" y="3285"/>
                <a:ext cx="264" cy="269"/>
                <a:chOff x="2214" y="9158"/>
                <a:chExt cx="1080" cy="360"/>
              </a:xfrm>
            </p:grpSpPr>
            <p:grpSp>
              <p:nvGrpSpPr>
                <p:cNvPr id="7281" name="Group 44"/>
                <p:cNvGrpSpPr>
                  <a:grpSpLocks/>
                </p:cNvGrpSpPr>
                <p:nvPr/>
              </p:nvGrpSpPr>
              <p:grpSpPr bwMode="auto">
                <a:xfrm>
                  <a:off x="2574" y="9158"/>
                  <a:ext cx="360" cy="360"/>
                  <a:chOff x="2214" y="9158"/>
                  <a:chExt cx="360" cy="360"/>
                </a:xfrm>
              </p:grpSpPr>
              <p:sp>
                <p:nvSpPr>
                  <p:cNvPr id="7290" name="Line 4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1" name="Line 4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2" name="Line 4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82" name="Group 48"/>
                <p:cNvGrpSpPr>
                  <a:grpSpLocks/>
                </p:cNvGrpSpPr>
                <p:nvPr/>
              </p:nvGrpSpPr>
              <p:grpSpPr bwMode="auto">
                <a:xfrm>
                  <a:off x="2934" y="9158"/>
                  <a:ext cx="360" cy="360"/>
                  <a:chOff x="2214" y="9158"/>
                  <a:chExt cx="360" cy="360"/>
                </a:xfrm>
              </p:grpSpPr>
              <p:sp>
                <p:nvSpPr>
                  <p:cNvPr id="7287" name="Line 4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8" name="Line 5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9" name="Line 5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83" name="Group 52"/>
                <p:cNvGrpSpPr>
                  <a:grpSpLocks/>
                </p:cNvGrpSpPr>
                <p:nvPr/>
              </p:nvGrpSpPr>
              <p:grpSpPr bwMode="auto">
                <a:xfrm>
                  <a:off x="2214" y="9158"/>
                  <a:ext cx="360" cy="360"/>
                  <a:chOff x="2214" y="9158"/>
                  <a:chExt cx="360" cy="360"/>
                </a:xfrm>
              </p:grpSpPr>
              <p:sp>
                <p:nvSpPr>
                  <p:cNvPr id="7284" name="Line 5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5" name="Line 5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6" name="Line 5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50" name="Group 56"/>
              <p:cNvGrpSpPr>
                <a:grpSpLocks/>
              </p:cNvGrpSpPr>
              <p:nvPr/>
            </p:nvGrpSpPr>
            <p:grpSpPr bwMode="auto">
              <a:xfrm>
                <a:off x="2974" y="3809"/>
                <a:ext cx="264" cy="269"/>
                <a:chOff x="2214" y="9158"/>
                <a:chExt cx="1080" cy="360"/>
              </a:xfrm>
            </p:grpSpPr>
            <p:grpSp>
              <p:nvGrpSpPr>
                <p:cNvPr id="7269" name="Group 57"/>
                <p:cNvGrpSpPr>
                  <a:grpSpLocks/>
                </p:cNvGrpSpPr>
                <p:nvPr/>
              </p:nvGrpSpPr>
              <p:grpSpPr bwMode="auto">
                <a:xfrm>
                  <a:off x="2574" y="9158"/>
                  <a:ext cx="360" cy="360"/>
                  <a:chOff x="2214" y="9158"/>
                  <a:chExt cx="360" cy="360"/>
                </a:xfrm>
              </p:grpSpPr>
              <p:sp>
                <p:nvSpPr>
                  <p:cNvPr id="7278" name="Line 5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9" name="Line 5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0" name="Line 6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70" name="Group 61"/>
                <p:cNvGrpSpPr>
                  <a:grpSpLocks/>
                </p:cNvGrpSpPr>
                <p:nvPr/>
              </p:nvGrpSpPr>
              <p:grpSpPr bwMode="auto">
                <a:xfrm>
                  <a:off x="2934" y="9158"/>
                  <a:ext cx="360" cy="360"/>
                  <a:chOff x="2214" y="9158"/>
                  <a:chExt cx="360" cy="360"/>
                </a:xfrm>
              </p:grpSpPr>
              <p:sp>
                <p:nvSpPr>
                  <p:cNvPr id="7275" name="Line 6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6" name="Line 6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7" name="Line 6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71" name="Group 65"/>
                <p:cNvGrpSpPr>
                  <a:grpSpLocks/>
                </p:cNvGrpSpPr>
                <p:nvPr/>
              </p:nvGrpSpPr>
              <p:grpSpPr bwMode="auto">
                <a:xfrm>
                  <a:off x="2214" y="9158"/>
                  <a:ext cx="360" cy="360"/>
                  <a:chOff x="2214" y="9158"/>
                  <a:chExt cx="360" cy="360"/>
                </a:xfrm>
              </p:grpSpPr>
              <p:sp>
                <p:nvSpPr>
                  <p:cNvPr id="7272" name="Line 6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3" name="Line 6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4" name="Line 6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51" name="Group 69"/>
              <p:cNvGrpSpPr>
                <a:grpSpLocks/>
              </p:cNvGrpSpPr>
              <p:nvPr/>
            </p:nvGrpSpPr>
            <p:grpSpPr bwMode="auto">
              <a:xfrm rot="5400000">
                <a:off x="4555" y="3281"/>
                <a:ext cx="269" cy="264"/>
                <a:chOff x="2214" y="9158"/>
                <a:chExt cx="1080" cy="360"/>
              </a:xfrm>
            </p:grpSpPr>
            <p:grpSp>
              <p:nvGrpSpPr>
                <p:cNvPr id="7257" name="Group 70"/>
                <p:cNvGrpSpPr>
                  <a:grpSpLocks/>
                </p:cNvGrpSpPr>
                <p:nvPr/>
              </p:nvGrpSpPr>
              <p:grpSpPr bwMode="auto">
                <a:xfrm>
                  <a:off x="2574" y="9158"/>
                  <a:ext cx="360" cy="360"/>
                  <a:chOff x="2214" y="9158"/>
                  <a:chExt cx="360" cy="360"/>
                </a:xfrm>
              </p:grpSpPr>
              <p:sp>
                <p:nvSpPr>
                  <p:cNvPr id="7266" name="Line 7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7" name="Line 7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8" name="Line 7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58" name="Group 74"/>
                <p:cNvGrpSpPr>
                  <a:grpSpLocks/>
                </p:cNvGrpSpPr>
                <p:nvPr/>
              </p:nvGrpSpPr>
              <p:grpSpPr bwMode="auto">
                <a:xfrm>
                  <a:off x="2934" y="9158"/>
                  <a:ext cx="360" cy="360"/>
                  <a:chOff x="2214" y="9158"/>
                  <a:chExt cx="360" cy="360"/>
                </a:xfrm>
              </p:grpSpPr>
              <p:sp>
                <p:nvSpPr>
                  <p:cNvPr id="7263" name="Line 7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4" name="Line 7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5" name="Line 7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59" name="Group 78"/>
                <p:cNvGrpSpPr>
                  <a:grpSpLocks/>
                </p:cNvGrpSpPr>
                <p:nvPr/>
              </p:nvGrpSpPr>
              <p:grpSpPr bwMode="auto">
                <a:xfrm>
                  <a:off x="2214" y="9158"/>
                  <a:ext cx="360" cy="360"/>
                  <a:chOff x="2214" y="9158"/>
                  <a:chExt cx="360" cy="360"/>
                </a:xfrm>
              </p:grpSpPr>
              <p:sp>
                <p:nvSpPr>
                  <p:cNvPr id="7260" name="Line 7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1" name="Line 8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2" name="Line 8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7252" name="Line 82"/>
              <p:cNvSpPr>
                <a:spLocks noChangeShapeType="1"/>
              </p:cNvSpPr>
              <p:nvPr/>
            </p:nvSpPr>
            <p:spPr bwMode="auto">
              <a:xfrm>
                <a:off x="4690"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3" name="Line 83"/>
              <p:cNvSpPr>
                <a:spLocks noChangeShapeType="1"/>
              </p:cNvSpPr>
              <p:nvPr/>
            </p:nvSpPr>
            <p:spPr bwMode="auto">
              <a:xfrm>
                <a:off x="4690" y="3549"/>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4" name="Line 84"/>
              <p:cNvSpPr>
                <a:spLocks noChangeShapeType="1"/>
              </p:cNvSpPr>
              <p:nvPr/>
            </p:nvSpPr>
            <p:spPr bwMode="auto">
              <a:xfrm flipV="1">
                <a:off x="4305"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5" name="Line 85"/>
              <p:cNvSpPr>
                <a:spLocks noChangeShapeType="1"/>
              </p:cNvSpPr>
              <p:nvPr/>
            </p:nvSpPr>
            <p:spPr bwMode="auto">
              <a:xfrm>
                <a:off x="4313" y="3541"/>
                <a:ext cx="0" cy="40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6" name="Line 86"/>
              <p:cNvSpPr>
                <a:spLocks noChangeShapeType="1"/>
              </p:cNvSpPr>
              <p:nvPr/>
            </p:nvSpPr>
            <p:spPr bwMode="auto">
              <a:xfrm flipV="1">
                <a:off x="3919" y="3115"/>
                <a:ext cx="132" cy="13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20" name="Text Box 87"/>
            <p:cNvSpPr txBox="1">
              <a:spLocks noChangeArrowheads="1"/>
            </p:cNvSpPr>
            <p:nvPr/>
          </p:nvSpPr>
          <p:spPr bwMode="auto">
            <a:xfrm>
              <a:off x="3815" y="4003"/>
              <a:ext cx="2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7221" name="Rectangle 88"/>
            <p:cNvSpPr>
              <a:spLocks noChangeArrowheads="1"/>
            </p:cNvSpPr>
            <p:nvPr/>
          </p:nvSpPr>
          <p:spPr bwMode="auto">
            <a:xfrm>
              <a:off x="2711" y="3618"/>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7222" name="Rectangle 89"/>
            <p:cNvSpPr>
              <a:spLocks noChangeArrowheads="1"/>
            </p:cNvSpPr>
            <p:nvPr/>
          </p:nvSpPr>
          <p:spPr bwMode="auto">
            <a:xfrm>
              <a:off x="2701" y="3106"/>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7223" name="Rectangle 90"/>
            <p:cNvSpPr>
              <a:spLocks noChangeArrowheads="1"/>
            </p:cNvSpPr>
            <p:nvPr/>
          </p:nvSpPr>
          <p:spPr bwMode="auto">
            <a:xfrm>
              <a:off x="2699" y="2535"/>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7224" name="Rectangle 91"/>
            <p:cNvSpPr>
              <a:spLocks noChangeArrowheads="1"/>
            </p:cNvSpPr>
            <p:nvPr/>
          </p:nvSpPr>
          <p:spPr bwMode="auto">
            <a:xfrm>
              <a:off x="4399" y="2964"/>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grpSp>
          <p:nvGrpSpPr>
            <p:cNvPr id="7225" name="Group 92"/>
            <p:cNvGrpSpPr>
              <a:grpSpLocks/>
            </p:cNvGrpSpPr>
            <p:nvPr/>
          </p:nvGrpSpPr>
          <p:grpSpPr bwMode="auto">
            <a:xfrm>
              <a:off x="4217" y="3959"/>
              <a:ext cx="200" cy="237"/>
              <a:chOff x="8088" y="15201"/>
              <a:chExt cx="340" cy="280"/>
            </a:xfrm>
          </p:grpSpPr>
          <p:sp>
            <p:nvSpPr>
              <p:cNvPr id="7228" name="Line 93"/>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9" name="Line 94"/>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0" name="Line 95"/>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1" name="Line 96"/>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26" name="Oval 97"/>
            <p:cNvSpPr>
              <a:spLocks noChangeArrowheads="1"/>
            </p:cNvSpPr>
            <p:nvPr/>
          </p:nvSpPr>
          <p:spPr bwMode="auto">
            <a:xfrm>
              <a:off x="4285" y="3911"/>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27" name="Oval 98"/>
            <p:cNvSpPr>
              <a:spLocks noChangeArrowheads="1"/>
            </p:cNvSpPr>
            <p:nvPr/>
          </p:nvSpPr>
          <p:spPr bwMode="auto">
            <a:xfrm>
              <a:off x="2415" y="3414"/>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7172" name="Rectangle 99"/>
          <p:cNvSpPr>
            <a:spLocks noChangeArrowheads="1"/>
          </p:cNvSpPr>
          <p:nvPr/>
        </p:nvSpPr>
        <p:spPr bwMode="auto">
          <a:xfrm>
            <a:off x="1149350" y="148907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7173" name="Rectangle 100"/>
          <p:cNvSpPr>
            <a:spLocks noChangeArrowheads="1"/>
          </p:cNvSpPr>
          <p:nvPr/>
        </p:nvSpPr>
        <p:spPr bwMode="auto">
          <a:xfrm>
            <a:off x="4595813" y="2155825"/>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grpSp>
        <p:nvGrpSpPr>
          <p:cNvPr id="6" name="Grupo 5"/>
          <p:cNvGrpSpPr>
            <a:grpSpLocks/>
          </p:cNvGrpSpPr>
          <p:nvPr/>
        </p:nvGrpSpPr>
        <p:grpSpPr bwMode="auto">
          <a:xfrm>
            <a:off x="3659234" y="4282118"/>
            <a:ext cx="1444333" cy="587441"/>
            <a:chOff x="4343401" y="4641819"/>
            <a:chExt cx="1444332" cy="587441"/>
          </a:xfrm>
        </p:grpSpPr>
        <p:sp>
          <p:nvSpPr>
            <p:cNvPr id="8" name="Text Box 139"/>
            <p:cNvSpPr txBox="1">
              <a:spLocks noChangeArrowheads="1"/>
            </p:cNvSpPr>
            <p:nvPr/>
          </p:nvSpPr>
          <p:spPr bwMode="auto">
            <a:xfrm>
              <a:off x="4843464" y="4641819"/>
              <a:ext cx="944269" cy="587441"/>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solidFill>
                    <a:srgbClr val="000000"/>
                  </a:solidFill>
                  <a:latin typeface="Arial" panose="020B0604020202020204" pitchFamily="34" charset="0"/>
                  <a:sym typeface="Symbol" panose="05050102010706020507" pitchFamily="18" charset="2"/>
                </a:rPr>
                <a:t>V</a:t>
              </a:r>
              <a:r>
                <a:rPr lang="es-ES" sz="2400" dirty="0">
                  <a:solidFill>
                    <a:srgbClr val="000000"/>
                  </a:solidFill>
                  <a:latin typeface="Arial" panose="020B0604020202020204" pitchFamily="34" charset="0"/>
                </a:rPr>
                <a:t> = 0</a:t>
              </a:r>
            </a:p>
          </p:txBody>
        </p:sp>
        <p:sp>
          <p:nvSpPr>
            <p:cNvPr id="7206" name="AutoShape 140"/>
            <p:cNvSpPr>
              <a:spLocks noChangeArrowheads="1"/>
            </p:cNvSpPr>
            <p:nvPr/>
          </p:nvSpPr>
          <p:spPr bwMode="auto">
            <a:xfrm rot="-5400000">
              <a:off x="4294188" y="4765676"/>
              <a:ext cx="474663" cy="376238"/>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7201" name="AutoShape 144"/>
          <p:cNvSpPr>
            <a:spLocks/>
          </p:cNvSpPr>
          <p:nvPr/>
        </p:nvSpPr>
        <p:spPr bwMode="auto">
          <a:xfrm>
            <a:off x="3210720" y="3790040"/>
            <a:ext cx="241300" cy="1764896"/>
          </a:xfrm>
          <a:prstGeom prst="rightBrace">
            <a:avLst>
              <a:gd name="adj1" fmla="val 33991"/>
              <a:gd name="adj2" fmla="val 44932"/>
            </a:avLst>
          </a:prstGeom>
          <a:noFill/>
          <a:ln w="38100">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2" name="Grupo 1"/>
          <p:cNvGrpSpPr/>
          <p:nvPr/>
        </p:nvGrpSpPr>
        <p:grpSpPr>
          <a:xfrm>
            <a:off x="1501774" y="3691213"/>
            <a:ext cx="971550" cy="1119185"/>
            <a:chOff x="1501774" y="3621640"/>
            <a:chExt cx="971550" cy="1119185"/>
          </a:xfrm>
        </p:grpSpPr>
        <p:sp>
          <p:nvSpPr>
            <p:cNvPr id="7203" name="Text Box 141"/>
            <p:cNvSpPr txBox="1">
              <a:spLocks noChangeArrowheads="1"/>
            </p:cNvSpPr>
            <p:nvPr/>
          </p:nvSpPr>
          <p:spPr bwMode="auto">
            <a:xfrm>
              <a:off x="1501774" y="3621640"/>
              <a:ext cx="971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 finita</a:t>
              </a:r>
              <a:endParaRPr lang="es-ES" sz="2800">
                <a:solidFill>
                  <a:srgbClr val="000000"/>
                </a:solidFill>
                <a:latin typeface="Arial" panose="020B0604020202020204" pitchFamily="34" charset="0"/>
                <a:sym typeface="Symbol" panose="05050102010706020507" pitchFamily="18" charset="2"/>
              </a:endParaRPr>
            </a:p>
          </p:txBody>
        </p:sp>
        <p:sp>
          <p:nvSpPr>
            <p:cNvPr id="7204" name="Text Box 143"/>
            <p:cNvSpPr txBox="1">
              <a:spLocks noChangeArrowheads="1"/>
            </p:cNvSpPr>
            <p:nvPr/>
          </p:nvSpPr>
          <p:spPr bwMode="auto">
            <a:xfrm>
              <a:off x="1530350" y="4226087"/>
              <a:ext cx="834698" cy="514738"/>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72000" tIns="72000" rIns="72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r>
                <a:rPr lang="es-ES" sz="2400">
                  <a:solidFill>
                    <a:srgbClr val="000000"/>
                  </a:solidFill>
                  <a:latin typeface="Arial" panose="020B0604020202020204" pitchFamily="34" charset="0"/>
                </a:rPr>
                <a:t> = 0</a:t>
              </a:r>
              <a:endParaRPr lang="es-ES" sz="2800">
                <a:solidFill>
                  <a:srgbClr val="000000"/>
                </a:solidFill>
              </a:endParaRPr>
            </a:p>
          </p:txBody>
        </p:sp>
      </p:grpSp>
      <p:sp>
        <p:nvSpPr>
          <p:cNvPr id="476306" name="Text Box 146"/>
          <p:cNvSpPr txBox="1">
            <a:spLocks noChangeArrowheads="1"/>
          </p:cNvSpPr>
          <p:nvPr/>
        </p:nvSpPr>
        <p:spPr bwMode="auto">
          <a:xfrm>
            <a:off x="1423613" y="3128963"/>
            <a:ext cx="558875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En cada porción abierta del circuito:</a:t>
            </a:r>
          </a:p>
        </p:txBody>
      </p:sp>
      <p:sp>
        <p:nvSpPr>
          <p:cNvPr id="478334" name="Text Box 126"/>
          <p:cNvSpPr txBox="1">
            <a:spLocks noChangeArrowheads="1"/>
          </p:cNvSpPr>
          <p:nvPr/>
        </p:nvSpPr>
        <p:spPr bwMode="auto">
          <a:xfrm>
            <a:off x="6517496" y="5407477"/>
            <a:ext cx="3852492" cy="51473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72000" tIns="72000" rIns="72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R</a:t>
            </a:r>
            <a:r>
              <a:rPr lang="es-ES" sz="2400" baseline="-25000">
                <a:latin typeface="Arial" panose="020B0604020202020204" pitchFamily="34" charset="0"/>
              </a:rPr>
              <a:t>2</a:t>
            </a:r>
            <a:r>
              <a:rPr lang="es-ES" sz="2400">
                <a:latin typeface="Arial" panose="020B0604020202020204" pitchFamily="34" charset="0"/>
              </a:rPr>
              <a:t> = 0 / </a:t>
            </a:r>
            <a:r>
              <a:rPr lang="es-ES" sz="2400">
                <a:latin typeface="Arial" panose="020B0604020202020204" pitchFamily="34" charset="0"/>
                <a:sym typeface="Symbol" panose="05050102010706020507" pitchFamily="18" charset="2"/>
              </a:rPr>
              <a:t>0 = indeterminada</a:t>
            </a:r>
          </a:p>
        </p:txBody>
      </p:sp>
      <p:sp>
        <p:nvSpPr>
          <p:cNvPr id="150" name="Text Box 140"/>
          <p:cNvSpPr txBox="1">
            <a:spLocks noChangeArrowheads="1"/>
          </p:cNvSpPr>
          <p:nvPr/>
        </p:nvSpPr>
        <p:spPr bwMode="auto">
          <a:xfrm>
            <a:off x="9330339" y="2295259"/>
            <a:ext cx="1021214" cy="587441"/>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Comic Sans MS" panose="030F0702030302020204" pitchFamily="66" charset="0"/>
              </a:rPr>
              <a:t>I</a:t>
            </a:r>
            <a:r>
              <a:rPr lang="es-ES" sz="2400" baseline="-25000">
                <a:latin typeface="Arial" panose="020B0604020202020204" pitchFamily="34" charset="0"/>
              </a:rPr>
              <a:t>2</a:t>
            </a:r>
            <a:r>
              <a:rPr lang="es-ES" sz="2400">
                <a:latin typeface="Arial" panose="020B0604020202020204" pitchFamily="34" charset="0"/>
              </a:rPr>
              <a:t> = 0</a:t>
            </a:r>
            <a:endParaRPr lang="es-ES" sz="2400">
              <a:latin typeface="Arial" panose="020B0604020202020204" pitchFamily="34" charset="0"/>
              <a:sym typeface="Symbol" panose="05050102010706020507" pitchFamily="18" charset="2"/>
            </a:endParaRPr>
          </a:p>
        </p:txBody>
      </p:sp>
      <p:grpSp>
        <p:nvGrpSpPr>
          <p:cNvPr id="3" name="Grupo 2"/>
          <p:cNvGrpSpPr/>
          <p:nvPr/>
        </p:nvGrpSpPr>
        <p:grpSpPr>
          <a:xfrm>
            <a:off x="8817487" y="4271417"/>
            <a:ext cx="1552501" cy="587441"/>
            <a:chOff x="8817487" y="4271417"/>
            <a:chExt cx="1552501" cy="587441"/>
          </a:xfrm>
        </p:grpSpPr>
        <p:sp>
          <p:nvSpPr>
            <p:cNvPr id="478348" name="Text Box 140"/>
            <p:cNvSpPr txBox="1">
              <a:spLocks noChangeArrowheads="1"/>
            </p:cNvSpPr>
            <p:nvPr/>
          </p:nvSpPr>
          <p:spPr bwMode="auto">
            <a:xfrm>
              <a:off x="9311904" y="4271417"/>
              <a:ext cx="1058084" cy="587441"/>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V</a:t>
              </a:r>
              <a:r>
                <a:rPr lang="es-ES" sz="2400" baseline="-25000">
                  <a:latin typeface="Arial" panose="020B0604020202020204" pitchFamily="34" charset="0"/>
                </a:rPr>
                <a:t>2</a:t>
              </a:r>
              <a:r>
                <a:rPr lang="es-ES" sz="2400">
                  <a:latin typeface="Arial" panose="020B0604020202020204" pitchFamily="34" charset="0"/>
                </a:rPr>
                <a:t> = </a:t>
              </a:r>
              <a:r>
                <a:rPr lang="es-ES" sz="2400">
                  <a:latin typeface="Arial" panose="020B0604020202020204" pitchFamily="34" charset="0"/>
                  <a:sym typeface="Symbol" panose="05050102010706020507" pitchFamily="18" charset="2"/>
                </a:rPr>
                <a:t>0</a:t>
              </a:r>
            </a:p>
          </p:txBody>
        </p:sp>
        <p:sp>
          <p:nvSpPr>
            <p:cNvPr id="122" name="AutoShape 157"/>
            <p:cNvSpPr>
              <a:spLocks noChangeArrowheads="1"/>
            </p:cNvSpPr>
            <p:nvPr/>
          </p:nvSpPr>
          <p:spPr bwMode="auto">
            <a:xfrm rot="16200000">
              <a:off x="8768274" y="4382777"/>
              <a:ext cx="474663" cy="376237"/>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26" name="Text Box 120"/>
          <p:cNvSpPr txBox="1">
            <a:spLocks noChangeArrowheads="1"/>
          </p:cNvSpPr>
          <p:nvPr/>
        </p:nvSpPr>
        <p:spPr bwMode="auto">
          <a:xfrm>
            <a:off x="6162670" y="5970586"/>
            <a:ext cx="4291998"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u="sng" dirty="0">
                <a:solidFill>
                  <a:srgbClr val="FF0000"/>
                </a:solidFill>
                <a:latin typeface="Arial" panose="020B0604020202020204" pitchFamily="34" charset="0"/>
              </a:rPr>
              <a:t>Lógico</a:t>
            </a:r>
            <a:r>
              <a:rPr lang="es-ES" sz="2400" dirty="0">
                <a:solidFill>
                  <a:srgbClr val="FF0000"/>
                </a:solidFill>
                <a:latin typeface="Arial" panose="020B0604020202020204" pitchFamily="34" charset="0"/>
              </a:rPr>
              <a:t>: Puede valer cualquier cosa al no entrar en juego</a:t>
            </a:r>
          </a:p>
        </p:txBody>
      </p:sp>
      <p:sp>
        <p:nvSpPr>
          <p:cNvPr id="127" name="Text Box 102">
            <a:extLst>
              <a:ext uri="{FF2B5EF4-FFF2-40B4-BE49-F238E27FC236}">
                <a16:creationId xmlns:a16="http://schemas.microsoft.com/office/drawing/2014/main" id="{A312AB3E-474E-485B-9142-D341219A99CD}"/>
              </a:ext>
            </a:extLst>
          </p:cNvPr>
          <p:cNvSpPr txBox="1">
            <a:spLocks noChangeArrowheads="1"/>
          </p:cNvSpPr>
          <p:nvPr/>
        </p:nvSpPr>
        <p:spPr bwMode="auto">
          <a:xfrm>
            <a:off x="5773739" y="495300"/>
            <a:ext cx="3125512"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Abiertos</a:t>
            </a:r>
          </a:p>
        </p:txBody>
      </p:sp>
      <p:sp>
        <p:nvSpPr>
          <p:cNvPr id="128" name="Text Box 112">
            <a:extLst>
              <a:ext uri="{FF2B5EF4-FFF2-40B4-BE49-F238E27FC236}">
                <a16:creationId xmlns:a16="http://schemas.microsoft.com/office/drawing/2014/main" id="{5E045AC2-EACE-41A0-A9F0-A1F1151DAE5F}"/>
              </a:ext>
            </a:extLst>
          </p:cNvPr>
          <p:cNvSpPr txBox="1">
            <a:spLocks noChangeArrowheads="1"/>
          </p:cNvSpPr>
          <p:nvPr/>
        </p:nvSpPr>
        <p:spPr bwMode="auto">
          <a:xfrm>
            <a:off x="7019164" y="1508139"/>
            <a:ext cx="1723847"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2</a:t>
            </a:r>
            <a:endParaRPr lang="es-ES" sz="2800">
              <a:solidFill>
                <a:srgbClr val="000000"/>
              </a:solidFill>
              <a:latin typeface="Arial" panose="020B0604020202020204" pitchFamily="34" charset="0"/>
            </a:endParaRPr>
          </a:p>
        </p:txBody>
      </p:sp>
      <p:sp>
        <p:nvSpPr>
          <p:cNvPr id="129" name="Text Box 5">
            <a:extLst>
              <a:ext uri="{FF2B5EF4-FFF2-40B4-BE49-F238E27FC236}">
                <a16:creationId xmlns:a16="http://schemas.microsoft.com/office/drawing/2014/main" id="{67232202-A6B3-4901-B8F0-54D0CFB4487A}"/>
              </a:ext>
            </a:extLst>
          </p:cNvPr>
          <p:cNvSpPr txBox="1">
            <a:spLocks noChangeArrowheads="1"/>
          </p:cNvSpPr>
          <p:nvPr/>
        </p:nvSpPr>
        <p:spPr bwMode="auto">
          <a:xfrm>
            <a:off x="5771454" y="1503754"/>
            <a:ext cx="929843" cy="55109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¿R</a:t>
            </a:r>
            <a:r>
              <a:rPr lang="es-ES" sz="2400" b="1" baseline="-25000">
                <a:latin typeface="Arial" panose="020B0604020202020204" pitchFamily="34" charset="0"/>
              </a:rPr>
              <a:t>2</a:t>
            </a:r>
            <a:r>
              <a:rPr lang="es-ES" sz="2400" b="1">
                <a:latin typeface="Arial" panose="020B0604020202020204" pitchFamily="34" charset="0"/>
              </a:rPr>
              <a:t>?</a:t>
            </a:r>
          </a:p>
        </p:txBody>
      </p:sp>
      <p:grpSp>
        <p:nvGrpSpPr>
          <p:cNvPr id="4" name="Grupo 3">
            <a:extLst>
              <a:ext uri="{FF2B5EF4-FFF2-40B4-BE49-F238E27FC236}">
                <a16:creationId xmlns:a16="http://schemas.microsoft.com/office/drawing/2014/main" id="{57E484E5-88A4-474C-8DEF-41A8E60AC53F}"/>
              </a:ext>
            </a:extLst>
          </p:cNvPr>
          <p:cNvGrpSpPr/>
          <p:nvPr/>
        </p:nvGrpSpPr>
        <p:grpSpPr>
          <a:xfrm>
            <a:off x="5389585" y="4302214"/>
            <a:ext cx="3246821" cy="507001"/>
            <a:chOff x="4443092" y="4987622"/>
            <a:chExt cx="3246821" cy="507001"/>
          </a:xfrm>
        </p:grpSpPr>
        <p:sp>
          <p:nvSpPr>
            <p:cNvPr id="7214" name="Text Box 120"/>
            <p:cNvSpPr txBox="1">
              <a:spLocks noChangeArrowheads="1"/>
            </p:cNvSpPr>
            <p:nvPr/>
          </p:nvSpPr>
          <p:spPr bwMode="auto">
            <a:xfrm>
              <a:off x="5020506" y="4987622"/>
              <a:ext cx="266940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El potencial es cte.</a:t>
              </a:r>
            </a:p>
          </p:txBody>
        </p:sp>
        <p:sp>
          <p:nvSpPr>
            <p:cNvPr id="121" name="AutoShape 157">
              <a:extLst>
                <a:ext uri="{FF2B5EF4-FFF2-40B4-BE49-F238E27FC236}">
                  <a16:creationId xmlns:a16="http://schemas.microsoft.com/office/drawing/2014/main" id="{C79ECC97-C005-4C25-B868-9369480F4C74}"/>
                </a:ext>
              </a:extLst>
            </p:cNvPr>
            <p:cNvSpPr>
              <a:spLocks noChangeArrowheads="1"/>
            </p:cNvSpPr>
            <p:nvPr/>
          </p:nvSpPr>
          <p:spPr bwMode="auto">
            <a:xfrm rot="16200000">
              <a:off x="4393879" y="5069173"/>
              <a:ext cx="474663" cy="376237"/>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25" name="Text Box 112">
            <a:extLst>
              <a:ext uri="{FF2B5EF4-FFF2-40B4-BE49-F238E27FC236}">
                <a16:creationId xmlns:a16="http://schemas.microsoft.com/office/drawing/2014/main" id="{35B2D48B-ED60-4A2B-A9DA-59B0B7FC39A2}"/>
              </a:ext>
            </a:extLst>
          </p:cNvPr>
          <p:cNvSpPr txBox="1">
            <a:spLocks noChangeArrowheads="1"/>
          </p:cNvSpPr>
          <p:nvPr/>
        </p:nvSpPr>
        <p:spPr bwMode="auto">
          <a:xfrm>
            <a:off x="1505252" y="5596787"/>
            <a:ext cx="1418759"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V / </a:t>
            </a:r>
            <a:r>
              <a:rPr lang="es-ES" sz="2400" dirty="0">
                <a:solidFill>
                  <a:srgbClr val="000000"/>
                </a:solidFill>
                <a:latin typeface="Comic Sans MS" panose="030F0702030302020204" pitchFamily="66" charset="0"/>
              </a:rPr>
              <a:t>I</a:t>
            </a:r>
            <a:endParaRPr lang="es-ES" sz="2800" dirty="0">
              <a:solidFill>
                <a:srgbClr val="000000"/>
              </a:solidFill>
              <a:latin typeface="Arial" panose="020B0604020202020204" pitchFamily="34" charset="0"/>
            </a:endParaRPr>
          </a:p>
        </p:txBody>
      </p:sp>
      <p:sp>
        <p:nvSpPr>
          <p:cNvPr id="130" name="Text Box 112">
            <a:extLst>
              <a:ext uri="{FF2B5EF4-FFF2-40B4-BE49-F238E27FC236}">
                <a16:creationId xmlns:a16="http://schemas.microsoft.com/office/drawing/2014/main" id="{65CEC00D-80FD-41DC-974C-43532647CD0D}"/>
              </a:ext>
            </a:extLst>
          </p:cNvPr>
          <p:cNvSpPr txBox="1">
            <a:spLocks noChangeArrowheads="1"/>
          </p:cNvSpPr>
          <p:nvPr/>
        </p:nvSpPr>
        <p:spPr bwMode="auto">
          <a:xfrm>
            <a:off x="1496270" y="4935917"/>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endParaRPr lang="es-ES" sz="2800">
              <a:solidFill>
                <a:srgbClr val="000000"/>
              </a:solidFill>
              <a:latin typeface="Arial" panose="020B0604020202020204" pitchFamily="34" charset="0"/>
            </a:endParaRPr>
          </a:p>
        </p:txBody>
      </p:sp>
      <p:sp>
        <p:nvSpPr>
          <p:cNvPr id="131" name="Text Box 112">
            <a:extLst>
              <a:ext uri="{FF2B5EF4-FFF2-40B4-BE49-F238E27FC236}">
                <a16:creationId xmlns:a16="http://schemas.microsoft.com/office/drawing/2014/main" id="{868E8D03-855F-4D43-8772-AD7C69659968}"/>
              </a:ext>
            </a:extLst>
          </p:cNvPr>
          <p:cNvSpPr txBox="1">
            <a:spLocks noChangeArrowheads="1"/>
          </p:cNvSpPr>
          <p:nvPr/>
        </p:nvSpPr>
        <p:spPr bwMode="auto">
          <a:xfrm>
            <a:off x="1496271" y="6263059"/>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a:solidFill>
                  <a:srgbClr val="000000"/>
                </a:solidFill>
                <a:latin typeface="Comic Sans MS" panose="030F0702030302020204" pitchFamily="66" charset="0"/>
              </a:rPr>
              <a:t>I </a:t>
            </a:r>
            <a:r>
              <a:rPr lang="es-ES" sz="2400">
                <a:solidFill>
                  <a:srgbClr val="000000"/>
                </a:solidFill>
                <a:latin typeface="Arial" panose="020B0604020202020204" pitchFamily="34" charset="0"/>
              </a:rPr>
              <a:t>= V / R</a:t>
            </a:r>
            <a:endParaRPr lang="es-ES" sz="2800">
              <a:solidFill>
                <a:srgbClr val="000000"/>
              </a:solidFill>
              <a:latin typeface="Arial" panose="020B0604020202020204" pitchFamily="34" charset="0"/>
            </a:endParaRPr>
          </a:p>
        </p:txBody>
      </p:sp>
      <p:sp>
        <p:nvSpPr>
          <p:cNvPr id="123" name="Text Box 120">
            <a:extLst>
              <a:ext uri="{FF2B5EF4-FFF2-40B4-BE49-F238E27FC236}">
                <a16:creationId xmlns:a16="http://schemas.microsoft.com/office/drawing/2014/main" id="{F072571F-431C-477E-A170-8C3C434769E9}"/>
              </a:ext>
            </a:extLst>
          </p:cNvPr>
          <p:cNvSpPr txBox="1">
            <a:spLocks noChangeArrowheads="1"/>
          </p:cNvSpPr>
          <p:nvPr/>
        </p:nvSpPr>
        <p:spPr bwMode="auto">
          <a:xfrm>
            <a:off x="4153748" y="4858065"/>
            <a:ext cx="944271"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Arial" panose="020B0604020202020204" pitchFamily="34" charset="0"/>
              </a:rPr>
              <a:t>(</a:t>
            </a:r>
            <a:r>
              <a:rPr lang="es-ES" sz="2400" dirty="0" err="1">
                <a:solidFill>
                  <a:srgbClr val="FF0000"/>
                </a:solidFill>
                <a:latin typeface="Arial" panose="020B0604020202020204" pitchFamily="34" charset="0"/>
              </a:rPr>
              <a:t>ddp</a:t>
            </a:r>
            <a:r>
              <a:rPr lang="es-ES" sz="2400" dirty="0">
                <a:solidFill>
                  <a:srgbClr val="FF0000"/>
                </a:solidFill>
                <a:latin typeface="Arial" panose="020B0604020202020204" pitchFamily="34" charset="0"/>
              </a:rPr>
              <a:t>)</a:t>
            </a:r>
          </a:p>
        </p:txBody>
      </p:sp>
    </p:spTree>
    <p:extLst>
      <p:ext uri="{BB962C8B-B14F-4D97-AF65-F5344CB8AC3E}">
        <p14:creationId xmlns:p14="http://schemas.microsoft.com/office/powerpoint/2010/main" val="30325353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3685"/>
                                        </p:tgtEl>
                                        <p:attrNameLst>
                                          <p:attrName>style.visibility</p:attrName>
                                        </p:attrNameLst>
                                      </p:cBhvr>
                                      <p:to>
                                        <p:strVal val="visible"/>
                                      </p:to>
                                    </p:set>
                                    <p:animEffect transition="in" filter="dissolve">
                                      <p:cBhvr>
                                        <p:cTn id="7" dur="500"/>
                                        <p:tgtEl>
                                          <p:spTgt spid="23685"/>
                                        </p:tgtEl>
                                      </p:cBhvr>
                                    </p:animEffect>
                                  </p:childTnLst>
                                </p:cTn>
                              </p:par>
                            </p:childTnLst>
                          </p:cTn>
                        </p:par>
                        <p:par>
                          <p:cTn id="8" fill="hold">
                            <p:stCondLst>
                              <p:cond delay="500"/>
                            </p:stCondLst>
                            <p:childTnLst>
                              <p:par>
                                <p:cTn id="9" presetID="12" presetClass="entr" presetSubtype="4" fill="hold" grpId="0" nodeType="afterEffect">
                                  <p:stCondLst>
                                    <p:cond delay="0"/>
                                  </p:stCondLst>
                                  <p:childTnLst>
                                    <p:set>
                                      <p:cBhvr>
                                        <p:cTn id="10" dur="1" fill="hold">
                                          <p:stCondLst>
                                            <p:cond delay="0"/>
                                          </p:stCondLst>
                                        </p:cTn>
                                        <p:tgtEl>
                                          <p:spTgt spid="476306"/>
                                        </p:tgtEl>
                                        <p:attrNameLst>
                                          <p:attrName>style.visibility</p:attrName>
                                        </p:attrNameLst>
                                      </p:cBhvr>
                                      <p:to>
                                        <p:strVal val="visible"/>
                                      </p:to>
                                    </p:set>
                                    <p:anim calcmode="lin" valueType="num">
                                      <p:cBhvr additive="base">
                                        <p:cTn id="11" dur="500"/>
                                        <p:tgtEl>
                                          <p:spTgt spid="476306"/>
                                        </p:tgtEl>
                                        <p:attrNameLst>
                                          <p:attrName>ppt_y</p:attrName>
                                        </p:attrNameLst>
                                      </p:cBhvr>
                                      <p:tavLst>
                                        <p:tav tm="0">
                                          <p:val>
                                            <p:strVal val="#ppt_y+#ppt_h*1.125000"/>
                                          </p:val>
                                        </p:tav>
                                        <p:tav tm="100000">
                                          <p:val>
                                            <p:strVal val="#ppt_y"/>
                                          </p:val>
                                        </p:tav>
                                      </p:tavLst>
                                    </p:anim>
                                    <p:animEffect transition="in" filter="wipe(up)">
                                      <p:cBhvr>
                                        <p:cTn id="12" dur="500"/>
                                        <p:tgtEl>
                                          <p:spTgt spid="4763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01"/>
                                        </p:tgtEl>
                                        <p:attrNameLst>
                                          <p:attrName>style.visibility</p:attrName>
                                        </p:attrNameLst>
                                      </p:cBhvr>
                                      <p:to>
                                        <p:strVal val="visible"/>
                                      </p:to>
                                    </p:set>
                                    <p:animEffect transition="in" filter="wipe(left)">
                                      <p:cBhvr>
                                        <p:cTn id="22" dur="500"/>
                                        <p:tgtEl>
                                          <p:spTgt spid="720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500"/>
                            </p:stCondLst>
                            <p:childTnLst>
                              <p:par>
                                <p:cTn id="29" presetID="12" presetClass="entr" presetSubtype="4" fill="hold" grpId="0" nodeType="afterEffect">
                                  <p:stCondLst>
                                    <p:cond delay="0"/>
                                  </p:stCondLst>
                                  <p:childTnLst>
                                    <p:set>
                                      <p:cBhvr>
                                        <p:cTn id="30" dur="1" fill="hold">
                                          <p:stCondLst>
                                            <p:cond delay="0"/>
                                          </p:stCondLst>
                                        </p:cTn>
                                        <p:tgtEl>
                                          <p:spTgt spid="123"/>
                                        </p:tgtEl>
                                        <p:attrNameLst>
                                          <p:attrName>style.visibility</p:attrName>
                                        </p:attrNameLst>
                                      </p:cBhvr>
                                      <p:to>
                                        <p:strVal val="visible"/>
                                      </p:to>
                                    </p:set>
                                    <p:anim calcmode="lin" valueType="num">
                                      <p:cBhvr additive="base">
                                        <p:cTn id="31" dur="500"/>
                                        <p:tgtEl>
                                          <p:spTgt spid="123"/>
                                        </p:tgtEl>
                                        <p:attrNameLst>
                                          <p:attrName>ppt_y</p:attrName>
                                        </p:attrNameLst>
                                      </p:cBhvr>
                                      <p:tavLst>
                                        <p:tav tm="0">
                                          <p:val>
                                            <p:strVal val="#ppt_y+#ppt_h*1.125000"/>
                                          </p:val>
                                        </p:tav>
                                        <p:tav tm="100000">
                                          <p:val>
                                            <p:strVal val="#ppt_y"/>
                                          </p:val>
                                        </p:tav>
                                      </p:tavLst>
                                    </p:anim>
                                    <p:animEffect transition="in" filter="wipe(up)">
                                      <p:cBhvr>
                                        <p:cTn id="32" dur="500"/>
                                        <p:tgtEl>
                                          <p:spTgt spid="1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78334"/>
                                        </p:tgtEl>
                                        <p:attrNameLst>
                                          <p:attrName>style.visibility</p:attrName>
                                        </p:attrNameLst>
                                      </p:cBhvr>
                                      <p:to>
                                        <p:strVal val="visible"/>
                                      </p:to>
                                    </p:set>
                                    <p:animEffect transition="in" filter="wipe(up)">
                                      <p:cBhvr>
                                        <p:cTn id="47" dur="500"/>
                                        <p:tgtEl>
                                          <p:spTgt spid="478334"/>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1" fill="hold" grpId="0" nodeType="clickEffect">
                                  <p:stCondLst>
                                    <p:cond delay="0"/>
                                  </p:stCondLst>
                                  <p:childTnLst>
                                    <p:set>
                                      <p:cBhvr>
                                        <p:cTn id="51" dur="1" fill="hold">
                                          <p:stCondLst>
                                            <p:cond delay="0"/>
                                          </p:stCondLst>
                                        </p:cTn>
                                        <p:tgtEl>
                                          <p:spTgt spid="126"/>
                                        </p:tgtEl>
                                        <p:attrNameLst>
                                          <p:attrName>style.visibility</p:attrName>
                                        </p:attrNameLst>
                                      </p:cBhvr>
                                      <p:to>
                                        <p:strVal val="visible"/>
                                      </p:to>
                                    </p:set>
                                    <p:anim calcmode="lin" valueType="num">
                                      <p:cBhvr additive="base">
                                        <p:cTn id="52" dur="500"/>
                                        <p:tgtEl>
                                          <p:spTgt spid="126"/>
                                        </p:tgtEl>
                                        <p:attrNameLst>
                                          <p:attrName>ppt_y</p:attrName>
                                        </p:attrNameLst>
                                      </p:cBhvr>
                                      <p:tavLst>
                                        <p:tav tm="0">
                                          <p:val>
                                            <p:strVal val="#ppt_y-#ppt_h*1.125000"/>
                                          </p:val>
                                        </p:tav>
                                        <p:tav tm="100000">
                                          <p:val>
                                            <p:strVal val="#ppt_y"/>
                                          </p:val>
                                        </p:tav>
                                      </p:tavLst>
                                    </p:anim>
                                    <p:animEffect transition="in" filter="wipe(down)">
                                      <p:cBhvr>
                                        <p:cTn id="53" dur="500"/>
                                        <p:tgtEl>
                                          <p:spTgt spid="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1" grpId="0" animBg="1"/>
      <p:bldP spid="476306" grpId="0"/>
      <p:bldP spid="478334" grpId="0" animBg="1"/>
      <p:bldP spid="126" grpId="0"/>
      <p:bldP spid="1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685" name="Group 133"/>
          <p:cNvGrpSpPr>
            <a:grpSpLocks/>
          </p:cNvGrpSpPr>
          <p:nvPr/>
        </p:nvGrpSpPr>
        <p:grpSpPr bwMode="auto">
          <a:xfrm>
            <a:off x="1577975" y="879475"/>
            <a:ext cx="3333750" cy="1736725"/>
            <a:chOff x="994" y="2332"/>
            <a:chExt cx="2100" cy="1094"/>
          </a:xfrm>
          <a:solidFill>
            <a:srgbClr val="CCFFCC"/>
          </a:solidFill>
        </p:grpSpPr>
        <p:sp>
          <p:nvSpPr>
            <p:cNvPr id="7215" name="Freeform 105"/>
            <p:cNvSpPr>
              <a:spLocks/>
            </p:cNvSpPr>
            <p:nvPr/>
          </p:nvSpPr>
          <p:spPr bwMode="auto">
            <a:xfrm>
              <a:off x="994" y="2507"/>
              <a:ext cx="1663" cy="598"/>
            </a:xfrm>
            <a:custGeom>
              <a:avLst/>
              <a:gdLst>
                <a:gd name="T0" fmla="*/ 173038 w 1663"/>
                <a:gd name="T1" fmla="*/ 266700 h 598"/>
                <a:gd name="T2" fmla="*/ 0 w 1663"/>
                <a:gd name="T3" fmla="*/ 660400 h 598"/>
                <a:gd name="T4" fmla="*/ 207963 w 1663"/>
                <a:gd name="T5" fmla="*/ 949325 h 598"/>
                <a:gd name="T6" fmla="*/ 2640013 w 1663"/>
                <a:gd name="T7" fmla="*/ 938213 h 598"/>
                <a:gd name="T8" fmla="*/ 2640013 w 1663"/>
                <a:gd name="T9" fmla="*/ 0 h 598"/>
                <a:gd name="T10" fmla="*/ 2141538 w 1663"/>
                <a:gd name="T11" fmla="*/ 277812 h 598"/>
                <a:gd name="T12" fmla="*/ 752475 w 1663"/>
                <a:gd name="T13" fmla="*/ 150812 h 598"/>
                <a:gd name="T14" fmla="*/ 173038 w 1663"/>
                <a:gd name="T15" fmla="*/ 266700 h 598"/>
                <a:gd name="T16" fmla="*/ 0 60000 65536"/>
                <a:gd name="T17" fmla="*/ 0 60000 65536"/>
                <a:gd name="T18" fmla="*/ 0 60000 65536"/>
                <a:gd name="T19" fmla="*/ 0 60000 65536"/>
                <a:gd name="T20" fmla="*/ 0 60000 65536"/>
                <a:gd name="T21" fmla="*/ 0 60000 65536"/>
                <a:gd name="T22" fmla="*/ 0 60000 65536"/>
                <a:gd name="T23" fmla="*/ 0 60000 65536"/>
                <a:gd name="T24" fmla="*/ 0 w 1663"/>
                <a:gd name="T25" fmla="*/ 0 h 598"/>
                <a:gd name="T26" fmla="*/ 1663 w 1663"/>
                <a:gd name="T27" fmla="*/ 598 h 59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63" h="598">
                  <a:moveTo>
                    <a:pt x="109" y="168"/>
                  </a:moveTo>
                  <a:lnTo>
                    <a:pt x="0" y="416"/>
                  </a:lnTo>
                  <a:lnTo>
                    <a:pt x="131" y="598"/>
                  </a:lnTo>
                  <a:lnTo>
                    <a:pt x="1663" y="591"/>
                  </a:lnTo>
                  <a:lnTo>
                    <a:pt x="1663" y="0"/>
                  </a:lnTo>
                  <a:lnTo>
                    <a:pt x="1349" y="175"/>
                  </a:lnTo>
                  <a:lnTo>
                    <a:pt x="474" y="95"/>
                  </a:lnTo>
                  <a:lnTo>
                    <a:pt x="109" y="168"/>
                  </a:lnTo>
                  <a:close/>
                </a:path>
              </a:pathLst>
            </a:custGeom>
            <a:grpFill/>
            <a:ln w="38100">
              <a:solidFill>
                <a:srgbClr val="FF0000"/>
              </a:solidFill>
              <a:prstDash val="dash"/>
              <a:round/>
              <a:headEnd/>
              <a:tailEnd type="none" w="lg" len="lg"/>
            </a:ln>
          </p:spPr>
          <p:txBody>
            <a:bodyPr wrap="none" lIns="90000" tIns="82800" rIns="90000" bIns="82800">
              <a:spAutoFit/>
            </a:bodyPr>
            <a:lstStyle/>
            <a:p>
              <a:endParaRPr lang="es-ES"/>
            </a:p>
          </p:txBody>
        </p:sp>
        <p:sp>
          <p:nvSpPr>
            <p:cNvPr id="7216" name="Freeform 106"/>
            <p:cNvSpPr>
              <a:spLocks/>
            </p:cNvSpPr>
            <p:nvPr/>
          </p:nvSpPr>
          <p:spPr bwMode="auto">
            <a:xfrm>
              <a:off x="2729" y="2332"/>
              <a:ext cx="226" cy="533"/>
            </a:xfrm>
            <a:custGeom>
              <a:avLst/>
              <a:gdLst>
                <a:gd name="T0" fmla="*/ 174625 w 226"/>
                <a:gd name="T1" fmla="*/ 0 h 533"/>
                <a:gd name="T2" fmla="*/ 358775 w 226"/>
                <a:gd name="T3" fmla="*/ 196850 h 533"/>
                <a:gd name="T4" fmla="*/ 358775 w 226"/>
                <a:gd name="T5" fmla="*/ 717550 h 533"/>
                <a:gd name="T6" fmla="*/ 185737 w 226"/>
                <a:gd name="T7" fmla="*/ 846138 h 533"/>
                <a:gd name="T8" fmla="*/ 0 w 226"/>
                <a:gd name="T9" fmla="*/ 695325 h 533"/>
                <a:gd name="T10" fmla="*/ 0 w 226"/>
                <a:gd name="T11" fmla="*/ 174625 h 533"/>
                <a:gd name="T12" fmla="*/ 174625 w 226"/>
                <a:gd name="T13" fmla="*/ 0 h 533"/>
                <a:gd name="T14" fmla="*/ 0 60000 65536"/>
                <a:gd name="T15" fmla="*/ 0 60000 65536"/>
                <a:gd name="T16" fmla="*/ 0 60000 65536"/>
                <a:gd name="T17" fmla="*/ 0 60000 65536"/>
                <a:gd name="T18" fmla="*/ 0 60000 65536"/>
                <a:gd name="T19" fmla="*/ 0 60000 65536"/>
                <a:gd name="T20" fmla="*/ 0 60000 65536"/>
                <a:gd name="T21" fmla="*/ 0 w 226"/>
                <a:gd name="T22" fmla="*/ 0 h 533"/>
                <a:gd name="T23" fmla="*/ 226 w 226"/>
                <a:gd name="T24" fmla="*/ 533 h 5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 h="533">
                  <a:moveTo>
                    <a:pt x="110" y="0"/>
                  </a:moveTo>
                  <a:lnTo>
                    <a:pt x="226" y="124"/>
                  </a:lnTo>
                  <a:lnTo>
                    <a:pt x="226" y="452"/>
                  </a:lnTo>
                  <a:lnTo>
                    <a:pt x="117" y="533"/>
                  </a:lnTo>
                  <a:lnTo>
                    <a:pt x="0" y="438"/>
                  </a:lnTo>
                  <a:lnTo>
                    <a:pt x="0" y="110"/>
                  </a:lnTo>
                  <a:lnTo>
                    <a:pt x="110" y="0"/>
                  </a:lnTo>
                  <a:close/>
                </a:path>
              </a:pathLst>
            </a:custGeom>
            <a:grpFill/>
            <a:ln w="38100">
              <a:solidFill>
                <a:srgbClr val="FF0000"/>
              </a:solidFill>
              <a:prstDash val="dash"/>
              <a:round/>
              <a:headEnd/>
              <a:tailEnd type="none" w="lg" len="lg"/>
            </a:ln>
          </p:spPr>
          <p:txBody>
            <a:bodyPr wrap="none" lIns="90000" tIns="82800" rIns="90000" bIns="82800">
              <a:spAutoFit/>
            </a:bodyPr>
            <a:lstStyle/>
            <a:p>
              <a:endParaRPr lang="es-ES"/>
            </a:p>
          </p:txBody>
        </p:sp>
        <p:sp>
          <p:nvSpPr>
            <p:cNvPr id="7217" name="Freeform 107"/>
            <p:cNvSpPr>
              <a:spLocks/>
            </p:cNvSpPr>
            <p:nvPr/>
          </p:nvSpPr>
          <p:spPr bwMode="auto">
            <a:xfrm>
              <a:off x="2343" y="2340"/>
              <a:ext cx="190" cy="291"/>
            </a:xfrm>
            <a:custGeom>
              <a:avLst/>
              <a:gdLst>
                <a:gd name="T0" fmla="*/ 150813 w 190"/>
                <a:gd name="T1" fmla="*/ 0 h 291"/>
                <a:gd name="T2" fmla="*/ 0 w 190"/>
                <a:gd name="T3" fmla="*/ 127000 h 291"/>
                <a:gd name="T4" fmla="*/ 0 w 190"/>
                <a:gd name="T5" fmla="*/ 461963 h 291"/>
                <a:gd name="T6" fmla="*/ 301625 w 190"/>
                <a:gd name="T7" fmla="*/ 393700 h 291"/>
                <a:gd name="T8" fmla="*/ 301625 w 190"/>
                <a:gd name="T9" fmla="*/ 149225 h 291"/>
                <a:gd name="T10" fmla="*/ 150813 w 190"/>
                <a:gd name="T11" fmla="*/ 0 h 291"/>
                <a:gd name="T12" fmla="*/ 0 60000 65536"/>
                <a:gd name="T13" fmla="*/ 0 60000 65536"/>
                <a:gd name="T14" fmla="*/ 0 60000 65536"/>
                <a:gd name="T15" fmla="*/ 0 60000 65536"/>
                <a:gd name="T16" fmla="*/ 0 60000 65536"/>
                <a:gd name="T17" fmla="*/ 0 60000 65536"/>
                <a:gd name="T18" fmla="*/ 0 w 190"/>
                <a:gd name="T19" fmla="*/ 0 h 291"/>
                <a:gd name="T20" fmla="*/ 190 w 190"/>
                <a:gd name="T21" fmla="*/ 291 h 291"/>
              </a:gdLst>
              <a:ahLst/>
              <a:cxnLst>
                <a:cxn ang="T12">
                  <a:pos x="T0" y="T1"/>
                </a:cxn>
                <a:cxn ang="T13">
                  <a:pos x="T2" y="T3"/>
                </a:cxn>
                <a:cxn ang="T14">
                  <a:pos x="T4" y="T5"/>
                </a:cxn>
                <a:cxn ang="T15">
                  <a:pos x="T6" y="T7"/>
                </a:cxn>
                <a:cxn ang="T16">
                  <a:pos x="T8" y="T9"/>
                </a:cxn>
                <a:cxn ang="T17">
                  <a:pos x="T10" y="T11"/>
                </a:cxn>
              </a:cxnLst>
              <a:rect l="T18" t="T19" r="T20" b="T21"/>
              <a:pathLst>
                <a:path w="190" h="291">
                  <a:moveTo>
                    <a:pt x="95" y="0"/>
                  </a:moveTo>
                  <a:lnTo>
                    <a:pt x="0" y="80"/>
                  </a:lnTo>
                  <a:lnTo>
                    <a:pt x="0" y="291"/>
                  </a:lnTo>
                  <a:lnTo>
                    <a:pt x="190" y="248"/>
                  </a:lnTo>
                  <a:lnTo>
                    <a:pt x="190" y="94"/>
                  </a:lnTo>
                  <a:lnTo>
                    <a:pt x="95" y="0"/>
                  </a:lnTo>
                  <a:close/>
                </a:path>
              </a:pathLst>
            </a:custGeom>
            <a:grpFill/>
            <a:ln w="38100">
              <a:solidFill>
                <a:srgbClr val="FF0000"/>
              </a:solidFill>
              <a:prstDash val="dash"/>
              <a:round/>
              <a:headEnd/>
              <a:tailEnd type="none" w="lg" len="lg"/>
            </a:ln>
          </p:spPr>
          <p:txBody>
            <a:bodyPr wrap="none" lIns="90000" tIns="82800" rIns="90000" bIns="82800">
              <a:spAutoFit/>
            </a:bodyPr>
            <a:lstStyle/>
            <a:p>
              <a:endParaRPr lang="es-ES"/>
            </a:p>
          </p:txBody>
        </p:sp>
        <p:sp>
          <p:nvSpPr>
            <p:cNvPr id="7218" name="Freeform 108"/>
            <p:cNvSpPr>
              <a:spLocks/>
            </p:cNvSpPr>
            <p:nvPr/>
          </p:nvSpPr>
          <p:spPr bwMode="auto">
            <a:xfrm>
              <a:off x="2766" y="2763"/>
              <a:ext cx="328" cy="663"/>
            </a:xfrm>
            <a:custGeom>
              <a:avLst/>
              <a:gdLst>
                <a:gd name="T0" fmla="*/ 150812 w 328"/>
                <a:gd name="T1" fmla="*/ 1052512 h 663"/>
                <a:gd name="T2" fmla="*/ 0 w 328"/>
                <a:gd name="T3" fmla="*/ 879475 h 663"/>
                <a:gd name="T4" fmla="*/ 0 w 328"/>
                <a:gd name="T5" fmla="*/ 242887 h 663"/>
                <a:gd name="T6" fmla="*/ 115888 w 328"/>
                <a:gd name="T7" fmla="*/ 254000 h 663"/>
                <a:gd name="T8" fmla="*/ 404812 w 328"/>
                <a:gd name="T9" fmla="*/ 0 h 663"/>
                <a:gd name="T10" fmla="*/ 520700 w 328"/>
                <a:gd name="T11" fmla="*/ 149225 h 663"/>
                <a:gd name="T12" fmla="*/ 277812 w 328"/>
                <a:gd name="T13" fmla="*/ 427037 h 663"/>
                <a:gd name="T14" fmla="*/ 277812 w 328"/>
                <a:gd name="T15" fmla="*/ 960437 h 663"/>
                <a:gd name="T16" fmla="*/ 150812 w 328"/>
                <a:gd name="T17" fmla="*/ 1052512 h 66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8"/>
                <a:gd name="T28" fmla="*/ 0 h 663"/>
                <a:gd name="T29" fmla="*/ 328 w 328"/>
                <a:gd name="T30" fmla="*/ 663 h 66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8" h="663">
                  <a:moveTo>
                    <a:pt x="95" y="663"/>
                  </a:moveTo>
                  <a:lnTo>
                    <a:pt x="0" y="554"/>
                  </a:lnTo>
                  <a:lnTo>
                    <a:pt x="0" y="153"/>
                  </a:lnTo>
                  <a:lnTo>
                    <a:pt x="73" y="160"/>
                  </a:lnTo>
                  <a:lnTo>
                    <a:pt x="255" y="0"/>
                  </a:lnTo>
                  <a:lnTo>
                    <a:pt x="328" y="94"/>
                  </a:lnTo>
                  <a:lnTo>
                    <a:pt x="175" y="269"/>
                  </a:lnTo>
                  <a:lnTo>
                    <a:pt x="175" y="605"/>
                  </a:lnTo>
                  <a:lnTo>
                    <a:pt x="95" y="663"/>
                  </a:lnTo>
                  <a:close/>
                </a:path>
              </a:pathLst>
            </a:custGeom>
            <a:grpFill/>
            <a:ln w="38100">
              <a:solidFill>
                <a:srgbClr val="FF0000"/>
              </a:solidFill>
              <a:prstDash val="dash"/>
              <a:round/>
              <a:headEnd/>
              <a:tailEnd type="none" w="lg" len="lg"/>
            </a:ln>
          </p:spPr>
          <p:txBody>
            <a:bodyPr wrap="none" lIns="90000" tIns="82800" rIns="90000" bIns="82800">
              <a:spAutoFit/>
            </a:bodyPr>
            <a:lstStyle/>
            <a:p>
              <a:endParaRPr lang="es-ES"/>
            </a:p>
          </p:txBody>
        </p:sp>
      </p:grpSp>
      <p:grpSp>
        <p:nvGrpSpPr>
          <p:cNvPr id="7171" name="Group 10"/>
          <p:cNvGrpSpPr>
            <a:grpSpLocks/>
          </p:cNvGrpSpPr>
          <p:nvPr/>
        </p:nvGrpSpPr>
        <p:grpSpPr bwMode="auto">
          <a:xfrm>
            <a:off x="1503364" y="347663"/>
            <a:ext cx="3821113" cy="2854325"/>
            <a:chOff x="2415" y="2535"/>
            <a:chExt cx="2407" cy="1798"/>
          </a:xfrm>
        </p:grpSpPr>
        <p:grpSp>
          <p:nvGrpSpPr>
            <p:cNvPr id="7219" name="Group 11"/>
            <p:cNvGrpSpPr>
              <a:grpSpLocks/>
            </p:cNvGrpSpPr>
            <p:nvPr/>
          </p:nvGrpSpPr>
          <p:grpSpPr bwMode="auto">
            <a:xfrm>
              <a:off x="2439" y="2724"/>
              <a:ext cx="2383" cy="1354"/>
              <a:chOff x="2439" y="2724"/>
              <a:chExt cx="2383" cy="1354"/>
            </a:xfrm>
          </p:grpSpPr>
          <p:sp>
            <p:nvSpPr>
              <p:cNvPr id="7232" name="Line 12"/>
              <p:cNvSpPr>
                <a:spLocks noChangeShapeType="1"/>
              </p:cNvSpPr>
              <p:nvPr/>
            </p:nvSpPr>
            <p:spPr bwMode="auto">
              <a:xfrm flipV="1">
                <a:off x="4322" y="3344"/>
                <a:ext cx="143" cy="14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7233" name="Group 13"/>
              <p:cNvGrpSpPr>
                <a:grpSpLocks/>
              </p:cNvGrpSpPr>
              <p:nvPr/>
            </p:nvGrpSpPr>
            <p:grpSpPr bwMode="auto">
              <a:xfrm>
                <a:off x="3898" y="3807"/>
                <a:ext cx="46" cy="269"/>
                <a:chOff x="5153" y="6274"/>
                <a:chExt cx="63" cy="360"/>
              </a:xfrm>
            </p:grpSpPr>
            <p:sp>
              <p:nvSpPr>
                <p:cNvPr id="7305" name="Line 14"/>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6" name="Line 15"/>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34" name="Line 16"/>
              <p:cNvSpPr>
                <a:spLocks noChangeShapeType="1"/>
              </p:cNvSpPr>
              <p:nvPr/>
            </p:nvSpPr>
            <p:spPr bwMode="auto">
              <a:xfrm>
                <a:off x="3238" y="2854"/>
                <a:ext cx="144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5" name="Line 17"/>
              <p:cNvSpPr>
                <a:spLocks noChangeShapeType="1"/>
              </p:cNvSpPr>
              <p:nvPr/>
            </p:nvSpPr>
            <p:spPr bwMode="auto">
              <a:xfrm rot="10800000">
                <a:off x="3238" y="3438"/>
                <a:ext cx="65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6" name="Line 18"/>
              <p:cNvSpPr>
                <a:spLocks noChangeShapeType="1"/>
              </p:cNvSpPr>
              <p:nvPr/>
            </p:nvSpPr>
            <p:spPr bwMode="auto">
              <a:xfrm>
                <a:off x="2446" y="2861"/>
                <a:ext cx="0" cy="107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7" name="Line 19"/>
              <p:cNvSpPr>
                <a:spLocks noChangeShapeType="1"/>
              </p:cNvSpPr>
              <p:nvPr/>
            </p:nvSpPr>
            <p:spPr bwMode="auto">
              <a:xfrm>
                <a:off x="3898" y="2854"/>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8" name="Line 20"/>
              <p:cNvSpPr>
                <a:spLocks noChangeShapeType="1"/>
              </p:cNvSpPr>
              <p:nvPr/>
            </p:nvSpPr>
            <p:spPr bwMode="auto">
              <a:xfrm>
                <a:off x="3891" y="3257"/>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9" name="Line 21"/>
              <p:cNvSpPr>
                <a:spLocks noChangeShapeType="1"/>
              </p:cNvSpPr>
              <p:nvPr/>
            </p:nvSpPr>
            <p:spPr bwMode="auto">
              <a:xfrm flipH="1">
                <a:off x="2446" y="2854"/>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0" name="Line 22"/>
              <p:cNvSpPr>
                <a:spLocks noChangeShapeType="1"/>
              </p:cNvSpPr>
              <p:nvPr/>
            </p:nvSpPr>
            <p:spPr bwMode="auto">
              <a:xfrm flipH="1">
                <a:off x="2439" y="344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1" name="Line 23"/>
              <p:cNvSpPr>
                <a:spLocks noChangeShapeType="1"/>
              </p:cNvSpPr>
              <p:nvPr/>
            </p:nvSpPr>
            <p:spPr bwMode="auto">
              <a:xfrm flipH="1">
                <a:off x="2446" y="395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2" name="Line 24"/>
              <p:cNvSpPr>
                <a:spLocks noChangeShapeType="1"/>
              </p:cNvSpPr>
              <p:nvPr/>
            </p:nvSpPr>
            <p:spPr bwMode="auto">
              <a:xfrm flipH="1">
                <a:off x="3238" y="3955"/>
                <a:ext cx="661"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3" name="Line 25"/>
              <p:cNvSpPr>
                <a:spLocks noChangeShapeType="1"/>
              </p:cNvSpPr>
              <p:nvPr/>
            </p:nvSpPr>
            <p:spPr bwMode="auto">
              <a:xfrm flipH="1">
                <a:off x="3946" y="3955"/>
                <a:ext cx="74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44" name="Oval 26"/>
              <p:cNvSpPr>
                <a:spLocks noChangeArrowheads="1"/>
              </p:cNvSpPr>
              <p:nvPr/>
            </p:nvSpPr>
            <p:spPr bwMode="auto">
              <a:xfrm>
                <a:off x="4287" y="3254"/>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5" name="Oval 27"/>
              <p:cNvSpPr>
                <a:spLocks noChangeArrowheads="1"/>
              </p:cNvSpPr>
              <p:nvPr/>
            </p:nvSpPr>
            <p:spPr bwMode="auto">
              <a:xfrm>
                <a:off x="3869" y="3257"/>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6" name="Oval 28"/>
              <p:cNvSpPr>
                <a:spLocks noChangeArrowheads="1"/>
              </p:cNvSpPr>
              <p:nvPr/>
            </p:nvSpPr>
            <p:spPr bwMode="auto">
              <a:xfrm>
                <a:off x="3869" y="3028"/>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47" name="Oval 29"/>
              <p:cNvSpPr>
                <a:spLocks noChangeArrowheads="1"/>
              </p:cNvSpPr>
              <p:nvPr/>
            </p:nvSpPr>
            <p:spPr bwMode="auto">
              <a:xfrm>
                <a:off x="4287" y="3483"/>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7248" name="Group 30"/>
              <p:cNvGrpSpPr>
                <a:grpSpLocks/>
              </p:cNvGrpSpPr>
              <p:nvPr/>
            </p:nvGrpSpPr>
            <p:grpSpPr bwMode="auto">
              <a:xfrm>
                <a:off x="2974" y="2724"/>
                <a:ext cx="264" cy="269"/>
                <a:chOff x="2214" y="9158"/>
                <a:chExt cx="1080" cy="360"/>
              </a:xfrm>
            </p:grpSpPr>
            <p:grpSp>
              <p:nvGrpSpPr>
                <p:cNvPr id="7293" name="Group 31"/>
                <p:cNvGrpSpPr>
                  <a:grpSpLocks/>
                </p:cNvGrpSpPr>
                <p:nvPr/>
              </p:nvGrpSpPr>
              <p:grpSpPr bwMode="auto">
                <a:xfrm>
                  <a:off x="2574" y="9158"/>
                  <a:ext cx="360" cy="360"/>
                  <a:chOff x="2214" y="9158"/>
                  <a:chExt cx="360" cy="360"/>
                </a:xfrm>
              </p:grpSpPr>
              <p:sp>
                <p:nvSpPr>
                  <p:cNvPr id="7302" name="Line 3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3" name="Line 3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4" name="Line 3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94" name="Group 35"/>
                <p:cNvGrpSpPr>
                  <a:grpSpLocks/>
                </p:cNvGrpSpPr>
                <p:nvPr/>
              </p:nvGrpSpPr>
              <p:grpSpPr bwMode="auto">
                <a:xfrm>
                  <a:off x="2934" y="9158"/>
                  <a:ext cx="360" cy="360"/>
                  <a:chOff x="2214" y="9158"/>
                  <a:chExt cx="360" cy="360"/>
                </a:xfrm>
              </p:grpSpPr>
              <p:sp>
                <p:nvSpPr>
                  <p:cNvPr id="7299" name="Line 3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0" name="Line 3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301" name="Line 3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95" name="Group 39"/>
                <p:cNvGrpSpPr>
                  <a:grpSpLocks/>
                </p:cNvGrpSpPr>
                <p:nvPr/>
              </p:nvGrpSpPr>
              <p:grpSpPr bwMode="auto">
                <a:xfrm>
                  <a:off x="2214" y="9158"/>
                  <a:ext cx="360" cy="360"/>
                  <a:chOff x="2214" y="9158"/>
                  <a:chExt cx="360" cy="360"/>
                </a:xfrm>
              </p:grpSpPr>
              <p:sp>
                <p:nvSpPr>
                  <p:cNvPr id="7296" name="Line 4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7" name="Line 4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8" name="Line 4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49" name="Group 43"/>
              <p:cNvGrpSpPr>
                <a:grpSpLocks/>
              </p:cNvGrpSpPr>
              <p:nvPr/>
            </p:nvGrpSpPr>
            <p:grpSpPr bwMode="auto">
              <a:xfrm>
                <a:off x="2974" y="3285"/>
                <a:ext cx="264" cy="269"/>
                <a:chOff x="2214" y="9158"/>
                <a:chExt cx="1080" cy="360"/>
              </a:xfrm>
            </p:grpSpPr>
            <p:grpSp>
              <p:nvGrpSpPr>
                <p:cNvPr id="7281" name="Group 44"/>
                <p:cNvGrpSpPr>
                  <a:grpSpLocks/>
                </p:cNvGrpSpPr>
                <p:nvPr/>
              </p:nvGrpSpPr>
              <p:grpSpPr bwMode="auto">
                <a:xfrm>
                  <a:off x="2574" y="9158"/>
                  <a:ext cx="360" cy="360"/>
                  <a:chOff x="2214" y="9158"/>
                  <a:chExt cx="360" cy="360"/>
                </a:xfrm>
              </p:grpSpPr>
              <p:sp>
                <p:nvSpPr>
                  <p:cNvPr id="7290" name="Line 4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1" name="Line 4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92" name="Line 4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82" name="Group 48"/>
                <p:cNvGrpSpPr>
                  <a:grpSpLocks/>
                </p:cNvGrpSpPr>
                <p:nvPr/>
              </p:nvGrpSpPr>
              <p:grpSpPr bwMode="auto">
                <a:xfrm>
                  <a:off x="2934" y="9158"/>
                  <a:ext cx="360" cy="360"/>
                  <a:chOff x="2214" y="9158"/>
                  <a:chExt cx="360" cy="360"/>
                </a:xfrm>
              </p:grpSpPr>
              <p:sp>
                <p:nvSpPr>
                  <p:cNvPr id="7287" name="Line 4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8" name="Line 5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9" name="Line 5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83" name="Group 52"/>
                <p:cNvGrpSpPr>
                  <a:grpSpLocks/>
                </p:cNvGrpSpPr>
                <p:nvPr/>
              </p:nvGrpSpPr>
              <p:grpSpPr bwMode="auto">
                <a:xfrm>
                  <a:off x="2214" y="9158"/>
                  <a:ext cx="360" cy="360"/>
                  <a:chOff x="2214" y="9158"/>
                  <a:chExt cx="360" cy="360"/>
                </a:xfrm>
              </p:grpSpPr>
              <p:sp>
                <p:nvSpPr>
                  <p:cNvPr id="7284" name="Line 5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5" name="Line 5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6" name="Line 5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50" name="Group 56"/>
              <p:cNvGrpSpPr>
                <a:grpSpLocks/>
              </p:cNvGrpSpPr>
              <p:nvPr/>
            </p:nvGrpSpPr>
            <p:grpSpPr bwMode="auto">
              <a:xfrm>
                <a:off x="2974" y="3809"/>
                <a:ext cx="264" cy="269"/>
                <a:chOff x="2214" y="9158"/>
                <a:chExt cx="1080" cy="360"/>
              </a:xfrm>
            </p:grpSpPr>
            <p:grpSp>
              <p:nvGrpSpPr>
                <p:cNvPr id="7269" name="Group 57"/>
                <p:cNvGrpSpPr>
                  <a:grpSpLocks/>
                </p:cNvGrpSpPr>
                <p:nvPr/>
              </p:nvGrpSpPr>
              <p:grpSpPr bwMode="auto">
                <a:xfrm>
                  <a:off x="2574" y="9158"/>
                  <a:ext cx="360" cy="360"/>
                  <a:chOff x="2214" y="9158"/>
                  <a:chExt cx="360" cy="360"/>
                </a:xfrm>
              </p:grpSpPr>
              <p:sp>
                <p:nvSpPr>
                  <p:cNvPr id="7278" name="Line 5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9" name="Line 5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80" name="Line 6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70" name="Group 61"/>
                <p:cNvGrpSpPr>
                  <a:grpSpLocks/>
                </p:cNvGrpSpPr>
                <p:nvPr/>
              </p:nvGrpSpPr>
              <p:grpSpPr bwMode="auto">
                <a:xfrm>
                  <a:off x="2934" y="9158"/>
                  <a:ext cx="360" cy="360"/>
                  <a:chOff x="2214" y="9158"/>
                  <a:chExt cx="360" cy="360"/>
                </a:xfrm>
              </p:grpSpPr>
              <p:sp>
                <p:nvSpPr>
                  <p:cNvPr id="7275" name="Line 62"/>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6" name="Line 63"/>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7" name="Line 64"/>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71" name="Group 65"/>
                <p:cNvGrpSpPr>
                  <a:grpSpLocks/>
                </p:cNvGrpSpPr>
                <p:nvPr/>
              </p:nvGrpSpPr>
              <p:grpSpPr bwMode="auto">
                <a:xfrm>
                  <a:off x="2214" y="9158"/>
                  <a:ext cx="360" cy="360"/>
                  <a:chOff x="2214" y="9158"/>
                  <a:chExt cx="360" cy="360"/>
                </a:xfrm>
              </p:grpSpPr>
              <p:sp>
                <p:nvSpPr>
                  <p:cNvPr id="7272" name="Line 6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3" name="Line 6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74" name="Line 6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7251" name="Group 69"/>
              <p:cNvGrpSpPr>
                <a:grpSpLocks/>
              </p:cNvGrpSpPr>
              <p:nvPr/>
            </p:nvGrpSpPr>
            <p:grpSpPr bwMode="auto">
              <a:xfrm rot="5400000">
                <a:off x="4555" y="3281"/>
                <a:ext cx="269" cy="264"/>
                <a:chOff x="2214" y="9158"/>
                <a:chExt cx="1080" cy="360"/>
              </a:xfrm>
            </p:grpSpPr>
            <p:grpSp>
              <p:nvGrpSpPr>
                <p:cNvPr id="7257" name="Group 70"/>
                <p:cNvGrpSpPr>
                  <a:grpSpLocks/>
                </p:cNvGrpSpPr>
                <p:nvPr/>
              </p:nvGrpSpPr>
              <p:grpSpPr bwMode="auto">
                <a:xfrm>
                  <a:off x="2574" y="9158"/>
                  <a:ext cx="360" cy="360"/>
                  <a:chOff x="2214" y="9158"/>
                  <a:chExt cx="360" cy="360"/>
                </a:xfrm>
              </p:grpSpPr>
              <p:sp>
                <p:nvSpPr>
                  <p:cNvPr id="7266" name="Line 7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7" name="Line 7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8" name="Line 7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58" name="Group 74"/>
                <p:cNvGrpSpPr>
                  <a:grpSpLocks/>
                </p:cNvGrpSpPr>
                <p:nvPr/>
              </p:nvGrpSpPr>
              <p:grpSpPr bwMode="auto">
                <a:xfrm>
                  <a:off x="2934" y="9158"/>
                  <a:ext cx="360" cy="360"/>
                  <a:chOff x="2214" y="9158"/>
                  <a:chExt cx="360" cy="360"/>
                </a:xfrm>
              </p:grpSpPr>
              <p:sp>
                <p:nvSpPr>
                  <p:cNvPr id="7263" name="Line 7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4" name="Line 7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5" name="Line 77"/>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259" name="Group 78"/>
                <p:cNvGrpSpPr>
                  <a:grpSpLocks/>
                </p:cNvGrpSpPr>
                <p:nvPr/>
              </p:nvGrpSpPr>
              <p:grpSpPr bwMode="auto">
                <a:xfrm>
                  <a:off x="2214" y="9158"/>
                  <a:ext cx="360" cy="360"/>
                  <a:chOff x="2214" y="9158"/>
                  <a:chExt cx="360" cy="360"/>
                </a:xfrm>
              </p:grpSpPr>
              <p:sp>
                <p:nvSpPr>
                  <p:cNvPr id="7260" name="Line 7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1" name="Line 8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62" name="Line 8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7252" name="Line 82"/>
              <p:cNvSpPr>
                <a:spLocks noChangeShapeType="1"/>
              </p:cNvSpPr>
              <p:nvPr/>
            </p:nvSpPr>
            <p:spPr bwMode="auto">
              <a:xfrm>
                <a:off x="4690"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3" name="Line 83"/>
              <p:cNvSpPr>
                <a:spLocks noChangeShapeType="1"/>
              </p:cNvSpPr>
              <p:nvPr/>
            </p:nvSpPr>
            <p:spPr bwMode="auto">
              <a:xfrm>
                <a:off x="4690" y="3549"/>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4" name="Line 84"/>
              <p:cNvSpPr>
                <a:spLocks noChangeShapeType="1"/>
              </p:cNvSpPr>
              <p:nvPr/>
            </p:nvSpPr>
            <p:spPr bwMode="auto">
              <a:xfrm flipV="1">
                <a:off x="4305"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5" name="Line 85"/>
              <p:cNvSpPr>
                <a:spLocks noChangeShapeType="1"/>
              </p:cNvSpPr>
              <p:nvPr/>
            </p:nvSpPr>
            <p:spPr bwMode="auto">
              <a:xfrm>
                <a:off x="4313" y="3541"/>
                <a:ext cx="0" cy="40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56" name="Line 86"/>
              <p:cNvSpPr>
                <a:spLocks noChangeShapeType="1"/>
              </p:cNvSpPr>
              <p:nvPr/>
            </p:nvSpPr>
            <p:spPr bwMode="auto">
              <a:xfrm flipV="1">
                <a:off x="3919" y="3115"/>
                <a:ext cx="132" cy="13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20" name="Text Box 87"/>
            <p:cNvSpPr txBox="1">
              <a:spLocks noChangeArrowheads="1"/>
            </p:cNvSpPr>
            <p:nvPr/>
          </p:nvSpPr>
          <p:spPr bwMode="auto">
            <a:xfrm>
              <a:off x="3815" y="4003"/>
              <a:ext cx="2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7221" name="Rectangle 88"/>
            <p:cNvSpPr>
              <a:spLocks noChangeArrowheads="1"/>
            </p:cNvSpPr>
            <p:nvPr/>
          </p:nvSpPr>
          <p:spPr bwMode="auto">
            <a:xfrm>
              <a:off x="2711" y="3618"/>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7222" name="Rectangle 89"/>
            <p:cNvSpPr>
              <a:spLocks noChangeArrowheads="1"/>
            </p:cNvSpPr>
            <p:nvPr/>
          </p:nvSpPr>
          <p:spPr bwMode="auto">
            <a:xfrm>
              <a:off x="2701" y="3106"/>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7223" name="Rectangle 90"/>
            <p:cNvSpPr>
              <a:spLocks noChangeArrowheads="1"/>
            </p:cNvSpPr>
            <p:nvPr/>
          </p:nvSpPr>
          <p:spPr bwMode="auto">
            <a:xfrm>
              <a:off x="2699" y="2535"/>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7224" name="Rectangle 91"/>
            <p:cNvSpPr>
              <a:spLocks noChangeArrowheads="1"/>
            </p:cNvSpPr>
            <p:nvPr/>
          </p:nvSpPr>
          <p:spPr bwMode="auto">
            <a:xfrm>
              <a:off x="4399" y="2964"/>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grpSp>
          <p:nvGrpSpPr>
            <p:cNvPr id="7225" name="Group 92"/>
            <p:cNvGrpSpPr>
              <a:grpSpLocks/>
            </p:cNvGrpSpPr>
            <p:nvPr/>
          </p:nvGrpSpPr>
          <p:grpSpPr bwMode="auto">
            <a:xfrm>
              <a:off x="4217" y="3959"/>
              <a:ext cx="200" cy="237"/>
              <a:chOff x="8088" y="15201"/>
              <a:chExt cx="340" cy="280"/>
            </a:xfrm>
          </p:grpSpPr>
          <p:sp>
            <p:nvSpPr>
              <p:cNvPr id="7228" name="Line 93"/>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29" name="Line 94"/>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0" name="Line 95"/>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31" name="Line 96"/>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226" name="Oval 97"/>
            <p:cNvSpPr>
              <a:spLocks noChangeArrowheads="1"/>
            </p:cNvSpPr>
            <p:nvPr/>
          </p:nvSpPr>
          <p:spPr bwMode="auto">
            <a:xfrm>
              <a:off x="4285" y="3911"/>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7227" name="Oval 98"/>
            <p:cNvSpPr>
              <a:spLocks noChangeArrowheads="1"/>
            </p:cNvSpPr>
            <p:nvPr/>
          </p:nvSpPr>
          <p:spPr bwMode="auto">
            <a:xfrm>
              <a:off x="2415" y="3414"/>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7172" name="Rectangle 99"/>
          <p:cNvSpPr>
            <a:spLocks noChangeArrowheads="1"/>
          </p:cNvSpPr>
          <p:nvPr/>
        </p:nvSpPr>
        <p:spPr bwMode="auto">
          <a:xfrm>
            <a:off x="1149350" y="148907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7173" name="Rectangle 100"/>
          <p:cNvSpPr>
            <a:spLocks noChangeArrowheads="1"/>
          </p:cNvSpPr>
          <p:nvPr/>
        </p:nvSpPr>
        <p:spPr bwMode="auto">
          <a:xfrm>
            <a:off x="4595813" y="2155825"/>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476306" name="Text Box 146"/>
          <p:cNvSpPr txBox="1">
            <a:spLocks noChangeArrowheads="1"/>
          </p:cNvSpPr>
          <p:nvPr/>
        </p:nvSpPr>
        <p:spPr bwMode="auto">
          <a:xfrm>
            <a:off x="1423613" y="3128963"/>
            <a:ext cx="558875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46800" rIns="90000" bIns="46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latin typeface="Arial" panose="020B0604020202020204" pitchFamily="34" charset="0"/>
                <a:sym typeface="Symbol" panose="05050102010706020507" pitchFamily="18" charset="2"/>
              </a:rPr>
              <a:t> </a:t>
            </a:r>
            <a:r>
              <a:rPr lang="es-ES" sz="2400" dirty="0">
                <a:latin typeface="Arial" panose="020B0604020202020204" pitchFamily="34" charset="0"/>
              </a:rPr>
              <a:t>En cada porción abierta del circuito:</a:t>
            </a:r>
          </a:p>
        </p:txBody>
      </p:sp>
      <p:sp>
        <p:nvSpPr>
          <p:cNvPr id="127" name="Text Box 102">
            <a:extLst>
              <a:ext uri="{FF2B5EF4-FFF2-40B4-BE49-F238E27FC236}">
                <a16:creationId xmlns:a16="http://schemas.microsoft.com/office/drawing/2014/main" id="{A312AB3E-474E-485B-9142-D341219A99CD}"/>
              </a:ext>
            </a:extLst>
          </p:cNvPr>
          <p:cNvSpPr txBox="1">
            <a:spLocks noChangeArrowheads="1"/>
          </p:cNvSpPr>
          <p:nvPr/>
        </p:nvSpPr>
        <p:spPr bwMode="auto">
          <a:xfrm>
            <a:off x="5773739" y="495300"/>
            <a:ext cx="3125512"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Abiertos</a:t>
            </a:r>
          </a:p>
        </p:txBody>
      </p:sp>
      <p:sp>
        <p:nvSpPr>
          <p:cNvPr id="128" name="Text Box 112">
            <a:extLst>
              <a:ext uri="{FF2B5EF4-FFF2-40B4-BE49-F238E27FC236}">
                <a16:creationId xmlns:a16="http://schemas.microsoft.com/office/drawing/2014/main" id="{5E045AC2-EACE-41A0-A9F0-A1F1151DAE5F}"/>
              </a:ext>
            </a:extLst>
          </p:cNvPr>
          <p:cNvSpPr txBox="1">
            <a:spLocks noChangeArrowheads="1"/>
          </p:cNvSpPr>
          <p:nvPr/>
        </p:nvSpPr>
        <p:spPr bwMode="auto">
          <a:xfrm>
            <a:off x="7019164" y="1508139"/>
            <a:ext cx="1723847"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2</a:t>
            </a:r>
            <a:endParaRPr lang="es-ES" sz="2800">
              <a:solidFill>
                <a:srgbClr val="000000"/>
              </a:solidFill>
              <a:latin typeface="Arial" panose="020B0604020202020204" pitchFamily="34" charset="0"/>
            </a:endParaRPr>
          </a:p>
        </p:txBody>
      </p:sp>
      <p:sp>
        <p:nvSpPr>
          <p:cNvPr id="129" name="Text Box 5">
            <a:extLst>
              <a:ext uri="{FF2B5EF4-FFF2-40B4-BE49-F238E27FC236}">
                <a16:creationId xmlns:a16="http://schemas.microsoft.com/office/drawing/2014/main" id="{67232202-A6B3-4901-B8F0-54D0CFB4487A}"/>
              </a:ext>
            </a:extLst>
          </p:cNvPr>
          <p:cNvSpPr txBox="1">
            <a:spLocks noChangeArrowheads="1"/>
          </p:cNvSpPr>
          <p:nvPr/>
        </p:nvSpPr>
        <p:spPr bwMode="auto">
          <a:xfrm>
            <a:off x="5771454" y="1503754"/>
            <a:ext cx="929843" cy="55109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¿R</a:t>
            </a:r>
            <a:r>
              <a:rPr lang="es-ES" sz="2400" b="1" baseline="-25000">
                <a:latin typeface="Arial" panose="020B0604020202020204" pitchFamily="34" charset="0"/>
              </a:rPr>
              <a:t>2</a:t>
            </a:r>
            <a:r>
              <a:rPr lang="es-ES" sz="2400" b="1">
                <a:latin typeface="Arial" panose="020B0604020202020204" pitchFamily="34" charset="0"/>
              </a:rPr>
              <a:t>?</a:t>
            </a:r>
          </a:p>
        </p:txBody>
      </p:sp>
      <p:sp>
        <p:nvSpPr>
          <p:cNvPr id="123" name="Text Box 126">
            <a:extLst>
              <a:ext uri="{FF2B5EF4-FFF2-40B4-BE49-F238E27FC236}">
                <a16:creationId xmlns:a16="http://schemas.microsoft.com/office/drawing/2014/main" id="{CCB2C20A-5888-458F-9636-550DAC1370E1}"/>
              </a:ext>
            </a:extLst>
          </p:cNvPr>
          <p:cNvSpPr txBox="1">
            <a:spLocks noChangeArrowheads="1"/>
          </p:cNvSpPr>
          <p:nvPr/>
        </p:nvSpPr>
        <p:spPr bwMode="auto">
          <a:xfrm>
            <a:off x="1791013" y="4121288"/>
            <a:ext cx="7945269" cy="2455912"/>
          </a:xfrm>
          <a:prstGeom prst="rect">
            <a:avLst/>
          </a:prstGeom>
          <a:solidFill>
            <a:schemeClr val="accent1">
              <a:lumMod val="60000"/>
              <a:lumOff val="40000"/>
            </a:schemeClr>
          </a:solidFill>
          <a:ln>
            <a:noFill/>
          </a:ln>
        </p:spPr>
        <p:txBody>
          <a:bodyPr wrap="square" lIns="180000" tIns="118800" rIns="144000" bIns="118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just" eaLnBrk="1" hangingPunct="1">
              <a:spcBef>
                <a:spcPts val="0"/>
              </a:spcBef>
              <a:buFontTx/>
              <a:buNone/>
            </a:pPr>
            <a:r>
              <a:rPr lang="es-ES" sz="2400" dirty="0">
                <a:latin typeface="Arial" panose="020B0604020202020204" pitchFamily="34" charset="0"/>
              </a:rPr>
              <a:t>La acumulación inicial de carga de signo contrario en los terminales de los interruptores, genera un campo opuesto al aplicado en las porciones abiertas (como ocurre con un condensador). Esto da lugar a un campo total nulo en esas porciones, que hace que la corriente sea nula y el potencial constante en ellas</a:t>
            </a:r>
          </a:p>
        </p:txBody>
      </p:sp>
      <p:grpSp>
        <p:nvGrpSpPr>
          <p:cNvPr id="2" name="Grupo 1">
            <a:extLst>
              <a:ext uri="{FF2B5EF4-FFF2-40B4-BE49-F238E27FC236}">
                <a16:creationId xmlns:a16="http://schemas.microsoft.com/office/drawing/2014/main" id="{22EF175A-C143-4616-9FEA-157BBA66BF63}"/>
              </a:ext>
            </a:extLst>
          </p:cNvPr>
          <p:cNvGrpSpPr/>
          <p:nvPr/>
        </p:nvGrpSpPr>
        <p:grpSpPr>
          <a:xfrm>
            <a:off x="6685036" y="3113645"/>
            <a:ext cx="903636" cy="567647"/>
            <a:chOff x="7044433" y="3083501"/>
            <a:chExt cx="903636" cy="567647"/>
          </a:xfrm>
        </p:grpSpPr>
        <p:sp>
          <p:nvSpPr>
            <p:cNvPr id="103" name="Rectangle 146">
              <a:extLst>
                <a:ext uri="{FF2B5EF4-FFF2-40B4-BE49-F238E27FC236}">
                  <a16:creationId xmlns:a16="http://schemas.microsoft.com/office/drawing/2014/main" id="{61BBDF0C-64A0-4C5E-817C-3EE3A5214A62}"/>
                </a:ext>
              </a:extLst>
            </p:cNvPr>
            <p:cNvSpPr>
              <a:spLocks noChangeArrowheads="1"/>
            </p:cNvSpPr>
            <p:nvPr/>
          </p:nvSpPr>
          <p:spPr bwMode="auto">
            <a:xfrm>
              <a:off x="7044433" y="3083501"/>
              <a:ext cx="903636" cy="567647"/>
            </a:xfrm>
            <a:prstGeom prst="rect">
              <a:avLst/>
            </a:prstGeom>
            <a:solidFill>
              <a:srgbClr val="FFCC99"/>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endParaRPr lang="es-ES" sz="2400" b="1">
                <a:solidFill>
                  <a:srgbClr val="3333FF"/>
                </a:solidFill>
                <a:latin typeface="Comic Sans MS" panose="030F0702030302020204" pitchFamily="66" charset="0"/>
              </a:endParaRPr>
            </a:p>
          </p:txBody>
        </p:sp>
        <p:sp>
          <p:nvSpPr>
            <p:cNvPr id="106" name="Text Box 143">
              <a:extLst>
                <a:ext uri="{FF2B5EF4-FFF2-40B4-BE49-F238E27FC236}">
                  <a16:creationId xmlns:a16="http://schemas.microsoft.com/office/drawing/2014/main" id="{1D3725B6-A848-488C-ACF0-B0A9C8AAAF95}"/>
                </a:ext>
              </a:extLst>
            </p:cNvPr>
            <p:cNvSpPr txBox="1">
              <a:spLocks noChangeArrowheads="1"/>
            </p:cNvSpPr>
            <p:nvPr/>
          </p:nvSpPr>
          <p:spPr bwMode="auto">
            <a:xfrm>
              <a:off x="7067006" y="3120769"/>
              <a:ext cx="834698" cy="5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72000" tIns="72000" rIns="72000" bIns="72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r>
                <a:rPr lang="es-ES" sz="2400">
                  <a:solidFill>
                    <a:srgbClr val="000000"/>
                  </a:solidFill>
                  <a:latin typeface="Arial" panose="020B0604020202020204" pitchFamily="34" charset="0"/>
                </a:rPr>
                <a:t> = 0</a:t>
              </a:r>
              <a:endParaRPr lang="es-ES" sz="2800">
                <a:solidFill>
                  <a:srgbClr val="000000"/>
                </a:solidFill>
              </a:endParaRPr>
            </a:p>
          </p:txBody>
        </p:sp>
      </p:grpSp>
      <p:grpSp>
        <p:nvGrpSpPr>
          <p:cNvPr id="107" name="Group 145">
            <a:extLst>
              <a:ext uri="{FF2B5EF4-FFF2-40B4-BE49-F238E27FC236}">
                <a16:creationId xmlns:a16="http://schemas.microsoft.com/office/drawing/2014/main" id="{042A0A2E-95E1-4B2D-B06B-DF1805CD3517}"/>
              </a:ext>
            </a:extLst>
          </p:cNvPr>
          <p:cNvGrpSpPr>
            <a:grpSpLocks/>
          </p:cNvGrpSpPr>
          <p:nvPr/>
        </p:nvGrpSpPr>
        <p:grpSpPr bwMode="auto">
          <a:xfrm>
            <a:off x="7705763" y="2911479"/>
            <a:ext cx="3030533" cy="957263"/>
            <a:chOff x="3993" y="2847"/>
            <a:chExt cx="1909" cy="603"/>
          </a:xfrm>
        </p:grpSpPr>
        <p:sp>
          <p:nvSpPr>
            <p:cNvPr id="108" name="AutoShape 157">
              <a:extLst>
                <a:ext uri="{FF2B5EF4-FFF2-40B4-BE49-F238E27FC236}">
                  <a16:creationId xmlns:a16="http://schemas.microsoft.com/office/drawing/2014/main" id="{C7365411-A2DC-4765-BF57-49120F71CA39}"/>
                </a:ext>
              </a:extLst>
            </p:cNvPr>
            <p:cNvSpPr>
              <a:spLocks noChangeArrowheads="1"/>
            </p:cNvSpPr>
            <p:nvPr/>
          </p:nvSpPr>
          <p:spPr bwMode="auto">
            <a:xfrm rot="16200000">
              <a:off x="3962" y="3036"/>
              <a:ext cx="299" cy="237"/>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09" name="Text Box 121">
              <a:extLst>
                <a:ext uri="{FF2B5EF4-FFF2-40B4-BE49-F238E27FC236}">
                  <a16:creationId xmlns:a16="http://schemas.microsoft.com/office/drawing/2014/main" id="{7F5099C7-2397-4808-A113-56272D9571DE}"/>
                </a:ext>
              </a:extLst>
            </p:cNvPr>
            <p:cNvSpPr txBox="1">
              <a:spLocks noChangeArrowheads="1"/>
            </p:cNvSpPr>
            <p:nvPr/>
          </p:nvSpPr>
          <p:spPr bwMode="auto">
            <a:xfrm>
              <a:off x="4293" y="2847"/>
              <a:ext cx="1609" cy="603"/>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000000"/>
                  </a:solidFill>
                  <a:latin typeface="Arial" panose="020B0604020202020204" pitchFamily="34" charset="0"/>
                </a:rPr>
                <a:t>Son conductores en </a:t>
              </a:r>
              <a:r>
                <a:rPr lang="es-ES" sz="2400" dirty="0">
                  <a:latin typeface="Arial" panose="020B0604020202020204" pitchFamily="34" charset="0"/>
                </a:rPr>
                <a:t>equilibrio</a:t>
              </a:r>
            </a:p>
          </p:txBody>
        </p:sp>
      </p:grpSp>
    </p:spTree>
    <p:extLst>
      <p:ext uri="{BB962C8B-B14F-4D97-AF65-F5344CB8AC3E}">
        <p14:creationId xmlns:p14="http://schemas.microsoft.com/office/powerpoint/2010/main" val="4347310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wipe(left)">
                                      <p:cBhvr>
                                        <p:cTn id="7" dur="500"/>
                                        <p:tgtEl>
                                          <p:spTgt spid="1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wipe(up)">
                                      <p:cBhvr>
                                        <p:cTn id="1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ectangle 141">
            <a:extLst>
              <a:ext uri="{FF2B5EF4-FFF2-40B4-BE49-F238E27FC236}">
                <a16:creationId xmlns:a16="http://schemas.microsoft.com/office/drawing/2014/main" id="{49CC1DA7-7554-46C5-89E0-CD77134BA26D}"/>
              </a:ext>
            </a:extLst>
          </p:cNvPr>
          <p:cNvSpPr>
            <a:spLocks noChangeArrowheads="1"/>
          </p:cNvSpPr>
          <p:nvPr/>
        </p:nvSpPr>
        <p:spPr bwMode="auto">
          <a:xfrm>
            <a:off x="4146605" y="5606353"/>
            <a:ext cx="504825" cy="60053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endParaRPr lang="es-ES" b="1">
              <a:solidFill>
                <a:srgbClr val="3333FF"/>
              </a:solidFill>
              <a:latin typeface="Comic Sans MS" panose="030F0702030302020204" pitchFamily="66" charset="0"/>
            </a:endParaRPr>
          </a:p>
        </p:txBody>
      </p:sp>
      <p:grpSp>
        <p:nvGrpSpPr>
          <p:cNvPr id="9224" name="Group 8"/>
          <p:cNvGrpSpPr>
            <a:grpSpLocks/>
          </p:cNvGrpSpPr>
          <p:nvPr/>
        </p:nvGrpSpPr>
        <p:grpSpPr bwMode="auto">
          <a:xfrm>
            <a:off x="1503364" y="344488"/>
            <a:ext cx="3821113" cy="2854325"/>
            <a:chOff x="2415" y="2535"/>
            <a:chExt cx="2407" cy="1798"/>
          </a:xfrm>
        </p:grpSpPr>
        <p:grpSp>
          <p:nvGrpSpPr>
            <p:cNvPr id="9289" name="Group 9"/>
            <p:cNvGrpSpPr>
              <a:grpSpLocks/>
            </p:cNvGrpSpPr>
            <p:nvPr/>
          </p:nvGrpSpPr>
          <p:grpSpPr bwMode="auto">
            <a:xfrm>
              <a:off x="2439" y="2724"/>
              <a:ext cx="2383" cy="1354"/>
              <a:chOff x="2439" y="2724"/>
              <a:chExt cx="2383" cy="1354"/>
            </a:xfrm>
          </p:grpSpPr>
          <p:sp>
            <p:nvSpPr>
              <p:cNvPr id="9302" name="Line 10"/>
              <p:cNvSpPr>
                <a:spLocks noChangeShapeType="1"/>
              </p:cNvSpPr>
              <p:nvPr/>
            </p:nvSpPr>
            <p:spPr bwMode="auto">
              <a:xfrm flipV="1">
                <a:off x="4322" y="3344"/>
                <a:ext cx="143" cy="14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9303" name="Group 11"/>
              <p:cNvGrpSpPr>
                <a:grpSpLocks/>
              </p:cNvGrpSpPr>
              <p:nvPr/>
            </p:nvGrpSpPr>
            <p:grpSpPr bwMode="auto">
              <a:xfrm>
                <a:off x="3898" y="3807"/>
                <a:ext cx="46" cy="269"/>
                <a:chOff x="5153" y="6274"/>
                <a:chExt cx="63" cy="360"/>
              </a:xfrm>
            </p:grpSpPr>
            <p:sp>
              <p:nvSpPr>
                <p:cNvPr id="9375" name="Line 12"/>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76" name="Line 13"/>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304" name="Line 14"/>
              <p:cNvSpPr>
                <a:spLocks noChangeShapeType="1"/>
              </p:cNvSpPr>
              <p:nvPr/>
            </p:nvSpPr>
            <p:spPr bwMode="auto">
              <a:xfrm>
                <a:off x="3238" y="2854"/>
                <a:ext cx="144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5" name="Line 15"/>
              <p:cNvSpPr>
                <a:spLocks noChangeShapeType="1"/>
              </p:cNvSpPr>
              <p:nvPr/>
            </p:nvSpPr>
            <p:spPr bwMode="auto">
              <a:xfrm rot="10800000">
                <a:off x="3238" y="3438"/>
                <a:ext cx="65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6" name="Line 16"/>
              <p:cNvSpPr>
                <a:spLocks noChangeShapeType="1"/>
              </p:cNvSpPr>
              <p:nvPr/>
            </p:nvSpPr>
            <p:spPr bwMode="auto">
              <a:xfrm>
                <a:off x="2446" y="2861"/>
                <a:ext cx="0" cy="107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7" name="Line 17"/>
              <p:cNvSpPr>
                <a:spLocks noChangeShapeType="1"/>
              </p:cNvSpPr>
              <p:nvPr/>
            </p:nvSpPr>
            <p:spPr bwMode="auto">
              <a:xfrm>
                <a:off x="3898" y="2854"/>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8" name="Line 18"/>
              <p:cNvSpPr>
                <a:spLocks noChangeShapeType="1"/>
              </p:cNvSpPr>
              <p:nvPr/>
            </p:nvSpPr>
            <p:spPr bwMode="auto">
              <a:xfrm>
                <a:off x="3891" y="3257"/>
                <a:ext cx="0" cy="17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9" name="Line 19"/>
              <p:cNvSpPr>
                <a:spLocks noChangeShapeType="1"/>
              </p:cNvSpPr>
              <p:nvPr/>
            </p:nvSpPr>
            <p:spPr bwMode="auto">
              <a:xfrm flipH="1">
                <a:off x="2446" y="2854"/>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10" name="Line 20"/>
              <p:cNvSpPr>
                <a:spLocks noChangeShapeType="1"/>
              </p:cNvSpPr>
              <p:nvPr/>
            </p:nvSpPr>
            <p:spPr bwMode="auto">
              <a:xfrm flipH="1">
                <a:off x="2439" y="344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11" name="Line 21"/>
              <p:cNvSpPr>
                <a:spLocks noChangeShapeType="1"/>
              </p:cNvSpPr>
              <p:nvPr/>
            </p:nvSpPr>
            <p:spPr bwMode="auto">
              <a:xfrm flipH="1">
                <a:off x="2446" y="3955"/>
                <a:ext cx="536"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12" name="Line 22"/>
              <p:cNvSpPr>
                <a:spLocks noChangeShapeType="1"/>
              </p:cNvSpPr>
              <p:nvPr/>
            </p:nvSpPr>
            <p:spPr bwMode="auto">
              <a:xfrm flipH="1">
                <a:off x="3238" y="3955"/>
                <a:ext cx="661"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13" name="Line 23"/>
              <p:cNvSpPr>
                <a:spLocks noChangeShapeType="1"/>
              </p:cNvSpPr>
              <p:nvPr/>
            </p:nvSpPr>
            <p:spPr bwMode="auto">
              <a:xfrm flipH="1">
                <a:off x="3946" y="3955"/>
                <a:ext cx="744"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14" name="Oval 24"/>
              <p:cNvSpPr>
                <a:spLocks noChangeArrowheads="1"/>
              </p:cNvSpPr>
              <p:nvPr/>
            </p:nvSpPr>
            <p:spPr bwMode="auto">
              <a:xfrm>
                <a:off x="4287" y="3254"/>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315" name="Oval 25"/>
              <p:cNvSpPr>
                <a:spLocks noChangeArrowheads="1"/>
              </p:cNvSpPr>
              <p:nvPr/>
            </p:nvSpPr>
            <p:spPr bwMode="auto">
              <a:xfrm>
                <a:off x="3869" y="3257"/>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316" name="Oval 26"/>
              <p:cNvSpPr>
                <a:spLocks noChangeArrowheads="1"/>
              </p:cNvSpPr>
              <p:nvPr/>
            </p:nvSpPr>
            <p:spPr bwMode="auto">
              <a:xfrm>
                <a:off x="3869" y="3028"/>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317" name="Oval 27"/>
              <p:cNvSpPr>
                <a:spLocks noChangeArrowheads="1"/>
              </p:cNvSpPr>
              <p:nvPr/>
            </p:nvSpPr>
            <p:spPr bwMode="auto">
              <a:xfrm>
                <a:off x="4287" y="3483"/>
                <a:ext cx="50" cy="51"/>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9318" name="Group 28"/>
              <p:cNvGrpSpPr>
                <a:grpSpLocks/>
              </p:cNvGrpSpPr>
              <p:nvPr/>
            </p:nvGrpSpPr>
            <p:grpSpPr bwMode="auto">
              <a:xfrm>
                <a:off x="2974" y="2724"/>
                <a:ext cx="264" cy="269"/>
                <a:chOff x="2214" y="9158"/>
                <a:chExt cx="1080" cy="360"/>
              </a:xfrm>
            </p:grpSpPr>
            <p:grpSp>
              <p:nvGrpSpPr>
                <p:cNvPr id="9363" name="Group 29"/>
                <p:cNvGrpSpPr>
                  <a:grpSpLocks/>
                </p:cNvGrpSpPr>
                <p:nvPr/>
              </p:nvGrpSpPr>
              <p:grpSpPr bwMode="auto">
                <a:xfrm>
                  <a:off x="2574" y="9158"/>
                  <a:ext cx="360" cy="360"/>
                  <a:chOff x="2214" y="9158"/>
                  <a:chExt cx="360" cy="360"/>
                </a:xfrm>
              </p:grpSpPr>
              <p:sp>
                <p:nvSpPr>
                  <p:cNvPr id="9372" name="Line 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73" name="Line 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74" name="Line 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64" name="Group 33"/>
                <p:cNvGrpSpPr>
                  <a:grpSpLocks/>
                </p:cNvGrpSpPr>
                <p:nvPr/>
              </p:nvGrpSpPr>
              <p:grpSpPr bwMode="auto">
                <a:xfrm>
                  <a:off x="2934" y="9158"/>
                  <a:ext cx="360" cy="360"/>
                  <a:chOff x="2214" y="9158"/>
                  <a:chExt cx="360" cy="360"/>
                </a:xfrm>
              </p:grpSpPr>
              <p:sp>
                <p:nvSpPr>
                  <p:cNvPr id="9369" name="Line 3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70" name="Line 3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71" name="Line 3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65" name="Group 37"/>
                <p:cNvGrpSpPr>
                  <a:grpSpLocks/>
                </p:cNvGrpSpPr>
                <p:nvPr/>
              </p:nvGrpSpPr>
              <p:grpSpPr bwMode="auto">
                <a:xfrm>
                  <a:off x="2214" y="9158"/>
                  <a:ext cx="360" cy="360"/>
                  <a:chOff x="2214" y="9158"/>
                  <a:chExt cx="360" cy="360"/>
                </a:xfrm>
              </p:grpSpPr>
              <p:sp>
                <p:nvSpPr>
                  <p:cNvPr id="9366" name="Line 3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67" name="Line 3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68" name="Line 4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9319" name="Group 41"/>
              <p:cNvGrpSpPr>
                <a:grpSpLocks/>
              </p:cNvGrpSpPr>
              <p:nvPr/>
            </p:nvGrpSpPr>
            <p:grpSpPr bwMode="auto">
              <a:xfrm>
                <a:off x="2974" y="3285"/>
                <a:ext cx="264" cy="269"/>
                <a:chOff x="2214" y="9158"/>
                <a:chExt cx="1080" cy="360"/>
              </a:xfrm>
            </p:grpSpPr>
            <p:grpSp>
              <p:nvGrpSpPr>
                <p:cNvPr id="9351" name="Group 42"/>
                <p:cNvGrpSpPr>
                  <a:grpSpLocks/>
                </p:cNvGrpSpPr>
                <p:nvPr/>
              </p:nvGrpSpPr>
              <p:grpSpPr bwMode="auto">
                <a:xfrm>
                  <a:off x="2574" y="9158"/>
                  <a:ext cx="360" cy="360"/>
                  <a:chOff x="2214" y="9158"/>
                  <a:chExt cx="360" cy="360"/>
                </a:xfrm>
              </p:grpSpPr>
              <p:sp>
                <p:nvSpPr>
                  <p:cNvPr id="9360" name="Line 4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61" name="Line 4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62" name="Line 4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52" name="Group 46"/>
                <p:cNvGrpSpPr>
                  <a:grpSpLocks/>
                </p:cNvGrpSpPr>
                <p:nvPr/>
              </p:nvGrpSpPr>
              <p:grpSpPr bwMode="auto">
                <a:xfrm>
                  <a:off x="2934" y="9158"/>
                  <a:ext cx="360" cy="360"/>
                  <a:chOff x="2214" y="9158"/>
                  <a:chExt cx="360" cy="360"/>
                </a:xfrm>
              </p:grpSpPr>
              <p:sp>
                <p:nvSpPr>
                  <p:cNvPr id="9357" name="Line 4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58" name="Line 4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59" name="Line 4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53" name="Group 50"/>
                <p:cNvGrpSpPr>
                  <a:grpSpLocks/>
                </p:cNvGrpSpPr>
                <p:nvPr/>
              </p:nvGrpSpPr>
              <p:grpSpPr bwMode="auto">
                <a:xfrm>
                  <a:off x="2214" y="9158"/>
                  <a:ext cx="360" cy="360"/>
                  <a:chOff x="2214" y="9158"/>
                  <a:chExt cx="360" cy="360"/>
                </a:xfrm>
              </p:grpSpPr>
              <p:sp>
                <p:nvSpPr>
                  <p:cNvPr id="9354" name="Line 5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55" name="Line 5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56" name="Line 5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9320" name="Group 54"/>
              <p:cNvGrpSpPr>
                <a:grpSpLocks/>
              </p:cNvGrpSpPr>
              <p:nvPr/>
            </p:nvGrpSpPr>
            <p:grpSpPr bwMode="auto">
              <a:xfrm>
                <a:off x="2974" y="3809"/>
                <a:ext cx="264" cy="269"/>
                <a:chOff x="2214" y="9158"/>
                <a:chExt cx="1080" cy="360"/>
              </a:xfrm>
            </p:grpSpPr>
            <p:grpSp>
              <p:nvGrpSpPr>
                <p:cNvPr id="9339" name="Group 55"/>
                <p:cNvGrpSpPr>
                  <a:grpSpLocks/>
                </p:cNvGrpSpPr>
                <p:nvPr/>
              </p:nvGrpSpPr>
              <p:grpSpPr bwMode="auto">
                <a:xfrm>
                  <a:off x="2574" y="9158"/>
                  <a:ext cx="360" cy="360"/>
                  <a:chOff x="2214" y="9158"/>
                  <a:chExt cx="360" cy="360"/>
                </a:xfrm>
              </p:grpSpPr>
              <p:sp>
                <p:nvSpPr>
                  <p:cNvPr id="9348" name="Line 5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49" name="Line 5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50" name="Line 5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40" name="Group 59"/>
                <p:cNvGrpSpPr>
                  <a:grpSpLocks/>
                </p:cNvGrpSpPr>
                <p:nvPr/>
              </p:nvGrpSpPr>
              <p:grpSpPr bwMode="auto">
                <a:xfrm>
                  <a:off x="2934" y="9158"/>
                  <a:ext cx="360" cy="360"/>
                  <a:chOff x="2214" y="9158"/>
                  <a:chExt cx="360" cy="360"/>
                </a:xfrm>
              </p:grpSpPr>
              <p:sp>
                <p:nvSpPr>
                  <p:cNvPr id="9345" name="Line 6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46" name="Line 6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47" name="Line 6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41" name="Group 63"/>
                <p:cNvGrpSpPr>
                  <a:grpSpLocks/>
                </p:cNvGrpSpPr>
                <p:nvPr/>
              </p:nvGrpSpPr>
              <p:grpSpPr bwMode="auto">
                <a:xfrm>
                  <a:off x="2214" y="9158"/>
                  <a:ext cx="360" cy="360"/>
                  <a:chOff x="2214" y="9158"/>
                  <a:chExt cx="360" cy="360"/>
                </a:xfrm>
              </p:grpSpPr>
              <p:sp>
                <p:nvSpPr>
                  <p:cNvPr id="9342" name="Line 6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43" name="Line 6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44" name="Line 6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9321" name="Group 67"/>
              <p:cNvGrpSpPr>
                <a:grpSpLocks/>
              </p:cNvGrpSpPr>
              <p:nvPr/>
            </p:nvGrpSpPr>
            <p:grpSpPr bwMode="auto">
              <a:xfrm rot="5400000">
                <a:off x="4555" y="3281"/>
                <a:ext cx="269" cy="264"/>
                <a:chOff x="2214" y="9158"/>
                <a:chExt cx="1080" cy="360"/>
              </a:xfrm>
            </p:grpSpPr>
            <p:grpSp>
              <p:nvGrpSpPr>
                <p:cNvPr id="9327" name="Group 68"/>
                <p:cNvGrpSpPr>
                  <a:grpSpLocks/>
                </p:cNvGrpSpPr>
                <p:nvPr/>
              </p:nvGrpSpPr>
              <p:grpSpPr bwMode="auto">
                <a:xfrm>
                  <a:off x="2574" y="9158"/>
                  <a:ext cx="360" cy="360"/>
                  <a:chOff x="2214" y="9158"/>
                  <a:chExt cx="360" cy="360"/>
                </a:xfrm>
              </p:grpSpPr>
              <p:sp>
                <p:nvSpPr>
                  <p:cNvPr id="9336" name="Line 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37" name="Line 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38" name="Line 7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28" name="Group 72"/>
                <p:cNvGrpSpPr>
                  <a:grpSpLocks/>
                </p:cNvGrpSpPr>
                <p:nvPr/>
              </p:nvGrpSpPr>
              <p:grpSpPr bwMode="auto">
                <a:xfrm>
                  <a:off x="2934" y="9158"/>
                  <a:ext cx="360" cy="360"/>
                  <a:chOff x="2214" y="9158"/>
                  <a:chExt cx="360" cy="360"/>
                </a:xfrm>
              </p:grpSpPr>
              <p:sp>
                <p:nvSpPr>
                  <p:cNvPr id="9333" name="Line 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34" name="Line 7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35" name="Line 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329" name="Group 76"/>
                <p:cNvGrpSpPr>
                  <a:grpSpLocks/>
                </p:cNvGrpSpPr>
                <p:nvPr/>
              </p:nvGrpSpPr>
              <p:grpSpPr bwMode="auto">
                <a:xfrm>
                  <a:off x="2214" y="9158"/>
                  <a:ext cx="360" cy="360"/>
                  <a:chOff x="2214" y="9158"/>
                  <a:chExt cx="360" cy="360"/>
                </a:xfrm>
              </p:grpSpPr>
              <p:sp>
                <p:nvSpPr>
                  <p:cNvPr id="9330" name="Line 7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31" name="Line 7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32" name="Line 7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9322" name="Line 80"/>
              <p:cNvSpPr>
                <a:spLocks noChangeShapeType="1"/>
              </p:cNvSpPr>
              <p:nvPr/>
            </p:nvSpPr>
            <p:spPr bwMode="auto">
              <a:xfrm>
                <a:off x="4690"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23" name="Line 81"/>
              <p:cNvSpPr>
                <a:spLocks noChangeShapeType="1"/>
              </p:cNvSpPr>
              <p:nvPr/>
            </p:nvSpPr>
            <p:spPr bwMode="auto">
              <a:xfrm>
                <a:off x="4690" y="3549"/>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24" name="Line 82"/>
              <p:cNvSpPr>
                <a:spLocks noChangeShapeType="1"/>
              </p:cNvSpPr>
              <p:nvPr/>
            </p:nvSpPr>
            <p:spPr bwMode="auto">
              <a:xfrm flipV="1">
                <a:off x="4305" y="2854"/>
                <a:ext cx="0" cy="40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25" name="Line 83"/>
              <p:cNvSpPr>
                <a:spLocks noChangeShapeType="1"/>
              </p:cNvSpPr>
              <p:nvPr/>
            </p:nvSpPr>
            <p:spPr bwMode="auto">
              <a:xfrm>
                <a:off x="4313" y="3541"/>
                <a:ext cx="0" cy="404"/>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26" name="Line 84"/>
              <p:cNvSpPr>
                <a:spLocks noChangeShapeType="1"/>
              </p:cNvSpPr>
              <p:nvPr/>
            </p:nvSpPr>
            <p:spPr bwMode="auto">
              <a:xfrm flipV="1">
                <a:off x="3919" y="3115"/>
                <a:ext cx="132" cy="135"/>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290" name="Text Box 85"/>
            <p:cNvSpPr txBox="1">
              <a:spLocks noChangeArrowheads="1"/>
            </p:cNvSpPr>
            <p:nvPr/>
          </p:nvSpPr>
          <p:spPr bwMode="auto">
            <a:xfrm>
              <a:off x="3815" y="4003"/>
              <a:ext cx="2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9291" name="Rectangle 86"/>
            <p:cNvSpPr>
              <a:spLocks noChangeArrowheads="1"/>
            </p:cNvSpPr>
            <p:nvPr/>
          </p:nvSpPr>
          <p:spPr bwMode="auto">
            <a:xfrm>
              <a:off x="2711" y="3618"/>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9292" name="Rectangle 87"/>
            <p:cNvSpPr>
              <a:spLocks noChangeArrowheads="1"/>
            </p:cNvSpPr>
            <p:nvPr/>
          </p:nvSpPr>
          <p:spPr bwMode="auto">
            <a:xfrm>
              <a:off x="2701" y="3106"/>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9293" name="Rectangle 88"/>
            <p:cNvSpPr>
              <a:spLocks noChangeArrowheads="1"/>
            </p:cNvSpPr>
            <p:nvPr/>
          </p:nvSpPr>
          <p:spPr bwMode="auto">
            <a:xfrm>
              <a:off x="2699" y="2535"/>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9294" name="Rectangle 89"/>
            <p:cNvSpPr>
              <a:spLocks noChangeArrowheads="1"/>
            </p:cNvSpPr>
            <p:nvPr/>
          </p:nvSpPr>
          <p:spPr bwMode="auto">
            <a:xfrm>
              <a:off x="4400" y="2975"/>
              <a:ext cx="28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grpSp>
          <p:nvGrpSpPr>
            <p:cNvPr id="9295" name="Group 90"/>
            <p:cNvGrpSpPr>
              <a:grpSpLocks/>
            </p:cNvGrpSpPr>
            <p:nvPr/>
          </p:nvGrpSpPr>
          <p:grpSpPr bwMode="auto">
            <a:xfrm>
              <a:off x="4217" y="3959"/>
              <a:ext cx="200" cy="237"/>
              <a:chOff x="8088" y="15201"/>
              <a:chExt cx="340" cy="280"/>
            </a:xfrm>
          </p:grpSpPr>
          <p:sp>
            <p:nvSpPr>
              <p:cNvPr id="9298" name="Line 91"/>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99" name="Line 92"/>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0" name="Line 93"/>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301" name="Line 94"/>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296" name="Oval 95"/>
            <p:cNvSpPr>
              <a:spLocks noChangeArrowheads="1"/>
            </p:cNvSpPr>
            <p:nvPr/>
          </p:nvSpPr>
          <p:spPr bwMode="auto">
            <a:xfrm>
              <a:off x="4285" y="3911"/>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297" name="Oval 96"/>
            <p:cNvSpPr>
              <a:spLocks noChangeArrowheads="1"/>
            </p:cNvSpPr>
            <p:nvPr/>
          </p:nvSpPr>
          <p:spPr bwMode="auto">
            <a:xfrm>
              <a:off x="2415" y="3414"/>
              <a:ext cx="68" cy="68"/>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9225" name="Rectangle 97"/>
          <p:cNvSpPr>
            <a:spLocks noChangeArrowheads="1"/>
          </p:cNvSpPr>
          <p:nvPr/>
        </p:nvSpPr>
        <p:spPr bwMode="auto">
          <a:xfrm>
            <a:off x="1149350" y="1485900"/>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9226" name="Rectangle 98"/>
          <p:cNvSpPr>
            <a:spLocks noChangeArrowheads="1"/>
          </p:cNvSpPr>
          <p:nvPr/>
        </p:nvSpPr>
        <p:spPr bwMode="auto">
          <a:xfrm>
            <a:off x="4586288" y="2152650"/>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478333" name="Text Box 125"/>
          <p:cNvSpPr txBox="1">
            <a:spLocks noChangeArrowheads="1"/>
          </p:cNvSpPr>
          <p:nvPr/>
        </p:nvSpPr>
        <p:spPr bwMode="auto">
          <a:xfrm>
            <a:off x="6073773" y="997709"/>
            <a:ext cx="4086593" cy="1347916"/>
          </a:xfrm>
          <a:prstGeom prst="rect">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26000" tIns="118800" rIns="126000" bIns="118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Hay que suponer primero</a:t>
            </a:r>
          </a:p>
          <a:p>
            <a:pPr algn="ctr" eaLnBrk="1" hangingPunct="1">
              <a:spcBef>
                <a:spcPts val="0"/>
              </a:spcBef>
              <a:buFontTx/>
              <a:buNone/>
            </a:pPr>
            <a:r>
              <a:rPr lang="es-ES" sz="2400" dirty="0">
                <a:latin typeface="Arial" panose="020B0604020202020204" pitchFamily="34" charset="0"/>
              </a:rPr>
              <a:t>el sentido de la corriente</a:t>
            </a:r>
          </a:p>
          <a:p>
            <a:pPr algn="ctr" eaLnBrk="1" hangingPunct="1">
              <a:spcBef>
                <a:spcPts val="0"/>
              </a:spcBef>
              <a:buFontTx/>
              <a:buNone/>
            </a:pPr>
            <a:r>
              <a:rPr lang="es-ES" sz="2400" dirty="0">
                <a:latin typeface="Arial" panose="020B0604020202020204" pitchFamily="34" charset="0"/>
              </a:rPr>
              <a:t>en cada componente</a:t>
            </a:r>
          </a:p>
        </p:txBody>
      </p:sp>
      <p:sp>
        <p:nvSpPr>
          <p:cNvPr id="24595" name="Text Box 128"/>
          <p:cNvSpPr txBox="1">
            <a:spLocks noChangeArrowheads="1"/>
          </p:cNvSpPr>
          <p:nvPr/>
        </p:nvSpPr>
        <p:spPr bwMode="auto">
          <a:xfrm>
            <a:off x="4109742" y="5557701"/>
            <a:ext cx="2185511"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Comic Sans MS" panose="030F0702030302020204" pitchFamily="66" charset="0"/>
              </a:rPr>
              <a:t>I</a:t>
            </a:r>
            <a:r>
              <a:rPr lang="es-ES" sz="2400" baseline="-25000" dirty="0">
                <a:latin typeface="Comic Sans MS" panose="030F0702030302020204" pitchFamily="66" charset="0"/>
              </a:rPr>
              <a:t>3</a:t>
            </a:r>
            <a:r>
              <a:rPr lang="es-ES" sz="2400" dirty="0">
                <a:latin typeface="Comic Sans MS" panose="030F0702030302020204" pitchFamily="66" charset="0"/>
              </a:rPr>
              <a:t> = I = </a:t>
            </a:r>
            <a:r>
              <a:rPr lang="es-ES" sz="28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 </a:t>
            </a:r>
            <a:r>
              <a:rPr lang="es-ES" sz="2400" dirty="0" err="1">
                <a:latin typeface="Arial" panose="020B0604020202020204" pitchFamily="34" charset="0"/>
                <a:sym typeface="Symbol" panose="05050102010706020507" pitchFamily="18" charset="2"/>
              </a:rPr>
              <a:t>R</a:t>
            </a:r>
            <a:r>
              <a:rPr lang="es-ES" sz="2400" baseline="-25000" dirty="0" err="1">
                <a:latin typeface="Arial" panose="020B0604020202020204" pitchFamily="34" charset="0"/>
                <a:sym typeface="Symbol" panose="05050102010706020507" pitchFamily="18" charset="2"/>
              </a:rPr>
              <a:t>eq</a:t>
            </a:r>
            <a:endParaRPr lang="es-ES" sz="2400" dirty="0">
              <a:solidFill>
                <a:srgbClr val="FF0000"/>
              </a:solidFill>
              <a:latin typeface="Arial" panose="020B0604020202020204" pitchFamily="34" charset="0"/>
              <a:sym typeface="Symbol" panose="05050102010706020507" pitchFamily="18" charset="2"/>
            </a:endParaRPr>
          </a:p>
        </p:txBody>
      </p:sp>
      <p:sp>
        <p:nvSpPr>
          <p:cNvPr id="478347" name="Text Box 139"/>
          <p:cNvSpPr txBox="1">
            <a:spLocks noChangeArrowheads="1"/>
          </p:cNvSpPr>
          <p:nvPr/>
        </p:nvSpPr>
        <p:spPr bwMode="auto">
          <a:xfrm>
            <a:off x="6064592" y="331514"/>
            <a:ext cx="4095774" cy="587441"/>
          </a:xfrm>
          <a:prstGeom prst="rect">
            <a:avLst/>
          </a:prstGeom>
          <a:solidFill>
            <a:schemeClr val="bg2">
              <a:lumMod val="60000"/>
              <a:lumOff val="40000"/>
            </a:schemeClr>
          </a:solidFill>
          <a:ln>
            <a:noFill/>
          </a:ln>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Determinemos el valor de </a:t>
            </a:r>
            <a:r>
              <a:rPr lang="es-ES" sz="2400">
                <a:latin typeface="Comic Sans MS" panose="030F0702030302020204" pitchFamily="66" charset="0"/>
              </a:rPr>
              <a:t>I</a:t>
            </a:r>
            <a:r>
              <a:rPr lang="es-ES" sz="2400" baseline="-25000">
                <a:latin typeface="Arial" panose="020B0604020202020204" pitchFamily="34" charset="0"/>
              </a:rPr>
              <a:t>3</a:t>
            </a:r>
            <a:endParaRPr lang="es-ES" sz="2400">
              <a:latin typeface="Arial" panose="020B0604020202020204" pitchFamily="34" charset="0"/>
            </a:endParaRPr>
          </a:p>
        </p:txBody>
      </p:sp>
      <p:sp>
        <p:nvSpPr>
          <p:cNvPr id="9232" name="Text Box 134"/>
          <p:cNvSpPr txBox="1">
            <a:spLocks noChangeArrowheads="1"/>
          </p:cNvSpPr>
          <p:nvPr/>
        </p:nvSpPr>
        <p:spPr bwMode="auto">
          <a:xfrm>
            <a:off x="3421063" y="949325"/>
            <a:ext cx="398462"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sp>
        <p:nvSpPr>
          <p:cNvPr id="9233" name="Text Box 135"/>
          <p:cNvSpPr txBox="1">
            <a:spLocks noChangeArrowheads="1"/>
          </p:cNvSpPr>
          <p:nvPr/>
        </p:nvSpPr>
        <p:spPr bwMode="auto">
          <a:xfrm>
            <a:off x="4165600" y="1397000"/>
            <a:ext cx="398463"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a:t>
            </a:r>
          </a:p>
        </p:txBody>
      </p:sp>
      <p:sp>
        <p:nvSpPr>
          <p:cNvPr id="24719" name="Text Box 128"/>
          <p:cNvSpPr txBox="1">
            <a:spLocks noChangeArrowheads="1"/>
          </p:cNvSpPr>
          <p:nvPr/>
        </p:nvSpPr>
        <p:spPr bwMode="auto">
          <a:xfrm>
            <a:off x="6164625" y="5557701"/>
            <a:ext cx="3063957"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a:t>
            </a:r>
            <a:r>
              <a:rPr lang="es-ES" sz="28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 (R</a:t>
            </a:r>
            <a:r>
              <a:rPr lang="es-ES" sz="2400" baseline="-25000" dirty="0">
                <a:latin typeface="Arial" panose="020B0604020202020204" pitchFamily="34" charset="0"/>
                <a:sym typeface="Symbol" panose="05050102010706020507" pitchFamily="18" charset="2"/>
              </a:rPr>
              <a:t>1</a:t>
            </a:r>
            <a:r>
              <a:rPr lang="es-ES" sz="2400" dirty="0">
                <a:latin typeface="Arial" panose="020B0604020202020204" pitchFamily="34" charset="0"/>
                <a:sym typeface="Symbol" panose="05050102010706020507" pitchFamily="18" charset="2"/>
              </a:rPr>
              <a:t> </a:t>
            </a:r>
            <a:r>
              <a:rPr lang="es-ES" sz="2400">
                <a:latin typeface="Arial" panose="020B0604020202020204" pitchFamily="34" charset="0"/>
                <a:sym typeface="Symbol" panose="05050102010706020507" pitchFamily="18" charset="2"/>
              </a:rPr>
              <a:t>+ R</a:t>
            </a:r>
            <a:r>
              <a:rPr lang="es-ES" sz="2400" baseline="-25000">
                <a:latin typeface="Arial" panose="020B0604020202020204" pitchFamily="34" charset="0"/>
                <a:sym typeface="Symbol" panose="05050102010706020507" pitchFamily="18" charset="2"/>
              </a:rPr>
              <a:t>3</a:t>
            </a:r>
            <a:r>
              <a:rPr lang="es-ES" sz="2400">
                <a:latin typeface="Arial" panose="020B0604020202020204" pitchFamily="34" charset="0"/>
                <a:sym typeface="Symbol" panose="05050102010706020507" pitchFamily="18" charset="2"/>
              </a:rPr>
              <a:t> + R</a:t>
            </a:r>
            <a:r>
              <a:rPr lang="es-ES" sz="2400" baseline="-25000">
                <a:latin typeface="Arial" panose="020B0604020202020204" pitchFamily="34" charset="0"/>
                <a:sym typeface="Symbol" panose="05050102010706020507" pitchFamily="18" charset="2"/>
              </a:rPr>
              <a:t>4</a:t>
            </a:r>
            <a:r>
              <a:rPr lang="es-ES" sz="2400">
                <a:latin typeface="Arial" panose="020B0604020202020204" pitchFamily="34" charset="0"/>
                <a:sym typeface="Symbol" panose="05050102010706020507" pitchFamily="18" charset="2"/>
              </a:rPr>
              <a:t>)</a:t>
            </a:r>
            <a:endParaRPr lang="es-ES" sz="2400" dirty="0">
              <a:solidFill>
                <a:srgbClr val="FF0000"/>
              </a:solidFill>
              <a:latin typeface="Arial" panose="020B0604020202020204" pitchFamily="34" charset="0"/>
              <a:sym typeface="Symbol" panose="05050102010706020507" pitchFamily="18" charset="2"/>
            </a:endParaRPr>
          </a:p>
        </p:txBody>
      </p:sp>
      <p:grpSp>
        <p:nvGrpSpPr>
          <p:cNvPr id="55427" name="Group 131"/>
          <p:cNvGrpSpPr>
            <a:grpSpLocks/>
          </p:cNvGrpSpPr>
          <p:nvPr/>
        </p:nvGrpSpPr>
        <p:grpSpPr bwMode="auto">
          <a:xfrm>
            <a:off x="1341438" y="385763"/>
            <a:ext cx="4246562" cy="2217737"/>
            <a:chOff x="-1730" y="679"/>
            <a:chExt cx="2675" cy="1397"/>
          </a:xfrm>
        </p:grpSpPr>
        <p:sp>
          <p:nvSpPr>
            <p:cNvPr id="9279" name="Line 119"/>
            <p:cNvSpPr>
              <a:spLocks noChangeShapeType="1"/>
            </p:cNvSpPr>
            <p:nvPr/>
          </p:nvSpPr>
          <p:spPr bwMode="auto">
            <a:xfrm flipH="1" flipV="1">
              <a:off x="-639" y="2073"/>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280" name="Text Box 120"/>
            <p:cNvSpPr txBox="1">
              <a:spLocks noChangeArrowheads="1"/>
            </p:cNvSpPr>
            <p:nvPr/>
          </p:nvSpPr>
          <p:spPr bwMode="auto">
            <a:xfrm>
              <a:off x="-667" y="1705"/>
              <a:ext cx="264"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endParaRPr lang="es-ES" sz="2000" b="1">
                <a:solidFill>
                  <a:srgbClr val="3333FF"/>
                </a:solidFill>
                <a:latin typeface="Comic Sans MS" panose="030F0702030302020204" pitchFamily="66" charset="0"/>
              </a:endParaRPr>
            </a:p>
          </p:txBody>
        </p:sp>
        <p:sp>
          <p:nvSpPr>
            <p:cNvPr id="9281" name="Text Box 121"/>
            <p:cNvSpPr txBox="1">
              <a:spLocks noChangeArrowheads="1"/>
            </p:cNvSpPr>
            <p:nvPr/>
          </p:nvSpPr>
          <p:spPr bwMode="auto">
            <a:xfrm>
              <a:off x="-1730" y="679"/>
              <a:ext cx="264"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3</a:t>
              </a:r>
              <a:endParaRPr lang="es-ES" sz="2000" b="1">
                <a:solidFill>
                  <a:srgbClr val="3333FF"/>
                </a:solidFill>
                <a:latin typeface="Comic Sans MS" panose="030F0702030302020204" pitchFamily="66" charset="0"/>
              </a:endParaRPr>
            </a:p>
          </p:txBody>
        </p:sp>
        <p:sp>
          <p:nvSpPr>
            <p:cNvPr id="9282" name="Line 122"/>
            <p:cNvSpPr>
              <a:spLocks noChangeShapeType="1"/>
            </p:cNvSpPr>
            <p:nvPr/>
          </p:nvSpPr>
          <p:spPr bwMode="auto">
            <a:xfrm flipV="1">
              <a:off x="-1498" y="976"/>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283" name="Text Box 123"/>
            <p:cNvSpPr txBox="1">
              <a:spLocks noChangeArrowheads="1"/>
            </p:cNvSpPr>
            <p:nvPr/>
          </p:nvSpPr>
          <p:spPr bwMode="auto">
            <a:xfrm>
              <a:off x="681" y="929"/>
              <a:ext cx="264"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4</a:t>
              </a:r>
              <a:endParaRPr lang="es-ES" sz="2000" b="1">
                <a:solidFill>
                  <a:srgbClr val="3333FF"/>
                </a:solidFill>
                <a:latin typeface="Comic Sans MS" panose="030F0702030302020204" pitchFamily="66" charset="0"/>
              </a:endParaRPr>
            </a:p>
          </p:txBody>
        </p:sp>
        <p:sp>
          <p:nvSpPr>
            <p:cNvPr id="9284" name="Line 124"/>
            <p:cNvSpPr>
              <a:spLocks noChangeShapeType="1"/>
            </p:cNvSpPr>
            <p:nvPr/>
          </p:nvSpPr>
          <p:spPr bwMode="auto">
            <a:xfrm rot="5400000" flipV="1">
              <a:off x="577" y="1169"/>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285" name="Line 119"/>
            <p:cNvSpPr>
              <a:spLocks noChangeShapeType="1"/>
            </p:cNvSpPr>
            <p:nvPr/>
          </p:nvSpPr>
          <p:spPr bwMode="auto">
            <a:xfrm flipH="1" flipV="1">
              <a:off x="-25" y="2072"/>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286" name="Text Box 120"/>
            <p:cNvSpPr txBox="1">
              <a:spLocks noChangeArrowheads="1"/>
            </p:cNvSpPr>
            <p:nvPr/>
          </p:nvSpPr>
          <p:spPr bwMode="auto">
            <a:xfrm>
              <a:off x="-53" y="1714"/>
              <a:ext cx="20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9287" name="Line 119"/>
            <p:cNvSpPr>
              <a:spLocks noChangeShapeType="1"/>
            </p:cNvSpPr>
            <p:nvPr/>
          </p:nvSpPr>
          <p:spPr bwMode="auto">
            <a:xfrm flipH="1" flipV="1">
              <a:off x="-297" y="2076"/>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288" name="Text Box 120"/>
            <p:cNvSpPr txBox="1">
              <a:spLocks noChangeArrowheads="1"/>
            </p:cNvSpPr>
            <p:nvPr/>
          </p:nvSpPr>
          <p:spPr bwMode="auto">
            <a:xfrm>
              <a:off x="-325" y="1718"/>
              <a:ext cx="20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grpSp>
      <p:grpSp>
        <p:nvGrpSpPr>
          <p:cNvPr id="140" name="Grupo 139"/>
          <p:cNvGrpSpPr>
            <a:grpSpLocks/>
          </p:cNvGrpSpPr>
          <p:nvPr/>
        </p:nvGrpSpPr>
        <p:grpSpPr bwMode="auto">
          <a:xfrm>
            <a:off x="1285489" y="5077760"/>
            <a:ext cx="1135062" cy="1622425"/>
            <a:chOff x="1183164" y="3173343"/>
            <a:chExt cx="1134691" cy="1622230"/>
          </a:xfrm>
        </p:grpSpPr>
        <p:grpSp>
          <p:nvGrpSpPr>
            <p:cNvPr id="9244" name="Group 11"/>
            <p:cNvGrpSpPr>
              <a:grpSpLocks/>
            </p:cNvGrpSpPr>
            <p:nvPr/>
          </p:nvGrpSpPr>
          <p:grpSpPr bwMode="auto">
            <a:xfrm>
              <a:off x="1838326" y="4368536"/>
              <a:ext cx="73025" cy="427037"/>
              <a:chOff x="5153" y="6274"/>
              <a:chExt cx="63" cy="360"/>
            </a:xfrm>
          </p:grpSpPr>
          <p:sp>
            <p:nvSpPr>
              <p:cNvPr id="9268" name="Line 12"/>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9" name="Line 13"/>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245" name="Text Box 90"/>
            <p:cNvSpPr txBox="1">
              <a:spLocks noChangeArrowheads="1"/>
            </p:cNvSpPr>
            <p:nvPr/>
          </p:nvSpPr>
          <p:spPr bwMode="auto">
            <a:xfrm>
              <a:off x="1829415" y="3966068"/>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grpSp>
          <p:nvGrpSpPr>
            <p:cNvPr id="9246" name="Group 31"/>
            <p:cNvGrpSpPr>
              <a:grpSpLocks/>
            </p:cNvGrpSpPr>
            <p:nvPr/>
          </p:nvGrpSpPr>
          <p:grpSpPr bwMode="auto">
            <a:xfrm>
              <a:off x="1689715" y="3516695"/>
              <a:ext cx="419100" cy="427038"/>
              <a:chOff x="2214" y="9158"/>
              <a:chExt cx="1080" cy="360"/>
            </a:xfrm>
          </p:grpSpPr>
          <p:grpSp>
            <p:nvGrpSpPr>
              <p:cNvPr id="9256" name="Group 32"/>
              <p:cNvGrpSpPr>
                <a:grpSpLocks/>
              </p:cNvGrpSpPr>
              <p:nvPr/>
            </p:nvGrpSpPr>
            <p:grpSpPr bwMode="auto">
              <a:xfrm>
                <a:off x="2574" y="9158"/>
                <a:ext cx="360" cy="360"/>
                <a:chOff x="2214" y="9158"/>
                <a:chExt cx="360" cy="360"/>
              </a:xfrm>
            </p:grpSpPr>
            <p:sp>
              <p:nvSpPr>
                <p:cNvPr id="9265" name="Line 3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6" name="Line 3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7" name="Line 3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257" name="Group 36"/>
              <p:cNvGrpSpPr>
                <a:grpSpLocks/>
              </p:cNvGrpSpPr>
              <p:nvPr/>
            </p:nvGrpSpPr>
            <p:grpSpPr bwMode="auto">
              <a:xfrm>
                <a:off x="2934" y="9158"/>
                <a:ext cx="360" cy="360"/>
                <a:chOff x="2214" y="9158"/>
                <a:chExt cx="360" cy="360"/>
              </a:xfrm>
            </p:grpSpPr>
            <p:sp>
              <p:nvSpPr>
                <p:cNvPr id="9262" name="Line 3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3" name="Line 3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4" name="Line 3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9258" name="Group 40"/>
              <p:cNvGrpSpPr>
                <a:grpSpLocks/>
              </p:cNvGrpSpPr>
              <p:nvPr/>
            </p:nvGrpSpPr>
            <p:grpSpPr bwMode="auto">
              <a:xfrm>
                <a:off x="2214" y="9158"/>
                <a:ext cx="360" cy="360"/>
                <a:chOff x="2214" y="9158"/>
                <a:chExt cx="360" cy="360"/>
              </a:xfrm>
            </p:grpSpPr>
            <p:sp>
              <p:nvSpPr>
                <p:cNvPr id="2" name="Line 4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0" name="Line 4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61" name="Line 4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9247" name="Rectangle 96"/>
            <p:cNvSpPr>
              <a:spLocks noChangeArrowheads="1"/>
            </p:cNvSpPr>
            <p:nvPr/>
          </p:nvSpPr>
          <p:spPr bwMode="auto">
            <a:xfrm>
              <a:off x="1183164" y="3173343"/>
              <a:ext cx="575339" cy="47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eq</a:t>
              </a:r>
              <a:endParaRPr lang="es-ES" sz="2000" b="1">
                <a:solidFill>
                  <a:srgbClr val="008000"/>
                </a:solidFill>
                <a:latin typeface="Arial" panose="020B0604020202020204" pitchFamily="34" charset="0"/>
                <a:sym typeface="Symbol" panose="05050102010706020507" pitchFamily="18" charset="2"/>
              </a:endParaRPr>
            </a:p>
          </p:txBody>
        </p:sp>
        <p:sp>
          <p:nvSpPr>
            <p:cNvPr id="9248" name="Line 16"/>
            <p:cNvSpPr>
              <a:spLocks noChangeShapeType="1"/>
            </p:cNvSpPr>
            <p:nvPr/>
          </p:nvSpPr>
          <p:spPr bwMode="auto">
            <a:xfrm>
              <a:off x="1447698" y="3724155"/>
              <a:ext cx="0" cy="87736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49" name="Line 16"/>
            <p:cNvSpPr>
              <a:spLocks noChangeShapeType="1"/>
            </p:cNvSpPr>
            <p:nvPr/>
          </p:nvSpPr>
          <p:spPr bwMode="auto">
            <a:xfrm>
              <a:off x="2317855" y="3729071"/>
              <a:ext cx="0" cy="87736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50" name="Line 22"/>
            <p:cNvSpPr>
              <a:spLocks noChangeShapeType="1"/>
            </p:cNvSpPr>
            <p:nvPr/>
          </p:nvSpPr>
          <p:spPr bwMode="auto">
            <a:xfrm flipH="1">
              <a:off x="1447698" y="3720382"/>
              <a:ext cx="22406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51" name="Line 22"/>
            <p:cNvSpPr>
              <a:spLocks noChangeShapeType="1"/>
            </p:cNvSpPr>
            <p:nvPr/>
          </p:nvSpPr>
          <p:spPr bwMode="auto">
            <a:xfrm flipH="1">
              <a:off x="2091713" y="3715469"/>
              <a:ext cx="22406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52" name="Line 24"/>
            <p:cNvSpPr>
              <a:spLocks noChangeShapeType="1"/>
            </p:cNvSpPr>
            <p:nvPr/>
          </p:nvSpPr>
          <p:spPr bwMode="auto">
            <a:xfrm flipH="1">
              <a:off x="1473948" y="4601520"/>
              <a:ext cx="360865"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53" name="Line 24"/>
            <p:cNvSpPr>
              <a:spLocks noChangeShapeType="1"/>
            </p:cNvSpPr>
            <p:nvPr/>
          </p:nvSpPr>
          <p:spPr bwMode="auto">
            <a:xfrm flipH="1">
              <a:off x="1950812" y="4596602"/>
              <a:ext cx="360865"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254" name="Line 119"/>
            <p:cNvSpPr>
              <a:spLocks noChangeShapeType="1"/>
            </p:cNvSpPr>
            <p:nvPr/>
          </p:nvSpPr>
          <p:spPr bwMode="auto">
            <a:xfrm flipH="1" flipV="1">
              <a:off x="1493048" y="4592670"/>
              <a:ext cx="215900"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255" name="Text Box 120"/>
            <p:cNvSpPr txBox="1">
              <a:spLocks noChangeArrowheads="1"/>
            </p:cNvSpPr>
            <p:nvPr/>
          </p:nvSpPr>
          <p:spPr bwMode="auto">
            <a:xfrm>
              <a:off x="1448598" y="4024345"/>
              <a:ext cx="319087"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grpSp>
      <p:sp>
        <p:nvSpPr>
          <p:cNvPr id="161" name="Rectangle 4"/>
          <p:cNvSpPr>
            <a:spLocks noChangeArrowheads="1"/>
          </p:cNvSpPr>
          <p:nvPr/>
        </p:nvSpPr>
        <p:spPr bwMode="auto">
          <a:xfrm>
            <a:off x="1721549" y="3553940"/>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1</a:t>
            </a:r>
            <a:r>
              <a:rPr lang="es-ES" sz="2400">
                <a:solidFill>
                  <a:srgbClr val="3333FF"/>
                </a:solidFill>
                <a:latin typeface="Arial" panose="020B0604020202020204" pitchFamily="34" charset="0"/>
                <a:sym typeface="Symbol" panose="05050102010706020507" pitchFamily="18" charset="2"/>
              </a:rPr>
              <a:t> = 300 </a:t>
            </a:r>
          </a:p>
        </p:txBody>
      </p:sp>
      <p:sp>
        <p:nvSpPr>
          <p:cNvPr id="162" name="Rectangle 5"/>
          <p:cNvSpPr>
            <a:spLocks noChangeArrowheads="1"/>
          </p:cNvSpPr>
          <p:nvPr/>
        </p:nvSpPr>
        <p:spPr bwMode="auto">
          <a:xfrm>
            <a:off x="1721549" y="3123576"/>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Arial" panose="020B0604020202020204" pitchFamily="34" charset="0"/>
                <a:sym typeface="Symbol" panose="05050102010706020507" pitchFamily="18" charset="2"/>
              </a:rPr>
              <a:t>R</a:t>
            </a:r>
            <a:r>
              <a:rPr lang="es-ES" sz="2400" baseline="-25000" dirty="0">
                <a:solidFill>
                  <a:srgbClr val="3333FF"/>
                </a:solidFill>
                <a:latin typeface="Arial" panose="020B0604020202020204" pitchFamily="34" charset="0"/>
                <a:sym typeface="Symbol" panose="05050102010706020507" pitchFamily="18" charset="2"/>
              </a:rPr>
              <a:t>3</a:t>
            </a:r>
            <a:r>
              <a:rPr lang="es-ES" sz="2400" dirty="0">
                <a:solidFill>
                  <a:srgbClr val="3333FF"/>
                </a:solidFill>
                <a:latin typeface="Arial" panose="020B0604020202020204" pitchFamily="34" charset="0"/>
                <a:sym typeface="Symbol" panose="05050102010706020507" pitchFamily="18" charset="2"/>
              </a:rPr>
              <a:t> = 100 </a:t>
            </a:r>
          </a:p>
        </p:txBody>
      </p:sp>
      <p:sp>
        <p:nvSpPr>
          <p:cNvPr id="163" name="Rectangle 6"/>
          <p:cNvSpPr>
            <a:spLocks noChangeArrowheads="1"/>
          </p:cNvSpPr>
          <p:nvPr/>
        </p:nvSpPr>
        <p:spPr bwMode="auto">
          <a:xfrm>
            <a:off x="3560763" y="3569815"/>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4</a:t>
            </a:r>
            <a:r>
              <a:rPr lang="es-ES" sz="2400">
                <a:solidFill>
                  <a:srgbClr val="3333FF"/>
                </a:solidFill>
                <a:latin typeface="Arial" panose="020B0604020202020204" pitchFamily="34" charset="0"/>
                <a:sym typeface="Symbol" panose="05050102010706020507" pitchFamily="18" charset="2"/>
              </a:rPr>
              <a:t> = 300 </a:t>
            </a:r>
          </a:p>
        </p:txBody>
      </p:sp>
      <p:sp>
        <p:nvSpPr>
          <p:cNvPr id="164" name="Rectangle 7"/>
          <p:cNvSpPr>
            <a:spLocks noChangeArrowheads="1"/>
          </p:cNvSpPr>
          <p:nvPr/>
        </p:nvSpPr>
        <p:spPr bwMode="auto">
          <a:xfrm>
            <a:off x="3718814" y="3025151"/>
            <a:ext cx="1428894"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a:solidFill>
                  <a:srgbClr val="3333FF"/>
                </a:solidFill>
                <a:latin typeface="Arial" panose="020B0604020202020204" pitchFamily="34" charset="0"/>
                <a:sym typeface="Symbol" panose="05050102010706020507" pitchFamily="18" charset="2"/>
              </a:rPr>
              <a:t></a:t>
            </a:r>
            <a:r>
              <a:rPr lang="es-ES" sz="2400">
                <a:solidFill>
                  <a:srgbClr val="3333FF"/>
                </a:solidFill>
                <a:latin typeface="Arial" panose="020B0604020202020204" pitchFamily="34" charset="0"/>
                <a:sym typeface="Symbol" panose="05050102010706020507" pitchFamily="18" charset="2"/>
              </a:rPr>
              <a:t> = 1,5 V</a:t>
            </a:r>
          </a:p>
        </p:txBody>
      </p:sp>
      <p:sp>
        <p:nvSpPr>
          <p:cNvPr id="146" name="Text Box 127"/>
          <p:cNvSpPr txBox="1">
            <a:spLocks noChangeArrowheads="1"/>
          </p:cNvSpPr>
          <p:nvPr/>
        </p:nvSpPr>
        <p:spPr bwMode="auto">
          <a:xfrm>
            <a:off x="1495020" y="4590666"/>
            <a:ext cx="2300115" cy="536549"/>
          </a:xfrm>
          <a:prstGeom prst="rect">
            <a:avLst/>
          </a:prstGeom>
          <a:solidFill>
            <a:srgbClr val="FFFFFF"/>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Comic Sans MS" panose="030F0702030302020204" pitchFamily="66" charset="0"/>
              </a:rPr>
              <a:t>I = I</a:t>
            </a:r>
            <a:r>
              <a:rPr lang="es-ES" sz="2400" baseline="-25000" dirty="0">
                <a:latin typeface="Comic Sans MS" panose="030F0702030302020204" pitchFamily="66" charset="0"/>
              </a:rPr>
              <a:t>1</a:t>
            </a:r>
            <a:r>
              <a:rPr lang="es-ES" sz="2400" dirty="0">
                <a:latin typeface="Comic Sans MS" panose="030F0702030302020204" pitchFamily="66" charset="0"/>
              </a:rPr>
              <a:t> = I</a:t>
            </a:r>
            <a:r>
              <a:rPr lang="es-ES" sz="2400" baseline="-25000" dirty="0">
                <a:latin typeface="Comic Sans MS" panose="030F0702030302020204" pitchFamily="66" charset="0"/>
              </a:rPr>
              <a:t>3</a:t>
            </a:r>
            <a:r>
              <a:rPr lang="es-ES" sz="2400" dirty="0">
                <a:latin typeface="Comic Sans MS" panose="030F0702030302020204" pitchFamily="66" charset="0"/>
              </a:rPr>
              <a:t> =</a:t>
            </a:r>
            <a:r>
              <a:rPr lang="es-ES" sz="2400" dirty="0">
                <a:solidFill>
                  <a:srgbClr val="000000"/>
                </a:solidFill>
                <a:latin typeface="Comic Sans MS" panose="030F0702030302020204" pitchFamily="66" charset="0"/>
              </a:rPr>
              <a:t> </a:t>
            </a:r>
            <a:r>
              <a:rPr lang="es-ES" sz="2400" dirty="0">
                <a:latin typeface="Comic Sans MS" panose="030F0702030302020204" pitchFamily="66" charset="0"/>
              </a:rPr>
              <a:t>I</a:t>
            </a:r>
            <a:r>
              <a:rPr lang="es-ES" sz="2400" baseline="-25000" dirty="0">
                <a:latin typeface="Comic Sans MS" panose="030F0702030302020204" pitchFamily="66" charset="0"/>
              </a:rPr>
              <a:t>4</a:t>
            </a:r>
          </a:p>
        </p:txBody>
      </p:sp>
      <p:sp>
        <p:nvSpPr>
          <p:cNvPr id="148" name="Text Box 127"/>
          <p:cNvSpPr txBox="1">
            <a:spLocks noChangeArrowheads="1"/>
          </p:cNvSpPr>
          <p:nvPr/>
        </p:nvSpPr>
        <p:spPr bwMode="auto">
          <a:xfrm>
            <a:off x="3736828" y="4608285"/>
            <a:ext cx="6757989" cy="811367"/>
          </a:xfrm>
          <a:prstGeom prst="rect">
            <a:avLst/>
          </a:prstGeom>
          <a:noFill/>
          <a:ln>
            <a:noFill/>
          </a:ln>
        </p:spPr>
        <p:txBody>
          <a:bodyPr wrap="square" lIns="36000" tIns="36000" rIns="36000" bIns="36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solidFill>
                  <a:srgbClr val="FF0000"/>
                </a:solidFill>
                <a:latin typeface="Arial" panose="020B0604020202020204" pitchFamily="34" charset="0"/>
              </a:rPr>
              <a:t>(por no acumularse carga, y por tener una malla, ya que no entran </a:t>
            </a:r>
            <a:r>
              <a:rPr lang="es-ES" sz="2400" dirty="0">
                <a:solidFill>
                  <a:srgbClr val="FF0000"/>
                </a:solidFill>
                <a:latin typeface="Arial" panose="020B0604020202020204" pitchFamily="34" charset="0"/>
              </a:rPr>
              <a:t>en juego las </a:t>
            </a:r>
            <a:r>
              <a:rPr lang="es-ES" sz="2400">
                <a:solidFill>
                  <a:srgbClr val="FF0000"/>
                </a:solidFill>
                <a:latin typeface="Arial" panose="020B0604020202020204" pitchFamily="34" charset="0"/>
              </a:rPr>
              <a:t>zonas abiertas)</a:t>
            </a:r>
            <a:endParaRPr lang="es-ES" sz="2400" dirty="0">
              <a:solidFill>
                <a:srgbClr val="FF0000"/>
              </a:solidFill>
              <a:latin typeface="Arial" panose="020B0604020202020204" pitchFamily="34" charset="0"/>
            </a:endParaRPr>
          </a:p>
        </p:txBody>
      </p:sp>
      <p:sp>
        <p:nvSpPr>
          <p:cNvPr id="149" name="Text Box 125"/>
          <p:cNvSpPr txBox="1">
            <a:spLocks noChangeArrowheads="1"/>
          </p:cNvSpPr>
          <p:nvPr/>
        </p:nvSpPr>
        <p:spPr bwMode="auto">
          <a:xfrm>
            <a:off x="6064592" y="2414940"/>
            <a:ext cx="4095774" cy="2086580"/>
          </a:xfrm>
          <a:prstGeom prst="rect">
            <a:avLst/>
          </a:prstGeom>
          <a:solidFill>
            <a:srgbClr val="CCFFCC"/>
          </a:solidFill>
          <a:ln>
            <a:noFill/>
          </a:ln>
        </p:spPr>
        <p:txBody>
          <a:bodyPr wrap="square" lIns="126000" tIns="118800" rIns="126000" bIns="118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latin typeface="Arial" panose="020B0604020202020204" pitchFamily="34" charset="0"/>
              </a:rPr>
              <a:t>Si en algún caso se encuentra contradicción</a:t>
            </a:r>
          </a:p>
          <a:p>
            <a:pPr algn="ctr" eaLnBrk="1" hangingPunct="1">
              <a:spcBef>
                <a:spcPts val="0"/>
              </a:spcBef>
              <a:buFontTx/>
              <a:buNone/>
            </a:pPr>
            <a:r>
              <a:rPr lang="es-ES" sz="2400" dirty="0">
                <a:latin typeface="Arial" panose="020B0604020202020204" pitchFamily="34" charset="0"/>
              </a:rPr>
              <a:t>al resolver el problema,</a:t>
            </a:r>
          </a:p>
          <a:p>
            <a:pPr algn="ctr" eaLnBrk="1" hangingPunct="1">
              <a:spcBef>
                <a:spcPts val="0"/>
              </a:spcBef>
              <a:buFontTx/>
              <a:buNone/>
            </a:pPr>
            <a:r>
              <a:rPr lang="es-ES" sz="2400" dirty="0">
                <a:latin typeface="Arial" panose="020B0604020202020204" pitchFamily="34" charset="0"/>
              </a:rPr>
              <a:t>se debe a que el sentido</a:t>
            </a:r>
          </a:p>
          <a:p>
            <a:pPr algn="ctr" eaLnBrk="1" hangingPunct="1">
              <a:spcBef>
                <a:spcPts val="0"/>
              </a:spcBef>
              <a:buFontTx/>
              <a:buNone/>
            </a:pPr>
            <a:r>
              <a:rPr lang="es-ES" sz="2400" dirty="0">
                <a:latin typeface="Arial" panose="020B0604020202020204" pitchFamily="34" charset="0"/>
              </a:rPr>
              <a:t>en ese caso es el contrario</a:t>
            </a:r>
          </a:p>
        </p:txBody>
      </p:sp>
      <p:sp>
        <p:nvSpPr>
          <p:cNvPr id="150" name="Text Box 127">
            <a:extLst>
              <a:ext uri="{FF2B5EF4-FFF2-40B4-BE49-F238E27FC236}">
                <a16:creationId xmlns:a16="http://schemas.microsoft.com/office/drawing/2014/main" id="{3A026DE5-ACB8-4D1C-9F4B-C5ED6D841AA2}"/>
              </a:ext>
            </a:extLst>
          </p:cNvPr>
          <p:cNvSpPr txBox="1">
            <a:spLocks noChangeArrowheads="1"/>
          </p:cNvSpPr>
          <p:nvPr/>
        </p:nvSpPr>
        <p:spPr bwMode="auto">
          <a:xfrm>
            <a:off x="9103317" y="5654602"/>
            <a:ext cx="1374342" cy="442035"/>
          </a:xfrm>
          <a:prstGeom prst="rect">
            <a:avLst/>
          </a:prstGeom>
          <a:noFill/>
          <a:ln>
            <a:noFill/>
          </a:ln>
        </p:spPr>
        <p:txBody>
          <a:bodyPr wrap="none" lIns="36000" tIns="36000" rIns="36000" bIns="36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FF0000"/>
                </a:solidFill>
                <a:latin typeface="Arial" panose="020B0604020202020204" pitchFamily="34" charset="0"/>
              </a:rPr>
              <a:t>(en serie)</a:t>
            </a:r>
          </a:p>
        </p:txBody>
      </p:sp>
      <p:sp>
        <p:nvSpPr>
          <p:cNvPr id="151" name="Rectangle 142">
            <a:extLst>
              <a:ext uri="{FF2B5EF4-FFF2-40B4-BE49-F238E27FC236}">
                <a16:creationId xmlns:a16="http://schemas.microsoft.com/office/drawing/2014/main" id="{10BAFB6A-7035-4806-BDA1-D1935FC247FD}"/>
              </a:ext>
            </a:extLst>
          </p:cNvPr>
          <p:cNvSpPr>
            <a:spLocks noChangeArrowheads="1"/>
          </p:cNvSpPr>
          <p:nvPr/>
        </p:nvSpPr>
        <p:spPr bwMode="auto">
          <a:xfrm>
            <a:off x="8994736" y="6298676"/>
            <a:ext cx="1687881" cy="5365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endParaRPr lang="es-ES" b="1">
              <a:solidFill>
                <a:srgbClr val="3333FF"/>
              </a:solidFill>
              <a:latin typeface="Comic Sans MS" panose="030F0702030302020204" pitchFamily="66" charset="0"/>
            </a:endParaRPr>
          </a:p>
        </p:txBody>
      </p:sp>
      <p:sp>
        <p:nvSpPr>
          <p:cNvPr id="153" name="Text Box 129">
            <a:extLst>
              <a:ext uri="{FF2B5EF4-FFF2-40B4-BE49-F238E27FC236}">
                <a16:creationId xmlns:a16="http://schemas.microsoft.com/office/drawing/2014/main" id="{E5FD79BF-748E-4382-869E-673DEF9E0238}"/>
              </a:ext>
            </a:extLst>
          </p:cNvPr>
          <p:cNvSpPr txBox="1">
            <a:spLocks noChangeArrowheads="1"/>
          </p:cNvSpPr>
          <p:nvPr/>
        </p:nvSpPr>
        <p:spPr bwMode="auto">
          <a:xfrm>
            <a:off x="8805907" y="6301993"/>
            <a:ext cx="191684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1,5 / 700 A</a:t>
            </a:r>
            <a:endParaRPr lang="es-ES" sz="2400" dirty="0">
              <a:solidFill>
                <a:srgbClr val="FF0000"/>
              </a:solidFill>
              <a:latin typeface="Arial" panose="020B0604020202020204" pitchFamily="34" charset="0"/>
              <a:sym typeface="Symbol" panose="05050102010706020507" pitchFamily="18" charset="2"/>
            </a:endParaRPr>
          </a:p>
        </p:txBody>
      </p:sp>
      <p:sp>
        <p:nvSpPr>
          <p:cNvPr id="154" name="Text Box 112">
            <a:extLst>
              <a:ext uri="{FF2B5EF4-FFF2-40B4-BE49-F238E27FC236}">
                <a16:creationId xmlns:a16="http://schemas.microsoft.com/office/drawing/2014/main" id="{167E4AAB-6513-4E3A-A6B6-E5584BFE32FA}"/>
              </a:ext>
            </a:extLst>
          </p:cNvPr>
          <p:cNvSpPr txBox="1">
            <a:spLocks noChangeArrowheads="1"/>
          </p:cNvSpPr>
          <p:nvPr/>
        </p:nvSpPr>
        <p:spPr bwMode="auto">
          <a:xfrm>
            <a:off x="2593768" y="5614430"/>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a:solidFill>
                  <a:srgbClr val="000000"/>
                </a:solidFill>
                <a:latin typeface="Comic Sans MS" panose="030F0702030302020204" pitchFamily="66" charset="0"/>
              </a:rPr>
              <a:t>I </a:t>
            </a:r>
            <a:r>
              <a:rPr lang="es-ES" sz="2400">
                <a:solidFill>
                  <a:srgbClr val="000000"/>
                </a:solidFill>
                <a:latin typeface="Arial" panose="020B0604020202020204" pitchFamily="34" charset="0"/>
              </a:rPr>
              <a:t>= V / R</a:t>
            </a:r>
            <a:endParaRPr lang="es-ES" sz="2800">
              <a:solidFill>
                <a:srgbClr val="000000"/>
              </a:solidFill>
              <a:latin typeface="Arial" panose="020B0604020202020204" pitchFamily="34" charset="0"/>
            </a:endParaRPr>
          </a:p>
        </p:txBody>
      </p:sp>
      <p:sp>
        <p:nvSpPr>
          <p:cNvPr id="3" name="Text Box 128">
            <a:extLst>
              <a:ext uri="{FF2B5EF4-FFF2-40B4-BE49-F238E27FC236}">
                <a16:creationId xmlns:a16="http://schemas.microsoft.com/office/drawing/2014/main" id="{EFEE8CF8-7B82-0306-6AAA-5CFBBB8F0C96}"/>
              </a:ext>
            </a:extLst>
          </p:cNvPr>
          <p:cNvSpPr txBox="1">
            <a:spLocks noChangeArrowheads="1"/>
          </p:cNvSpPr>
          <p:nvPr/>
        </p:nvSpPr>
        <p:spPr bwMode="auto">
          <a:xfrm>
            <a:off x="6173315" y="6252804"/>
            <a:ext cx="2772211"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a:t>
            </a:r>
            <a:r>
              <a:rPr lang="es-ES" sz="2800" dirty="0">
                <a:latin typeface="Arial" panose="020B0604020202020204" pitchFamily="34" charset="0"/>
                <a:sym typeface="Symbol" panose="05050102010706020507" pitchFamily="18" charset="2"/>
              </a:rPr>
              <a:t></a:t>
            </a:r>
            <a:r>
              <a:rPr lang="es-ES" sz="2400" dirty="0">
                <a:latin typeface="Arial" panose="020B0604020202020204" pitchFamily="34" charset="0"/>
                <a:sym typeface="Symbol" panose="05050102010706020507" pitchFamily="18" charset="2"/>
              </a:rPr>
              <a:t> / (R</a:t>
            </a:r>
            <a:r>
              <a:rPr lang="es-ES" sz="2400" baseline="-25000" dirty="0">
                <a:latin typeface="Arial" panose="020B0604020202020204" pitchFamily="34" charset="0"/>
                <a:sym typeface="Symbol" panose="05050102010706020507" pitchFamily="18" charset="2"/>
              </a:rPr>
              <a:t>1</a:t>
            </a:r>
            <a:r>
              <a:rPr lang="es-ES" sz="2400" dirty="0">
                <a:latin typeface="Arial" panose="020B0604020202020204" pitchFamily="34" charset="0"/>
                <a:sym typeface="Symbol" panose="05050102010706020507" pitchFamily="18" charset="2"/>
              </a:rPr>
              <a:t> </a:t>
            </a:r>
            <a:r>
              <a:rPr lang="es-ES" sz="2400">
                <a:latin typeface="Arial" panose="020B0604020202020204" pitchFamily="34" charset="0"/>
                <a:sym typeface="Symbol" panose="05050102010706020507" pitchFamily="18" charset="2"/>
              </a:rPr>
              <a:t>+ R</a:t>
            </a:r>
            <a:r>
              <a:rPr lang="es-ES" sz="2400" baseline="-25000">
                <a:latin typeface="Arial" panose="020B0604020202020204" pitchFamily="34" charset="0"/>
                <a:sym typeface="Symbol" panose="05050102010706020507" pitchFamily="18" charset="2"/>
              </a:rPr>
              <a:t>3</a:t>
            </a:r>
            <a:r>
              <a:rPr lang="es-ES" sz="2400">
                <a:latin typeface="Arial" panose="020B0604020202020204" pitchFamily="34" charset="0"/>
                <a:sym typeface="Symbol" panose="05050102010706020507" pitchFamily="18" charset="2"/>
              </a:rPr>
              <a:t> + R</a:t>
            </a:r>
            <a:r>
              <a:rPr lang="es-ES" sz="2400" baseline="-25000">
                <a:latin typeface="Arial" panose="020B0604020202020204" pitchFamily="34" charset="0"/>
                <a:sym typeface="Symbol" panose="05050102010706020507" pitchFamily="18" charset="2"/>
              </a:rPr>
              <a:t>4</a:t>
            </a:r>
            <a:r>
              <a:rPr lang="es-ES" sz="2400">
                <a:latin typeface="Arial" panose="020B0604020202020204" pitchFamily="34" charset="0"/>
                <a:sym typeface="Symbol" panose="05050102010706020507" pitchFamily="18" charset="2"/>
              </a:rPr>
              <a:t>)</a:t>
            </a:r>
            <a:endParaRPr lang="es-ES" sz="2400" dirty="0">
              <a:solidFill>
                <a:srgbClr val="FF0000"/>
              </a:solidFill>
              <a:latin typeface="Arial" panose="020B0604020202020204" pitchFamily="34" charset="0"/>
              <a:sym typeface="Symbol" panose="05050102010706020507" pitchFamily="18" charset="2"/>
            </a:endParaRPr>
          </a:p>
        </p:txBody>
      </p:sp>
      <p:sp>
        <p:nvSpPr>
          <p:cNvPr id="4" name="Text Box 128">
            <a:extLst>
              <a:ext uri="{FF2B5EF4-FFF2-40B4-BE49-F238E27FC236}">
                <a16:creationId xmlns:a16="http://schemas.microsoft.com/office/drawing/2014/main" id="{2320D926-5CDC-3858-8559-401A5F4D8B88}"/>
              </a:ext>
            </a:extLst>
          </p:cNvPr>
          <p:cNvSpPr txBox="1">
            <a:spLocks noChangeArrowheads="1"/>
          </p:cNvSpPr>
          <p:nvPr/>
        </p:nvSpPr>
        <p:spPr bwMode="auto">
          <a:xfrm>
            <a:off x="2608932" y="6294434"/>
            <a:ext cx="3363719" cy="536549"/>
          </a:xfrm>
          <a:prstGeom prst="rect">
            <a:avLst/>
          </a:prstGeom>
          <a:solidFill>
            <a:srgbClr val="FFFF99"/>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sym typeface="Symbol" panose="05050102010706020507" pitchFamily="18" charset="2"/>
              </a:rPr>
              <a:t>R</a:t>
            </a:r>
            <a:r>
              <a:rPr lang="es-ES" sz="2400" baseline="-25000">
                <a:latin typeface="Arial" panose="020B0604020202020204" pitchFamily="34" charset="0"/>
                <a:sym typeface="Symbol" panose="05050102010706020507" pitchFamily="18" charset="2"/>
              </a:rPr>
              <a:t>i</a:t>
            </a:r>
            <a:r>
              <a:rPr lang="es-ES" sz="2400">
                <a:latin typeface="Arial" panose="020B0604020202020204" pitchFamily="34" charset="0"/>
                <a:sym typeface="Symbol" panose="05050102010706020507" pitchFamily="18" charset="2"/>
              </a:rPr>
              <a:t> = (1/R</a:t>
            </a:r>
            <a:r>
              <a:rPr lang="es-ES" sz="2400" baseline="-25000">
                <a:latin typeface="Arial" panose="020B0604020202020204" pitchFamily="34" charset="0"/>
                <a:sym typeface="Symbol" panose="05050102010706020507" pitchFamily="18" charset="2"/>
              </a:rPr>
              <a:t>i </a:t>
            </a:r>
            <a:r>
              <a:rPr lang="es-ES" sz="2400">
                <a:latin typeface="Arial" panose="020B0604020202020204" pitchFamily="34" charset="0"/>
                <a:sym typeface="Symbol" panose="05050102010706020507" pitchFamily="18" charset="2"/>
              </a:rPr>
              <a:t>+ 1/)</a:t>
            </a:r>
            <a:r>
              <a:rPr lang="es-ES" sz="2400" baseline="30000">
                <a:latin typeface="Arial" panose="020B0604020202020204" pitchFamily="34" charset="0"/>
                <a:sym typeface="Symbol" panose="05050102010706020507" pitchFamily="18" charset="2"/>
              </a:rPr>
              <a:t>-1</a:t>
            </a:r>
            <a:r>
              <a:rPr lang="es-ES" sz="2400">
                <a:latin typeface="Arial" panose="020B0604020202020204" pitchFamily="34" charset="0"/>
                <a:sym typeface="Symbol" panose="05050102010706020507" pitchFamily="18" charset="2"/>
              </a:rPr>
              <a:t> = R</a:t>
            </a:r>
            <a:r>
              <a:rPr lang="es-ES" sz="2400" baseline="-25000">
                <a:latin typeface="Arial" panose="020B0604020202020204" pitchFamily="34" charset="0"/>
                <a:sym typeface="Symbol" panose="05050102010706020507" pitchFamily="18" charset="2"/>
              </a:rPr>
              <a:t>i</a:t>
            </a:r>
            <a:endParaRPr lang="es-ES" sz="2400" baseline="-25000" dirty="0">
              <a:solidFill>
                <a:srgbClr val="FF0000"/>
              </a:solidFill>
              <a:latin typeface="Arial" panose="020B0604020202020204" pitchFamily="34" charset="0"/>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78347"/>
                                        </p:tgtEl>
                                        <p:attrNameLst>
                                          <p:attrName>style.visibility</p:attrName>
                                        </p:attrNameLst>
                                      </p:cBhvr>
                                      <p:to>
                                        <p:strVal val="visible"/>
                                      </p:to>
                                    </p:set>
                                    <p:animEffect transition="in" filter="wipe(up)">
                                      <p:cBhvr>
                                        <p:cTn id="7" dur="500"/>
                                        <p:tgtEl>
                                          <p:spTgt spid="4783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8333"/>
                                        </p:tgtEl>
                                        <p:attrNameLst>
                                          <p:attrName>style.visibility</p:attrName>
                                        </p:attrNameLst>
                                      </p:cBhvr>
                                      <p:to>
                                        <p:strVal val="visible"/>
                                      </p:to>
                                    </p:set>
                                    <p:animEffect transition="in" filter="wipe(up)">
                                      <p:cBhvr>
                                        <p:cTn id="12" dur="500"/>
                                        <p:tgtEl>
                                          <p:spTgt spid="4783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9"/>
                                        </p:tgtEl>
                                        <p:attrNameLst>
                                          <p:attrName>style.visibility</p:attrName>
                                        </p:attrNameLst>
                                      </p:cBhvr>
                                      <p:to>
                                        <p:strVal val="visible"/>
                                      </p:to>
                                    </p:set>
                                    <p:animEffect transition="in" filter="wipe(up)">
                                      <p:cBhvr>
                                        <p:cTn id="17" dur="500"/>
                                        <p:tgtEl>
                                          <p:spTgt spid="149"/>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nodeType="clickEffect">
                                  <p:stCondLst>
                                    <p:cond delay="0"/>
                                  </p:stCondLst>
                                  <p:childTnLst>
                                    <p:set>
                                      <p:cBhvr>
                                        <p:cTn id="21" dur="1" fill="hold">
                                          <p:stCondLst>
                                            <p:cond delay="0"/>
                                          </p:stCondLst>
                                        </p:cTn>
                                        <p:tgtEl>
                                          <p:spTgt spid="55427"/>
                                        </p:tgtEl>
                                        <p:attrNameLst>
                                          <p:attrName>style.visibility</p:attrName>
                                        </p:attrNameLst>
                                      </p:cBhvr>
                                      <p:to>
                                        <p:strVal val="visible"/>
                                      </p:to>
                                    </p:set>
                                    <p:anim calcmode="lin" valueType="num">
                                      <p:cBhvr>
                                        <p:cTn id="22" dur="500" fill="hold"/>
                                        <p:tgtEl>
                                          <p:spTgt spid="55427"/>
                                        </p:tgtEl>
                                        <p:attrNameLst>
                                          <p:attrName>ppt_w</p:attrName>
                                        </p:attrNameLst>
                                      </p:cBhvr>
                                      <p:tavLst>
                                        <p:tav tm="0">
                                          <p:val>
                                            <p:strVal val="4/3*#ppt_w"/>
                                          </p:val>
                                        </p:tav>
                                        <p:tav tm="100000">
                                          <p:val>
                                            <p:strVal val="#ppt_w"/>
                                          </p:val>
                                        </p:tav>
                                      </p:tavLst>
                                    </p:anim>
                                    <p:anim calcmode="lin" valueType="num">
                                      <p:cBhvr>
                                        <p:cTn id="23" dur="500" fill="hold"/>
                                        <p:tgtEl>
                                          <p:spTgt spid="55427"/>
                                        </p:tgtEl>
                                        <p:attrNameLst>
                                          <p:attrName>ppt_h</p:attrName>
                                        </p:attrNameLst>
                                      </p:cBhvr>
                                      <p:tavLst>
                                        <p:tav tm="0">
                                          <p:val>
                                            <p:strVal val="4/3*#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46"/>
                                        </p:tgtEl>
                                        <p:attrNameLst>
                                          <p:attrName>style.visibility</p:attrName>
                                        </p:attrNameLst>
                                      </p:cBhvr>
                                      <p:to>
                                        <p:strVal val="visible"/>
                                      </p:to>
                                    </p:set>
                                    <p:anim calcmode="lin" valueType="num">
                                      <p:cBhvr additive="base">
                                        <p:cTn id="28" dur="500"/>
                                        <p:tgtEl>
                                          <p:spTgt spid="146"/>
                                        </p:tgtEl>
                                        <p:attrNameLst>
                                          <p:attrName>ppt_y</p:attrName>
                                        </p:attrNameLst>
                                      </p:cBhvr>
                                      <p:tavLst>
                                        <p:tav tm="0">
                                          <p:val>
                                            <p:strVal val="#ppt_y+#ppt_h*1.125000"/>
                                          </p:val>
                                        </p:tav>
                                        <p:tav tm="100000">
                                          <p:val>
                                            <p:strVal val="#ppt_y"/>
                                          </p:val>
                                        </p:tav>
                                      </p:tavLst>
                                    </p:anim>
                                    <p:animEffect transition="in" filter="wipe(up)">
                                      <p:cBhvr>
                                        <p:cTn id="29" dur="500"/>
                                        <p:tgtEl>
                                          <p:spTgt spid="14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48"/>
                                        </p:tgtEl>
                                        <p:attrNameLst>
                                          <p:attrName>style.visibility</p:attrName>
                                        </p:attrNameLst>
                                      </p:cBhvr>
                                      <p:to>
                                        <p:strVal val="visible"/>
                                      </p:to>
                                    </p:set>
                                    <p:animEffect transition="in" filter="wipe(up)">
                                      <p:cBhvr>
                                        <p:cTn id="34" dur="500"/>
                                        <p:tgtEl>
                                          <p:spTgt spid="148"/>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140"/>
                                        </p:tgtEl>
                                        <p:attrNameLst>
                                          <p:attrName>style.visibility</p:attrName>
                                        </p:attrNameLst>
                                      </p:cBhvr>
                                      <p:to>
                                        <p:strVal val="visible"/>
                                      </p:to>
                                    </p:set>
                                    <p:animEffect transition="in" filter="dissolve">
                                      <p:cBhvr>
                                        <p:cTn id="39" dur="500"/>
                                        <p:tgtEl>
                                          <p:spTgt spid="14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154"/>
                                        </p:tgtEl>
                                        <p:attrNameLst>
                                          <p:attrName>style.visibility</p:attrName>
                                        </p:attrNameLst>
                                      </p:cBhvr>
                                      <p:to>
                                        <p:strVal val="visible"/>
                                      </p:to>
                                    </p:set>
                                    <p:anim calcmode="lin" valueType="num">
                                      <p:cBhvr additive="base">
                                        <p:cTn id="44" dur="500"/>
                                        <p:tgtEl>
                                          <p:spTgt spid="154"/>
                                        </p:tgtEl>
                                        <p:attrNameLst>
                                          <p:attrName>ppt_y</p:attrName>
                                        </p:attrNameLst>
                                      </p:cBhvr>
                                      <p:tavLst>
                                        <p:tav tm="0">
                                          <p:val>
                                            <p:strVal val="#ppt_y+#ppt_h*1.125000"/>
                                          </p:val>
                                        </p:tav>
                                        <p:tav tm="100000">
                                          <p:val>
                                            <p:strVal val="#ppt_y"/>
                                          </p:val>
                                        </p:tav>
                                      </p:tavLst>
                                    </p:anim>
                                    <p:animEffect transition="in" filter="wipe(up)">
                                      <p:cBhvr>
                                        <p:cTn id="45" dur="500"/>
                                        <p:tgtEl>
                                          <p:spTgt spid="15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595"/>
                                        </p:tgtEl>
                                        <p:attrNameLst>
                                          <p:attrName>style.visibility</p:attrName>
                                        </p:attrNameLst>
                                      </p:cBhvr>
                                      <p:to>
                                        <p:strVal val="visible"/>
                                      </p:to>
                                    </p:set>
                                    <p:animEffect transition="in" filter="wipe(left)">
                                      <p:cBhvr>
                                        <p:cTn id="50" dur="500"/>
                                        <p:tgtEl>
                                          <p:spTgt spid="2459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719"/>
                                        </p:tgtEl>
                                        <p:attrNameLst>
                                          <p:attrName>style.visibility</p:attrName>
                                        </p:attrNameLst>
                                      </p:cBhvr>
                                      <p:to>
                                        <p:strVal val="visible"/>
                                      </p:to>
                                    </p:set>
                                    <p:animEffect transition="in" filter="wipe(left)">
                                      <p:cBhvr>
                                        <p:cTn id="55" dur="500"/>
                                        <p:tgtEl>
                                          <p:spTgt spid="24719"/>
                                        </p:tgtEl>
                                      </p:cBhvr>
                                    </p:animEffect>
                                  </p:childTnLst>
                                </p:cTn>
                              </p:par>
                            </p:childTnLst>
                          </p:cTn>
                        </p:par>
                        <p:par>
                          <p:cTn id="56" fill="hold">
                            <p:stCondLst>
                              <p:cond delay="500"/>
                            </p:stCondLst>
                            <p:childTnLst>
                              <p:par>
                                <p:cTn id="57" presetID="12" presetClass="entr" presetSubtype="4" fill="hold" grpId="0" nodeType="afterEffect">
                                  <p:stCondLst>
                                    <p:cond delay="0"/>
                                  </p:stCondLst>
                                  <p:childTnLst>
                                    <p:set>
                                      <p:cBhvr>
                                        <p:cTn id="58" dur="1" fill="hold">
                                          <p:stCondLst>
                                            <p:cond delay="0"/>
                                          </p:stCondLst>
                                        </p:cTn>
                                        <p:tgtEl>
                                          <p:spTgt spid="150"/>
                                        </p:tgtEl>
                                        <p:attrNameLst>
                                          <p:attrName>style.visibility</p:attrName>
                                        </p:attrNameLst>
                                      </p:cBhvr>
                                      <p:to>
                                        <p:strVal val="visible"/>
                                      </p:to>
                                    </p:set>
                                    <p:anim calcmode="lin" valueType="num">
                                      <p:cBhvr additive="base">
                                        <p:cTn id="59" dur="500"/>
                                        <p:tgtEl>
                                          <p:spTgt spid="150"/>
                                        </p:tgtEl>
                                        <p:attrNameLst>
                                          <p:attrName>ppt_y</p:attrName>
                                        </p:attrNameLst>
                                      </p:cBhvr>
                                      <p:tavLst>
                                        <p:tav tm="0">
                                          <p:val>
                                            <p:strVal val="#ppt_y+#ppt_h*1.125000"/>
                                          </p:val>
                                        </p:tav>
                                        <p:tav tm="100000">
                                          <p:val>
                                            <p:strVal val="#ppt_y"/>
                                          </p:val>
                                        </p:tav>
                                      </p:tavLst>
                                    </p:anim>
                                    <p:animEffect transition="in" filter="wipe(up)">
                                      <p:cBhvr>
                                        <p:cTn id="60" dur="500"/>
                                        <p:tgtEl>
                                          <p:spTgt spid="150"/>
                                        </p:tgtEl>
                                      </p:cBhvr>
                                    </p:animEffect>
                                  </p:childTnLst>
                                </p:cTn>
                              </p:par>
                            </p:childTnLst>
                          </p:cTn>
                        </p:par>
                      </p:childTnLst>
                    </p:cTn>
                  </p:par>
                  <p:par>
                    <p:cTn id="61" fill="hold">
                      <p:stCondLst>
                        <p:cond delay="indefinite"/>
                      </p:stCondLst>
                      <p:childTnLst>
                        <p:par>
                          <p:cTn id="62" fill="hold">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4"/>
                                        </p:tgtEl>
                                        <p:attrNameLst>
                                          <p:attrName>style.visibility</p:attrName>
                                        </p:attrNameLst>
                                      </p:cBhvr>
                                      <p:to>
                                        <p:strVal val="visible"/>
                                      </p:to>
                                    </p:set>
                                    <p:anim calcmode="lin" valueType="num">
                                      <p:cBhvr additive="base">
                                        <p:cTn id="65" dur="500"/>
                                        <p:tgtEl>
                                          <p:spTgt spid="4"/>
                                        </p:tgtEl>
                                        <p:attrNameLst>
                                          <p:attrName>ppt_y</p:attrName>
                                        </p:attrNameLst>
                                      </p:cBhvr>
                                      <p:tavLst>
                                        <p:tav tm="0">
                                          <p:val>
                                            <p:strVal val="#ppt_y+#ppt_h*1.125000"/>
                                          </p:val>
                                        </p:tav>
                                        <p:tav tm="100000">
                                          <p:val>
                                            <p:strVal val="#ppt_y"/>
                                          </p:val>
                                        </p:tav>
                                      </p:tavLst>
                                    </p:anim>
                                    <p:animEffect transition="in" filter="wipe(up)">
                                      <p:cBhvr>
                                        <p:cTn id="66" dur="500"/>
                                        <p:tgtEl>
                                          <p:spTgt spid="4"/>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animEffect transition="in" filter="wipe(left)">
                                      <p:cBhvr>
                                        <p:cTn id="71" dur="500"/>
                                        <p:tgtEl>
                                          <p:spTgt spid="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53"/>
                                        </p:tgtEl>
                                        <p:attrNameLst>
                                          <p:attrName>style.visibility</p:attrName>
                                        </p:attrNameLst>
                                      </p:cBhvr>
                                      <p:to>
                                        <p:strVal val="visible"/>
                                      </p:to>
                                    </p:set>
                                    <p:animEffect transition="in" filter="wipe(left)">
                                      <p:cBhvr>
                                        <p:cTn id="76" dur="500"/>
                                        <p:tgtEl>
                                          <p:spTgt spid="153"/>
                                        </p:tgtEl>
                                      </p:cBhvr>
                                    </p:animEffect>
                                  </p:childTnLst>
                                </p:cTn>
                              </p:par>
                            </p:childTnLst>
                          </p:cTn>
                        </p:par>
                        <p:par>
                          <p:cTn id="77" fill="hold">
                            <p:stCondLst>
                              <p:cond delay="500"/>
                            </p:stCondLst>
                            <p:childTnLst>
                              <p:par>
                                <p:cTn id="78" presetID="9" presetClass="entr" presetSubtype="0" fill="hold" grpId="0" nodeType="afterEffect">
                                  <p:stCondLst>
                                    <p:cond delay="0"/>
                                  </p:stCondLst>
                                  <p:childTnLst>
                                    <p:set>
                                      <p:cBhvr>
                                        <p:cTn id="79" dur="1" fill="hold">
                                          <p:stCondLst>
                                            <p:cond delay="0"/>
                                          </p:stCondLst>
                                        </p:cTn>
                                        <p:tgtEl>
                                          <p:spTgt spid="151"/>
                                        </p:tgtEl>
                                        <p:attrNameLst>
                                          <p:attrName>style.visibility</p:attrName>
                                        </p:attrNameLst>
                                      </p:cBhvr>
                                      <p:to>
                                        <p:strVal val="visible"/>
                                      </p:to>
                                    </p:set>
                                    <p:animEffect transition="in" filter="dissolve">
                                      <p:cBhvr>
                                        <p:cTn id="80" dur="500"/>
                                        <p:tgtEl>
                                          <p:spTgt spid="151"/>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152"/>
                                        </p:tgtEl>
                                        <p:attrNameLst>
                                          <p:attrName>style.visibility</p:attrName>
                                        </p:attrNameLst>
                                      </p:cBhvr>
                                      <p:to>
                                        <p:strVal val="visible"/>
                                      </p:to>
                                    </p:set>
                                    <p:animEffect transition="in" filter="dissolve">
                                      <p:cBhvr>
                                        <p:cTn id="83" dur="500"/>
                                        <p:tgtEl>
                                          <p:spTgt spid="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 grpId="0" animBg="1"/>
      <p:bldP spid="478333" grpId="0" animBg="1"/>
      <p:bldP spid="24595" grpId="0"/>
      <p:bldP spid="478347" grpId="0" animBg="1"/>
      <p:bldP spid="24719" grpId="0"/>
      <p:bldP spid="146" grpId="0" animBg="1"/>
      <p:bldP spid="148" grpId="0"/>
      <p:bldP spid="149" grpId="0" animBg="1"/>
      <p:bldP spid="150" grpId="0"/>
      <p:bldP spid="151" grpId="0" animBg="1"/>
      <p:bldP spid="153" grpId="0"/>
      <p:bldP spid="154" grpId="0" animBg="1"/>
      <p:bldP spid="3" grpId="0"/>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10"/>
          <p:cNvSpPr>
            <a:spLocks noChangeShapeType="1"/>
          </p:cNvSpPr>
          <p:nvPr/>
        </p:nvSpPr>
        <p:spPr bwMode="auto">
          <a:xfrm flipV="1">
            <a:off x="4522407" y="1586611"/>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11267" name="Group 11"/>
          <p:cNvGrpSpPr>
            <a:grpSpLocks/>
          </p:cNvGrpSpPr>
          <p:nvPr/>
        </p:nvGrpSpPr>
        <p:grpSpPr bwMode="auto">
          <a:xfrm>
            <a:off x="3860419" y="2366074"/>
            <a:ext cx="73025" cy="427037"/>
            <a:chOff x="5153" y="6274"/>
            <a:chExt cx="63" cy="360"/>
          </a:xfrm>
        </p:grpSpPr>
        <p:sp>
          <p:nvSpPr>
            <p:cNvPr id="11410" name="Line 12"/>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11" name="Line 13"/>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1268" name="Line 14"/>
          <p:cNvSpPr>
            <a:spLocks noChangeShapeType="1"/>
          </p:cNvSpPr>
          <p:nvPr/>
        </p:nvSpPr>
        <p:spPr bwMode="auto">
          <a:xfrm>
            <a:off x="2812669" y="853186"/>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69" name="Line 15"/>
          <p:cNvSpPr>
            <a:spLocks noChangeShapeType="1"/>
          </p:cNvSpPr>
          <p:nvPr/>
        </p:nvSpPr>
        <p:spPr bwMode="auto">
          <a:xfrm rot="10800000">
            <a:off x="2812669" y="1780286"/>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0" name="Line 16"/>
          <p:cNvSpPr>
            <a:spLocks noChangeShapeType="1"/>
          </p:cNvSpPr>
          <p:nvPr/>
        </p:nvSpPr>
        <p:spPr bwMode="auto">
          <a:xfrm>
            <a:off x="1555369" y="864299"/>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1" name="Line 17"/>
          <p:cNvSpPr>
            <a:spLocks noChangeShapeType="1"/>
          </p:cNvSpPr>
          <p:nvPr/>
        </p:nvSpPr>
        <p:spPr bwMode="auto">
          <a:xfrm>
            <a:off x="3860419" y="853186"/>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2" name="Line 18"/>
          <p:cNvSpPr>
            <a:spLocks noChangeShapeType="1"/>
          </p:cNvSpPr>
          <p:nvPr/>
        </p:nvSpPr>
        <p:spPr bwMode="auto">
          <a:xfrm>
            <a:off x="3849307" y="1492949"/>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3" name="Line 19"/>
          <p:cNvSpPr>
            <a:spLocks noChangeShapeType="1"/>
          </p:cNvSpPr>
          <p:nvPr/>
        </p:nvSpPr>
        <p:spPr bwMode="auto">
          <a:xfrm flipH="1">
            <a:off x="1555369" y="853186"/>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4" name="Line 20"/>
          <p:cNvSpPr>
            <a:spLocks noChangeShapeType="1"/>
          </p:cNvSpPr>
          <p:nvPr/>
        </p:nvSpPr>
        <p:spPr bwMode="auto">
          <a:xfrm flipH="1">
            <a:off x="1544257" y="1791399"/>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5" name="Line 21"/>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6" name="Line 22"/>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7" name="Line 23"/>
          <p:cNvSpPr>
            <a:spLocks noChangeShapeType="1"/>
          </p:cNvSpPr>
          <p:nvPr/>
        </p:nvSpPr>
        <p:spPr bwMode="auto">
          <a:xfrm flipH="1">
            <a:off x="3936619" y="2590135"/>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8" name="Oval 24"/>
          <p:cNvSpPr>
            <a:spLocks noChangeArrowheads="1"/>
          </p:cNvSpPr>
          <p:nvPr/>
        </p:nvSpPr>
        <p:spPr bwMode="auto">
          <a:xfrm>
            <a:off x="4477957" y="1488186"/>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79" name="Oval 25"/>
          <p:cNvSpPr>
            <a:spLocks noChangeArrowheads="1"/>
          </p:cNvSpPr>
          <p:nvPr/>
        </p:nvSpPr>
        <p:spPr bwMode="auto">
          <a:xfrm>
            <a:off x="3814382" y="1492949"/>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80" name="Oval 26"/>
          <p:cNvSpPr>
            <a:spLocks noChangeArrowheads="1"/>
          </p:cNvSpPr>
          <p:nvPr/>
        </p:nvSpPr>
        <p:spPr bwMode="auto">
          <a:xfrm>
            <a:off x="3814382" y="1129411"/>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81" name="Oval 27"/>
          <p:cNvSpPr>
            <a:spLocks noChangeArrowheads="1"/>
          </p:cNvSpPr>
          <p:nvPr/>
        </p:nvSpPr>
        <p:spPr bwMode="auto">
          <a:xfrm>
            <a:off x="4477957" y="1851724"/>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1282" name="Group 28"/>
          <p:cNvGrpSpPr>
            <a:grpSpLocks/>
          </p:cNvGrpSpPr>
          <p:nvPr/>
        </p:nvGrpSpPr>
        <p:grpSpPr bwMode="auto">
          <a:xfrm>
            <a:off x="2393569" y="646811"/>
            <a:ext cx="419100" cy="427038"/>
            <a:chOff x="2214" y="9158"/>
            <a:chExt cx="1080" cy="360"/>
          </a:xfrm>
        </p:grpSpPr>
        <p:grpSp>
          <p:nvGrpSpPr>
            <p:cNvPr id="11398" name="Group 29"/>
            <p:cNvGrpSpPr>
              <a:grpSpLocks/>
            </p:cNvGrpSpPr>
            <p:nvPr/>
          </p:nvGrpSpPr>
          <p:grpSpPr bwMode="auto">
            <a:xfrm>
              <a:off x="2574" y="9158"/>
              <a:ext cx="360" cy="360"/>
              <a:chOff x="2214" y="9158"/>
              <a:chExt cx="360" cy="360"/>
            </a:xfrm>
          </p:grpSpPr>
          <p:sp>
            <p:nvSpPr>
              <p:cNvPr id="11407" name="Line 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8" name="Line 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9" name="Line 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99" name="Group 33"/>
            <p:cNvGrpSpPr>
              <a:grpSpLocks/>
            </p:cNvGrpSpPr>
            <p:nvPr/>
          </p:nvGrpSpPr>
          <p:grpSpPr bwMode="auto">
            <a:xfrm>
              <a:off x="2934" y="9158"/>
              <a:ext cx="360" cy="360"/>
              <a:chOff x="2214" y="9158"/>
              <a:chExt cx="360" cy="360"/>
            </a:xfrm>
          </p:grpSpPr>
          <p:sp>
            <p:nvSpPr>
              <p:cNvPr id="11404" name="Line 3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5" name="Line 3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6" name="Line 3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400" name="Group 37"/>
            <p:cNvGrpSpPr>
              <a:grpSpLocks/>
            </p:cNvGrpSpPr>
            <p:nvPr/>
          </p:nvGrpSpPr>
          <p:grpSpPr bwMode="auto">
            <a:xfrm>
              <a:off x="2214" y="9158"/>
              <a:ext cx="360" cy="360"/>
              <a:chOff x="2214" y="9158"/>
              <a:chExt cx="360" cy="360"/>
            </a:xfrm>
          </p:grpSpPr>
          <p:sp>
            <p:nvSpPr>
              <p:cNvPr id="11401" name="Line 3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2" name="Line 3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3" name="Line 4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3" name="Group 41"/>
          <p:cNvGrpSpPr>
            <a:grpSpLocks/>
          </p:cNvGrpSpPr>
          <p:nvPr/>
        </p:nvGrpSpPr>
        <p:grpSpPr bwMode="auto">
          <a:xfrm>
            <a:off x="2393569" y="1537399"/>
            <a:ext cx="419100" cy="427037"/>
            <a:chOff x="2214" y="9158"/>
            <a:chExt cx="1080" cy="360"/>
          </a:xfrm>
        </p:grpSpPr>
        <p:grpSp>
          <p:nvGrpSpPr>
            <p:cNvPr id="11386" name="Group 42"/>
            <p:cNvGrpSpPr>
              <a:grpSpLocks/>
            </p:cNvGrpSpPr>
            <p:nvPr/>
          </p:nvGrpSpPr>
          <p:grpSpPr bwMode="auto">
            <a:xfrm>
              <a:off x="2574" y="9158"/>
              <a:ext cx="360" cy="360"/>
              <a:chOff x="2214" y="9158"/>
              <a:chExt cx="360" cy="360"/>
            </a:xfrm>
          </p:grpSpPr>
          <p:sp>
            <p:nvSpPr>
              <p:cNvPr id="11395" name="Line 4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6" name="Line 4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7" name="Line 4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87" name="Group 46"/>
            <p:cNvGrpSpPr>
              <a:grpSpLocks/>
            </p:cNvGrpSpPr>
            <p:nvPr/>
          </p:nvGrpSpPr>
          <p:grpSpPr bwMode="auto">
            <a:xfrm>
              <a:off x="2934" y="9158"/>
              <a:ext cx="360" cy="360"/>
              <a:chOff x="2214" y="9158"/>
              <a:chExt cx="360" cy="360"/>
            </a:xfrm>
          </p:grpSpPr>
          <p:sp>
            <p:nvSpPr>
              <p:cNvPr id="11392" name="Line 4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3" name="Line 4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4" name="Line 4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88" name="Group 50"/>
            <p:cNvGrpSpPr>
              <a:grpSpLocks/>
            </p:cNvGrpSpPr>
            <p:nvPr/>
          </p:nvGrpSpPr>
          <p:grpSpPr bwMode="auto">
            <a:xfrm>
              <a:off x="2214" y="9158"/>
              <a:ext cx="360" cy="360"/>
              <a:chOff x="2214" y="9158"/>
              <a:chExt cx="360" cy="360"/>
            </a:xfrm>
          </p:grpSpPr>
          <p:sp>
            <p:nvSpPr>
              <p:cNvPr id="11389" name="Line 5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0" name="Line 5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1" name="Line 5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4" name="Group 54"/>
          <p:cNvGrpSpPr>
            <a:grpSpLocks/>
          </p:cNvGrpSpPr>
          <p:nvPr/>
        </p:nvGrpSpPr>
        <p:grpSpPr bwMode="auto">
          <a:xfrm>
            <a:off x="2393569" y="2391016"/>
            <a:ext cx="419100" cy="427037"/>
            <a:chOff x="2214" y="9158"/>
            <a:chExt cx="1080" cy="360"/>
          </a:xfrm>
        </p:grpSpPr>
        <p:grpSp>
          <p:nvGrpSpPr>
            <p:cNvPr id="11374" name="Group 55"/>
            <p:cNvGrpSpPr>
              <a:grpSpLocks/>
            </p:cNvGrpSpPr>
            <p:nvPr/>
          </p:nvGrpSpPr>
          <p:grpSpPr bwMode="auto">
            <a:xfrm>
              <a:off x="2574" y="9158"/>
              <a:ext cx="360" cy="360"/>
              <a:chOff x="2214" y="9158"/>
              <a:chExt cx="360" cy="360"/>
            </a:xfrm>
          </p:grpSpPr>
          <p:sp>
            <p:nvSpPr>
              <p:cNvPr id="11383" name="Line 56"/>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84" name="Line 57"/>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85" name="Line 58"/>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75" name="Group 59"/>
            <p:cNvGrpSpPr>
              <a:grpSpLocks/>
            </p:cNvGrpSpPr>
            <p:nvPr/>
          </p:nvGrpSpPr>
          <p:grpSpPr bwMode="auto">
            <a:xfrm>
              <a:off x="2934" y="9158"/>
              <a:ext cx="360" cy="360"/>
              <a:chOff x="2214" y="9158"/>
              <a:chExt cx="360" cy="360"/>
            </a:xfrm>
          </p:grpSpPr>
          <p:sp>
            <p:nvSpPr>
              <p:cNvPr id="11380" name="Line 6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81" name="Line 6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82" name="Line 6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76" name="Group 63"/>
            <p:cNvGrpSpPr>
              <a:grpSpLocks/>
            </p:cNvGrpSpPr>
            <p:nvPr/>
          </p:nvGrpSpPr>
          <p:grpSpPr bwMode="auto">
            <a:xfrm>
              <a:off x="2214" y="9158"/>
              <a:ext cx="360" cy="360"/>
              <a:chOff x="2214" y="9158"/>
              <a:chExt cx="360" cy="360"/>
            </a:xfrm>
          </p:grpSpPr>
          <p:sp>
            <p:nvSpPr>
              <p:cNvPr id="11377" name="Line 6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8" name="Line 6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9" name="Line 6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5" name="Group 67"/>
          <p:cNvGrpSpPr>
            <a:grpSpLocks/>
          </p:cNvGrpSpPr>
          <p:nvPr/>
        </p:nvGrpSpPr>
        <p:grpSpPr bwMode="auto">
          <a:xfrm rot="5400000">
            <a:off x="4904200" y="1530255"/>
            <a:ext cx="427038" cy="419100"/>
            <a:chOff x="2214" y="9158"/>
            <a:chExt cx="1080" cy="360"/>
          </a:xfrm>
        </p:grpSpPr>
        <p:grpSp>
          <p:nvGrpSpPr>
            <p:cNvPr id="11362" name="Group 68"/>
            <p:cNvGrpSpPr>
              <a:grpSpLocks/>
            </p:cNvGrpSpPr>
            <p:nvPr/>
          </p:nvGrpSpPr>
          <p:grpSpPr bwMode="auto">
            <a:xfrm>
              <a:off x="2574" y="9158"/>
              <a:ext cx="360" cy="360"/>
              <a:chOff x="2214" y="9158"/>
              <a:chExt cx="360" cy="360"/>
            </a:xfrm>
          </p:grpSpPr>
          <p:sp>
            <p:nvSpPr>
              <p:cNvPr id="11371" name="Line 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2" name="Line 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3" name="Line 7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63" name="Group 72"/>
            <p:cNvGrpSpPr>
              <a:grpSpLocks/>
            </p:cNvGrpSpPr>
            <p:nvPr/>
          </p:nvGrpSpPr>
          <p:grpSpPr bwMode="auto">
            <a:xfrm>
              <a:off x="2934" y="9158"/>
              <a:ext cx="360" cy="360"/>
              <a:chOff x="2214" y="9158"/>
              <a:chExt cx="360" cy="360"/>
            </a:xfrm>
          </p:grpSpPr>
          <p:sp>
            <p:nvSpPr>
              <p:cNvPr id="11368" name="Line 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9" name="Line 7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0" name="Line 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64" name="Group 76"/>
            <p:cNvGrpSpPr>
              <a:grpSpLocks/>
            </p:cNvGrpSpPr>
            <p:nvPr/>
          </p:nvGrpSpPr>
          <p:grpSpPr bwMode="auto">
            <a:xfrm>
              <a:off x="2214" y="9158"/>
              <a:ext cx="360" cy="360"/>
              <a:chOff x="2214" y="9158"/>
              <a:chExt cx="360" cy="360"/>
            </a:xfrm>
          </p:grpSpPr>
          <p:sp>
            <p:nvSpPr>
              <p:cNvPr id="11365" name="Line 7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6" name="Line 7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7" name="Line 7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11286" name="Line 80"/>
          <p:cNvSpPr>
            <a:spLocks noChangeShapeType="1"/>
          </p:cNvSpPr>
          <p:nvPr/>
        </p:nvSpPr>
        <p:spPr bwMode="auto">
          <a:xfrm>
            <a:off x="5117719" y="853186"/>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7" name="Line 81"/>
          <p:cNvSpPr>
            <a:spLocks noChangeShapeType="1"/>
          </p:cNvSpPr>
          <p:nvPr/>
        </p:nvSpPr>
        <p:spPr bwMode="auto">
          <a:xfrm>
            <a:off x="5117719" y="1956499"/>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8" name="Line 82"/>
          <p:cNvSpPr>
            <a:spLocks noChangeShapeType="1"/>
          </p:cNvSpPr>
          <p:nvPr/>
        </p:nvSpPr>
        <p:spPr bwMode="auto">
          <a:xfrm flipV="1">
            <a:off x="4506532" y="853186"/>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9" name="Line 83"/>
          <p:cNvSpPr>
            <a:spLocks noChangeShapeType="1"/>
          </p:cNvSpPr>
          <p:nvPr/>
        </p:nvSpPr>
        <p:spPr bwMode="auto">
          <a:xfrm>
            <a:off x="4519232" y="1943799"/>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90" name="Line 84"/>
          <p:cNvSpPr>
            <a:spLocks noChangeShapeType="1"/>
          </p:cNvSpPr>
          <p:nvPr/>
        </p:nvSpPr>
        <p:spPr bwMode="auto">
          <a:xfrm flipV="1">
            <a:off x="3862007" y="1242124"/>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91" name="Text Box 85"/>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11292" name="Rectangle 86"/>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11293" name="Rectangle 87"/>
          <p:cNvSpPr>
            <a:spLocks noChangeArrowheads="1"/>
          </p:cNvSpPr>
          <p:nvPr/>
        </p:nvSpPr>
        <p:spPr bwMode="auto">
          <a:xfrm>
            <a:off x="1960182" y="1253236"/>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11294" name="Rectangle 88"/>
          <p:cNvSpPr>
            <a:spLocks noChangeArrowheads="1"/>
          </p:cNvSpPr>
          <p:nvPr/>
        </p:nvSpPr>
        <p:spPr bwMode="auto">
          <a:xfrm>
            <a:off x="1957007" y="346774"/>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11295" name="Rectangle 89"/>
          <p:cNvSpPr>
            <a:spLocks noChangeArrowheads="1"/>
          </p:cNvSpPr>
          <p:nvPr/>
        </p:nvSpPr>
        <p:spPr bwMode="auto">
          <a:xfrm>
            <a:off x="4651247" y="1013905"/>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grpSp>
        <p:nvGrpSpPr>
          <p:cNvPr id="11296" name="Group 90"/>
          <p:cNvGrpSpPr>
            <a:grpSpLocks/>
          </p:cNvGrpSpPr>
          <p:nvPr/>
        </p:nvGrpSpPr>
        <p:grpSpPr bwMode="auto">
          <a:xfrm>
            <a:off x="4366832" y="2596485"/>
            <a:ext cx="317500" cy="376237"/>
            <a:chOff x="8088" y="15201"/>
            <a:chExt cx="340" cy="280"/>
          </a:xfrm>
        </p:grpSpPr>
        <p:sp>
          <p:nvSpPr>
            <p:cNvPr id="11358" name="Line 91"/>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59" name="Line 92"/>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0" name="Line 93"/>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1" name="Line 94"/>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1297" name="Oval 95"/>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98" name="Oval 96"/>
          <p:cNvSpPr>
            <a:spLocks noChangeArrowheads="1"/>
          </p:cNvSpPr>
          <p:nvPr/>
        </p:nvSpPr>
        <p:spPr bwMode="auto">
          <a:xfrm>
            <a:off x="1506157" y="1742186"/>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99" name="Rectangle 97"/>
          <p:cNvSpPr>
            <a:spLocks noChangeArrowheads="1"/>
          </p:cNvSpPr>
          <p:nvPr/>
        </p:nvSpPr>
        <p:spPr bwMode="auto">
          <a:xfrm>
            <a:off x="1152144" y="1491361"/>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11300" name="Rectangle 98"/>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11355" name="Text Box 118"/>
          <p:cNvSpPr txBox="1">
            <a:spLocks noChangeArrowheads="1"/>
          </p:cNvSpPr>
          <p:nvPr/>
        </p:nvSpPr>
        <p:spPr bwMode="auto">
          <a:xfrm>
            <a:off x="8118034" y="4930476"/>
            <a:ext cx="22015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(potencial cte.)</a:t>
            </a:r>
          </a:p>
        </p:txBody>
      </p:sp>
      <p:sp>
        <p:nvSpPr>
          <p:cNvPr id="25745" name="Text Box 145"/>
          <p:cNvSpPr txBox="1">
            <a:spLocks noChangeArrowheads="1"/>
          </p:cNvSpPr>
          <p:nvPr/>
        </p:nvSpPr>
        <p:spPr bwMode="auto">
          <a:xfrm>
            <a:off x="3546094" y="1102424"/>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25746" name="Text Box 146"/>
          <p:cNvSpPr txBox="1">
            <a:spLocks noChangeArrowheads="1"/>
          </p:cNvSpPr>
          <p:nvPr/>
        </p:nvSpPr>
        <p:spPr bwMode="auto">
          <a:xfrm>
            <a:off x="4195382" y="1458024"/>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149" name="Text Box 102"/>
          <p:cNvSpPr txBox="1">
            <a:spLocks noChangeArrowheads="1"/>
          </p:cNvSpPr>
          <p:nvPr/>
        </p:nvSpPr>
        <p:spPr bwMode="auto">
          <a:xfrm>
            <a:off x="5773734" y="495300"/>
            <a:ext cx="3280363"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Cerrados</a:t>
            </a:r>
          </a:p>
        </p:txBody>
      </p:sp>
      <p:sp>
        <p:nvSpPr>
          <p:cNvPr id="151" name="Text Box 152"/>
          <p:cNvSpPr txBox="1">
            <a:spLocks noChangeArrowheads="1"/>
          </p:cNvSpPr>
          <p:nvPr/>
        </p:nvSpPr>
        <p:spPr bwMode="auto">
          <a:xfrm>
            <a:off x="5621601" y="3295523"/>
            <a:ext cx="375292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sym typeface="Symbol" panose="05050102010706020507" pitchFamily="18" charset="2"/>
              </a:rPr>
              <a:t> </a:t>
            </a:r>
            <a:r>
              <a:rPr lang="es-ES" sz="2400">
                <a:latin typeface="Arial" panose="020B0604020202020204" pitchFamily="34" charset="0"/>
              </a:rPr>
              <a:t>Interruptor </a:t>
            </a:r>
            <a:r>
              <a:rPr lang="es-ES" sz="2400" u="sng">
                <a:latin typeface="Arial" panose="020B0604020202020204" pitchFamily="34" charset="0"/>
              </a:rPr>
              <a:t>ideal</a:t>
            </a:r>
            <a:r>
              <a:rPr lang="es-ES" sz="2400">
                <a:latin typeface="Arial" panose="020B0604020202020204" pitchFamily="34" charset="0"/>
              </a:rPr>
              <a:t> cerrado:</a:t>
            </a:r>
            <a:endParaRPr lang="es-ES" sz="2400">
              <a:solidFill>
                <a:srgbClr val="D60093"/>
              </a:solidFill>
              <a:latin typeface="Arial" panose="020B0604020202020204" pitchFamily="34" charset="0"/>
            </a:endParaRPr>
          </a:p>
        </p:txBody>
      </p:sp>
      <p:sp>
        <p:nvSpPr>
          <p:cNvPr id="152" name="Text Box 112"/>
          <p:cNvSpPr txBox="1">
            <a:spLocks noChangeArrowheads="1"/>
          </p:cNvSpPr>
          <p:nvPr/>
        </p:nvSpPr>
        <p:spPr bwMode="auto">
          <a:xfrm>
            <a:off x="6790562" y="1508139"/>
            <a:ext cx="1903383"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2</a:t>
            </a:r>
            <a:endParaRPr lang="es-ES" sz="2800">
              <a:solidFill>
                <a:srgbClr val="000000"/>
              </a:solidFill>
              <a:latin typeface="Arial" panose="020B0604020202020204" pitchFamily="34" charset="0"/>
            </a:endParaRPr>
          </a:p>
        </p:txBody>
      </p:sp>
      <p:sp>
        <p:nvSpPr>
          <p:cNvPr id="153" name="CuadroTexto 152"/>
          <p:cNvSpPr txBox="1">
            <a:spLocks noChangeArrowheads="1"/>
          </p:cNvSpPr>
          <p:nvPr/>
        </p:nvSpPr>
        <p:spPr bwMode="auto">
          <a:xfrm>
            <a:off x="8725392" y="1537339"/>
            <a:ext cx="922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¿V'</a:t>
            </a:r>
            <a:r>
              <a:rPr lang="es-ES" sz="2400" baseline="-25000" dirty="0">
                <a:solidFill>
                  <a:srgbClr val="FF0000"/>
                </a:solidFill>
              </a:rPr>
              <a:t>2</a:t>
            </a:r>
            <a:r>
              <a:rPr lang="es-ES" sz="2400" dirty="0">
                <a:solidFill>
                  <a:srgbClr val="FF0000"/>
                </a:solidFill>
              </a:rPr>
              <a:t>?</a:t>
            </a:r>
          </a:p>
        </p:txBody>
      </p:sp>
      <p:sp>
        <p:nvSpPr>
          <p:cNvPr id="154" name="CuadroTexto 153"/>
          <p:cNvSpPr txBox="1">
            <a:spLocks noChangeArrowheads="1"/>
          </p:cNvSpPr>
          <p:nvPr/>
        </p:nvSpPr>
        <p:spPr bwMode="auto">
          <a:xfrm>
            <a:off x="9493400" y="1554820"/>
            <a:ext cx="9460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a:t>
            </a:r>
            <a:r>
              <a:rPr lang="es-ES" sz="2400" dirty="0">
                <a:solidFill>
                  <a:srgbClr val="FF0000"/>
                </a:solidFill>
                <a:latin typeface="Comic Sans MS" panose="030F0702030302020204" pitchFamily="66" charset="0"/>
              </a:rPr>
              <a:t>I'</a:t>
            </a:r>
            <a:r>
              <a:rPr lang="es-ES" sz="2400" baseline="-25000" dirty="0">
                <a:solidFill>
                  <a:srgbClr val="FF0000"/>
                </a:solidFill>
              </a:rPr>
              <a:t>2</a:t>
            </a:r>
            <a:r>
              <a:rPr lang="es-ES" sz="2400" dirty="0">
                <a:solidFill>
                  <a:srgbClr val="FF0000"/>
                </a:solidFill>
              </a:rPr>
              <a:t>?</a:t>
            </a:r>
          </a:p>
        </p:txBody>
      </p:sp>
      <p:sp>
        <p:nvSpPr>
          <p:cNvPr id="155" name="Text Box 152"/>
          <p:cNvSpPr txBox="1">
            <a:spLocks noChangeArrowheads="1"/>
          </p:cNvSpPr>
          <p:nvPr/>
        </p:nvSpPr>
        <p:spPr bwMode="auto">
          <a:xfrm>
            <a:off x="9339263" y="3292345"/>
            <a:ext cx="953888" cy="587441"/>
          </a:xfrm>
          <a:prstGeom prst="rect">
            <a:avLst/>
          </a:prstGeom>
          <a:solidFill>
            <a:schemeClr val="tx2">
              <a:lumMod val="25000"/>
              <a:lumOff val="75000"/>
            </a:schemeClr>
          </a:solidFill>
          <a:ln>
            <a:noFill/>
          </a:ln>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R =</a:t>
            </a:r>
            <a:r>
              <a:rPr lang="es-ES" sz="2400">
                <a:latin typeface="Arial" panose="020B0604020202020204" pitchFamily="34" charset="0"/>
                <a:sym typeface="Symbol" panose="05050102010706020507" pitchFamily="18" charset="2"/>
              </a:rPr>
              <a:t>0</a:t>
            </a:r>
            <a:endParaRPr lang="es-ES" sz="2400">
              <a:latin typeface="Arial" panose="020B0604020202020204" pitchFamily="34" charset="0"/>
            </a:endParaRPr>
          </a:p>
        </p:txBody>
      </p:sp>
      <p:grpSp>
        <p:nvGrpSpPr>
          <p:cNvPr id="156" name="Grupo 155"/>
          <p:cNvGrpSpPr>
            <a:grpSpLocks/>
          </p:cNvGrpSpPr>
          <p:nvPr/>
        </p:nvGrpSpPr>
        <p:grpSpPr bwMode="auto">
          <a:xfrm>
            <a:off x="8044678" y="4331437"/>
            <a:ext cx="1739400" cy="587441"/>
            <a:chOff x="9004338" y="2601913"/>
            <a:chExt cx="1739295" cy="587441"/>
          </a:xfrm>
        </p:grpSpPr>
        <p:sp>
          <p:nvSpPr>
            <p:cNvPr id="157" name="Text Box 114"/>
            <p:cNvSpPr txBox="1">
              <a:spLocks noChangeArrowheads="1"/>
            </p:cNvSpPr>
            <p:nvPr/>
          </p:nvSpPr>
          <p:spPr bwMode="auto">
            <a:xfrm>
              <a:off x="9567867" y="2601913"/>
              <a:ext cx="1175766" cy="587441"/>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dirty="0">
                  <a:solidFill>
                    <a:srgbClr val="000000"/>
                  </a:solidFill>
                  <a:latin typeface="Arial" panose="020B0604020202020204" pitchFamily="34" charset="0"/>
                </a:rPr>
                <a:t>V = 0</a:t>
              </a:r>
            </a:p>
          </p:txBody>
        </p:sp>
        <p:sp>
          <p:nvSpPr>
            <p:cNvPr id="158" name="AutoShape 115"/>
            <p:cNvSpPr>
              <a:spLocks noChangeArrowheads="1"/>
            </p:cNvSpPr>
            <p:nvPr/>
          </p:nvSpPr>
          <p:spPr bwMode="auto">
            <a:xfrm rot="-5400000">
              <a:off x="8955125" y="2701925"/>
              <a:ext cx="474663" cy="376237"/>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grpSp>
        <p:nvGrpSpPr>
          <p:cNvPr id="2" name="Grupo 1">
            <a:extLst>
              <a:ext uri="{FF2B5EF4-FFF2-40B4-BE49-F238E27FC236}">
                <a16:creationId xmlns:a16="http://schemas.microsoft.com/office/drawing/2014/main" id="{303CCF7C-D86B-4720-A548-C4D1F850932C}"/>
              </a:ext>
            </a:extLst>
          </p:cNvPr>
          <p:cNvGrpSpPr/>
          <p:nvPr/>
        </p:nvGrpSpPr>
        <p:grpSpPr>
          <a:xfrm>
            <a:off x="6235240" y="4044169"/>
            <a:ext cx="1142953" cy="1121870"/>
            <a:chOff x="6235240" y="3460049"/>
            <a:chExt cx="1142953" cy="1121870"/>
          </a:xfrm>
        </p:grpSpPr>
        <p:sp>
          <p:nvSpPr>
            <p:cNvPr id="161" name="Text Box 135"/>
            <p:cNvSpPr txBox="1">
              <a:spLocks noChangeArrowheads="1"/>
            </p:cNvSpPr>
            <p:nvPr/>
          </p:nvSpPr>
          <p:spPr bwMode="auto">
            <a:xfrm>
              <a:off x="6235240" y="3460049"/>
              <a:ext cx="869914" cy="530205"/>
            </a:xfrm>
            <a:prstGeom prst="rect">
              <a:avLst/>
            </a:prstGeom>
            <a:solidFill>
              <a:schemeClr val="tx2">
                <a:lumMod val="25000"/>
                <a:lumOff val="75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0 </a:t>
              </a:r>
              <a:endParaRPr lang="es-ES" sz="2800" dirty="0">
                <a:solidFill>
                  <a:srgbClr val="000000"/>
                </a:solidFill>
                <a:latin typeface="Arial" panose="020B0604020202020204" pitchFamily="34" charset="0"/>
                <a:sym typeface="Symbol" panose="05050102010706020507" pitchFamily="18" charset="2"/>
              </a:endParaRPr>
            </a:p>
          </p:txBody>
        </p:sp>
        <p:sp>
          <p:nvSpPr>
            <p:cNvPr id="162" name="Text Box 137"/>
            <p:cNvSpPr txBox="1">
              <a:spLocks noChangeArrowheads="1"/>
            </p:cNvSpPr>
            <p:nvPr/>
          </p:nvSpPr>
          <p:spPr bwMode="auto">
            <a:xfrm>
              <a:off x="6235240" y="4051714"/>
              <a:ext cx="1142953" cy="53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sym typeface="Symbol" panose="05050102010706020507" pitchFamily="18" charset="2"/>
                </a:rPr>
                <a:t>I</a:t>
              </a:r>
              <a:r>
                <a:rPr lang="es-ES" sz="2400" dirty="0">
                  <a:solidFill>
                    <a:srgbClr val="000000"/>
                  </a:solidFill>
                  <a:latin typeface="Arial" panose="020B0604020202020204" pitchFamily="34" charset="0"/>
                </a:rPr>
                <a:t> finita</a:t>
              </a:r>
              <a:endParaRPr lang="es-ES" sz="2800" dirty="0">
                <a:solidFill>
                  <a:srgbClr val="000000"/>
                </a:solidFill>
              </a:endParaRPr>
            </a:p>
          </p:txBody>
        </p:sp>
      </p:grpSp>
      <p:sp>
        <p:nvSpPr>
          <p:cNvPr id="163" name="AutoShape 138"/>
          <p:cNvSpPr>
            <a:spLocks/>
          </p:cNvSpPr>
          <p:nvPr/>
        </p:nvSpPr>
        <p:spPr bwMode="auto">
          <a:xfrm>
            <a:off x="7580729" y="4033973"/>
            <a:ext cx="241290" cy="1183850"/>
          </a:xfrm>
          <a:prstGeom prst="rightBrace">
            <a:avLst>
              <a:gd name="adj1" fmla="val 33991"/>
              <a:gd name="adj2" fmla="val 50000"/>
            </a:avLst>
          </a:prstGeom>
          <a:noFill/>
          <a:ln w="38100">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3" name="Text Box 5">
            <a:extLst>
              <a:ext uri="{FF2B5EF4-FFF2-40B4-BE49-F238E27FC236}">
                <a16:creationId xmlns:a16="http://schemas.microsoft.com/office/drawing/2014/main" id="{E89CB36C-7487-4D68-8851-E38AC8A0BB60}"/>
              </a:ext>
            </a:extLst>
          </p:cNvPr>
          <p:cNvSpPr txBox="1">
            <a:spLocks noChangeArrowheads="1"/>
          </p:cNvSpPr>
          <p:nvPr/>
        </p:nvSpPr>
        <p:spPr bwMode="auto">
          <a:xfrm>
            <a:off x="5771454" y="1503754"/>
            <a:ext cx="929843" cy="55109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¿R</a:t>
            </a:r>
            <a:r>
              <a:rPr lang="es-ES" sz="2400" b="1" baseline="-25000">
                <a:latin typeface="Arial" panose="020B0604020202020204" pitchFamily="34" charset="0"/>
              </a:rPr>
              <a:t>2</a:t>
            </a:r>
            <a:r>
              <a:rPr lang="es-ES" sz="2400" b="1">
                <a:latin typeface="Arial" panose="020B0604020202020204" pitchFamily="34" charset="0"/>
              </a:rPr>
              <a:t>?</a:t>
            </a:r>
          </a:p>
        </p:txBody>
      </p:sp>
      <p:sp>
        <p:nvSpPr>
          <p:cNvPr id="114" name="Text Box 112">
            <a:extLst>
              <a:ext uri="{FF2B5EF4-FFF2-40B4-BE49-F238E27FC236}">
                <a16:creationId xmlns:a16="http://schemas.microsoft.com/office/drawing/2014/main" id="{E83B7330-1563-42EE-BBEC-B3CB45264236}"/>
              </a:ext>
            </a:extLst>
          </p:cNvPr>
          <p:cNvSpPr txBox="1">
            <a:spLocks noChangeArrowheads="1"/>
          </p:cNvSpPr>
          <p:nvPr/>
        </p:nvSpPr>
        <p:spPr bwMode="auto">
          <a:xfrm>
            <a:off x="1826796" y="4845242"/>
            <a:ext cx="1418759"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V / </a:t>
            </a:r>
            <a:r>
              <a:rPr lang="es-ES" sz="2400" dirty="0">
                <a:solidFill>
                  <a:srgbClr val="000000"/>
                </a:solidFill>
                <a:latin typeface="Comic Sans MS" panose="030F0702030302020204" pitchFamily="66" charset="0"/>
              </a:rPr>
              <a:t>I</a:t>
            </a:r>
            <a:endParaRPr lang="es-ES" sz="2800" dirty="0">
              <a:solidFill>
                <a:srgbClr val="000000"/>
              </a:solidFill>
              <a:latin typeface="Arial" panose="020B0604020202020204" pitchFamily="34" charset="0"/>
            </a:endParaRPr>
          </a:p>
        </p:txBody>
      </p:sp>
      <p:sp>
        <p:nvSpPr>
          <p:cNvPr id="116" name="Text Box 112">
            <a:extLst>
              <a:ext uri="{FF2B5EF4-FFF2-40B4-BE49-F238E27FC236}">
                <a16:creationId xmlns:a16="http://schemas.microsoft.com/office/drawing/2014/main" id="{6610002A-0807-483F-A44E-B8D85A3486EB}"/>
              </a:ext>
            </a:extLst>
          </p:cNvPr>
          <p:cNvSpPr txBox="1">
            <a:spLocks noChangeArrowheads="1"/>
          </p:cNvSpPr>
          <p:nvPr/>
        </p:nvSpPr>
        <p:spPr bwMode="auto">
          <a:xfrm>
            <a:off x="1817814" y="4204468"/>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endParaRPr lang="es-ES" sz="2800">
              <a:solidFill>
                <a:srgbClr val="000000"/>
              </a:solidFill>
              <a:latin typeface="Arial" panose="020B0604020202020204" pitchFamily="34" charset="0"/>
            </a:endParaRPr>
          </a:p>
        </p:txBody>
      </p:sp>
      <p:sp>
        <p:nvSpPr>
          <p:cNvPr id="117" name="Text Box 112">
            <a:extLst>
              <a:ext uri="{FF2B5EF4-FFF2-40B4-BE49-F238E27FC236}">
                <a16:creationId xmlns:a16="http://schemas.microsoft.com/office/drawing/2014/main" id="{ABC7FC59-99DC-491A-B497-3FEA3E5E38B9}"/>
              </a:ext>
            </a:extLst>
          </p:cNvPr>
          <p:cNvSpPr txBox="1">
            <a:spLocks noChangeArrowheads="1"/>
          </p:cNvSpPr>
          <p:nvPr/>
        </p:nvSpPr>
        <p:spPr bwMode="auto">
          <a:xfrm>
            <a:off x="1817815" y="5491418"/>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dirty="0">
                <a:solidFill>
                  <a:srgbClr val="000000"/>
                </a:solidFill>
                <a:latin typeface="Comic Sans MS" panose="030F0702030302020204" pitchFamily="66" charset="0"/>
              </a:rPr>
              <a:t>I </a:t>
            </a:r>
            <a:r>
              <a:rPr lang="es-ES" sz="2400" dirty="0">
                <a:solidFill>
                  <a:srgbClr val="000000"/>
                </a:solidFill>
                <a:latin typeface="Arial" panose="020B0604020202020204" pitchFamily="34" charset="0"/>
              </a:rPr>
              <a:t>= V / R</a:t>
            </a:r>
            <a:endParaRPr lang="es-ES" sz="2800" dirty="0">
              <a:solidFill>
                <a:srgbClr val="000000"/>
              </a:solidFill>
              <a:latin typeface="Arial" panose="020B0604020202020204" pitchFamily="34" charset="0"/>
            </a:endParaRPr>
          </a:p>
        </p:txBody>
      </p:sp>
      <p:grpSp>
        <p:nvGrpSpPr>
          <p:cNvPr id="118" name="Grupo 117">
            <a:extLst>
              <a:ext uri="{FF2B5EF4-FFF2-40B4-BE49-F238E27FC236}">
                <a16:creationId xmlns:a16="http://schemas.microsoft.com/office/drawing/2014/main" id="{74CF0624-1BCF-4146-80E0-8BB41217E63F}"/>
              </a:ext>
            </a:extLst>
          </p:cNvPr>
          <p:cNvGrpSpPr/>
          <p:nvPr/>
        </p:nvGrpSpPr>
        <p:grpSpPr>
          <a:xfrm>
            <a:off x="3387416" y="4162037"/>
            <a:ext cx="2592000" cy="914360"/>
            <a:chOff x="3387416" y="3577917"/>
            <a:chExt cx="2592000" cy="914360"/>
          </a:xfrm>
        </p:grpSpPr>
        <p:cxnSp>
          <p:nvCxnSpPr>
            <p:cNvPr id="119" name="Conector recto 118">
              <a:extLst>
                <a:ext uri="{FF2B5EF4-FFF2-40B4-BE49-F238E27FC236}">
                  <a16:creationId xmlns:a16="http://schemas.microsoft.com/office/drawing/2014/main" id="{550192B4-6E13-4159-803F-6EEDD0F19290}"/>
                </a:ext>
              </a:extLst>
            </p:cNvPr>
            <p:cNvCxnSpPr/>
            <p:nvPr/>
          </p:nvCxnSpPr>
          <p:spPr bwMode="auto">
            <a:xfrm>
              <a:off x="3387416" y="3902859"/>
              <a:ext cx="2592000" cy="0"/>
            </a:xfrm>
            <a:prstGeom prst="line">
              <a:avLst/>
            </a:prstGeom>
            <a:noFill/>
            <a:ln w="38100" cap="flat" cmpd="sng" algn="ctr">
              <a:solidFill>
                <a:srgbClr val="008000"/>
              </a:solidFill>
              <a:prstDash val="solid"/>
              <a:round/>
              <a:headEnd type="none" w="med" len="med"/>
              <a:tailEnd type="none" w="lg" len="lg"/>
            </a:ln>
            <a:effectLst/>
          </p:spPr>
        </p:cxnSp>
        <p:cxnSp>
          <p:nvCxnSpPr>
            <p:cNvPr id="120" name="Conector recto 119">
              <a:extLst>
                <a:ext uri="{FF2B5EF4-FFF2-40B4-BE49-F238E27FC236}">
                  <a16:creationId xmlns:a16="http://schemas.microsoft.com/office/drawing/2014/main" id="{FA850091-831C-44C0-B413-75CC895558AB}"/>
                </a:ext>
              </a:extLst>
            </p:cNvPr>
            <p:cNvCxnSpPr>
              <a:cxnSpLocks/>
            </p:cNvCxnSpPr>
            <p:nvPr/>
          </p:nvCxnSpPr>
          <p:spPr bwMode="auto">
            <a:xfrm flipV="1">
              <a:off x="5975305" y="3577917"/>
              <a:ext cx="0" cy="914360"/>
            </a:xfrm>
            <a:prstGeom prst="line">
              <a:avLst/>
            </a:prstGeom>
            <a:noFill/>
            <a:ln w="38100" cap="flat" cmpd="sng" algn="ctr">
              <a:solidFill>
                <a:srgbClr val="008000"/>
              </a:solidFill>
              <a:prstDash val="solid"/>
              <a:round/>
              <a:headEnd type="none" w="med" len="med"/>
              <a:tailEnd type="none" w="lg" len="lg"/>
            </a:ln>
            <a:effectLst/>
          </p:spPr>
        </p:cxnSp>
      </p:grpSp>
      <p:grpSp>
        <p:nvGrpSpPr>
          <p:cNvPr id="3" name="Grupo 2">
            <a:extLst>
              <a:ext uri="{FF2B5EF4-FFF2-40B4-BE49-F238E27FC236}">
                <a16:creationId xmlns:a16="http://schemas.microsoft.com/office/drawing/2014/main" id="{44BA9F28-BF79-4E9C-8C8F-2A1C65E324CE}"/>
              </a:ext>
            </a:extLst>
          </p:cNvPr>
          <p:cNvGrpSpPr/>
          <p:nvPr/>
        </p:nvGrpSpPr>
        <p:grpSpPr>
          <a:xfrm>
            <a:off x="8274272" y="5510416"/>
            <a:ext cx="1906120" cy="1342615"/>
            <a:chOff x="8274272" y="5285245"/>
            <a:chExt cx="1906120" cy="1342615"/>
          </a:xfrm>
        </p:grpSpPr>
        <p:sp>
          <p:nvSpPr>
            <p:cNvPr id="25747" name="Text Box 147"/>
            <p:cNvSpPr txBox="1">
              <a:spLocks noChangeArrowheads="1"/>
            </p:cNvSpPr>
            <p:nvPr/>
          </p:nvSpPr>
          <p:spPr bwMode="auto">
            <a:xfrm>
              <a:off x="8274272" y="5721979"/>
              <a:ext cx="1906120" cy="905881"/>
            </a:xfrm>
            <a:prstGeom prst="rect">
              <a:avLst/>
            </a:prstGeom>
            <a:solidFill>
              <a:srgbClr val="FFFF00"/>
            </a:solid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latin typeface="Arial" panose="020B0604020202020204" pitchFamily="34" charset="0"/>
                </a:rPr>
                <a:t>Es como un cable ideal</a:t>
              </a:r>
            </a:p>
          </p:txBody>
        </p:sp>
        <p:sp>
          <p:nvSpPr>
            <p:cNvPr id="121" name="AutoShape 115">
              <a:extLst>
                <a:ext uri="{FF2B5EF4-FFF2-40B4-BE49-F238E27FC236}">
                  <a16:creationId xmlns:a16="http://schemas.microsoft.com/office/drawing/2014/main" id="{1BABAA8C-BBB4-42B6-A7EA-024024C89F96}"/>
                </a:ext>
              </a:extLst>
            </p:cNvPr>
            <p:cNvSpPr>
              <a:spLocks noChangeArrowheads="1"/>
            </p:cNvSpPr>
            <p:nvPr/>
          </p:nvSpPr>
          <p:spPr bwMode="auto">
            <a:xfrm>
              <a:off x="8990647" y="5285245"/>
              <a:ext cx="474663" cy="376260"/>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22" name="CuadroTexto 121">
            <a:extLst>
              <a:ext uri="{FF2B5EF4-FFF2-40B4-BE49-F238E27FC236}">
                <a16:creationId xmlns:a16="http://schemas.microsoft.com/office/drawing/2014/main" id="{1AC67C78-D9D1-47BF-930D-FAEF01204125}"/>
              </a:ext>
            </a:extLst>
          </p:cNvPr>
          <p:cNvSpPr txBox="1">
            <a:spLocks noChangeArrowheads="1"/>
          </p:cNvSpPr>
          <p:nvPr/>
        </p:nvSpPr>
        <p:spPr bwMode="auto">
          <a:xfrm>
            <a:off x="5961870" y="2102167"/>
            <a:ext cx="437832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a:r>
              <a:rPr lang="es-ES" sz="2400" dirty="0">
                <a:solidFill>
                  <a:srgbClr val="FF0000"/>
                </a:solidFill>
              </a:rPr>
              <a:t>(ponemos «</a:t>
            </a:r>
            <a:r>
              <a:rPr lang="es-ES" sz="2400" dirty="0">
                <a:solidFill>
                  <a:srgbClr val="FF0000"/>
                </a:solidFill>
                <a:latin typeface="Comic Sans MS" panose="030F0702030302020204" pitchFamily="66" charset="0"/>
              </a:rPr>
              <a:t>'</a:t>
            </a:r>
            <a:r>
              <a:rPr lang="es-ES" sz="2400" dirty="0">
                <a:solidFill>
                  <a:srgbClr val="FF0000"/>
                </a:solidFill>
              </a:rPr>
              <a:t>» para diferenciar entre abierto y cerrado)</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149"/>
                                        </p:tgtEl>
                                        <p:attrNameLst>
                                          <p:attrName>style.visibility</p:attrName>
                                        </p:attrNameLst>
                                      </p:cBhvr>
                                      <p:to>
                                        <p:strVal val="visible"/>
                                      </p:to>
                                    </p:set>
                                    <p:anim calcmode="lin" valueType="num">
                                      <p:cBhvr additive="base">
                                        <p:cTn id="7" dur="500"/>
                                        <p:tgtEl>
                                          <p:spTgt spid="149"/>
                                        </p:tgtEl>
                                        <p:attrNameLst>
                                          <p:attrName>ppt_y</p:attrName>
                                        </p:attrNameLst>
                                      </p:cBhvr>
                                      <p:tavLst>
                                        <p:tav tm="0">
                                          <p:val>
                                            <p:strVal val="#ppt_y-#ppt_h*1.125000"/>
                                          </p:val>
                                        </p:tav>
                                        <p:tav tm="100000">
                                          <p:val>
                                            <p:strVal val="#ppt_y"/>
                                          </p:val>
                                        </p:tav>
                                      </p:tavLst>
                                    </p:anim>
                                    <p:animEffect transition="in" filter="wipe(down)">
                                      <p:cBhvr>
                                        <p:cTn id="8" dur="500"/>
                                        <p:tgtEl>
                                          <p:spTgt spid="149"/>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52"/>
                                        </p:tgtEl>
                                        <p:attrNameLst>
                                          <p:attrName>style.visibility</p:attrName>
                                        </p:attrNameLst>
                                      </p:cBhvr>
                                      <p:to>
                                        <p:strVal val="visible"/>
                                      </p:to>
                                    </p:set>
                                    <p:anim calcmode="lin" valueType="num">
                                      <p:cBhvr additive="base">
                                        <p:cTn id="13" dur="500"/>
                                        <p:tgtEl>
                                          <p:spTgt spid="152"/>
                                        </p:tgtEl>
                                        <p:attrNameLst>
                                          <p:attrName>ppt_y</p:attrName>
                                        </p:attrNameLst>
                                      </p:cBhvr>
                                      <p:tavLst>
                                        <p:tav tm="0">
                                          <p:val>
                                            <p:strVal val="#ppt_y+#ppt_h*1.125000"/>
                                          </p:val>
                                        </p:tav>
                                        <p:tav tm="100000">
                                          <p:val>
                                            <p:strVal val="#ppt_y"/>
                                          </p:val>
                                        </p:tav>
                                      </p:tavLst>
                                    </p:anim>
                                    <p:animEffect transition="in" filter="wipe(up)">
                                      <p:cBhvr>
                                        <p:cTn id="14" dur="500"/>
                                        <p:tgtEl>
                                          <p:spTgt spid="15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22"/>
                                        </p:tgtEl>
                                        <p:attrNameLst>
                                          <p:attrName>style.visibility</p:attrName>
                                        </p:attrNameLst>
                                      </p:cBhvr>
                                      <p:to>
                                        <p:strVal val="visible"/>
                                      </p:to>
                                    </p:set>
                                    <p:animEffect transition="in" filter="wipe(up)">
                                      <p:cBhvr>
                                        <p:cTn id="19" dur="500"/>
                                        <p:tgtEl>
                                          <p:spTgt spid="122"/>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272" fill="hold" grpId="0" nodeType="clickEffect">
                                  <p:stCondLst>
                                    <p:cond delay="0"/>
                                  </p:stCondLst>
                                  <p:childTnLst>
                                    <p:set>
                                      <p:cBhvr>
                                        <p:cTn id="23" dur="1" fill="hold">
                                          <p:stCondLst>
                                            <p:cond delay="0"/>
                                          </p:stCondLst>
                                        </p:cTn>
                                        <p:tgtEl>
                                          <p:spTgt spid="153"/>
                                        </p:tgtEl>
                                        <p:attrNameLst>
                                          <p:attrName>style.visibility</p:attrName>
                                        </p:attrNameLst>
                                      </p:cBhvr>
                                      <p:to>
                                        <p:strVal val="visible"/>
                                      </p:to>
                                    </p:set>
                                    <p:anim calcmode="lin" valueType="num">
                                      <p:cBhvr>
                                        <p:cTn id="24" dur="500" fill="hold"/>
                                        <p:tgtEl>
                                          <p:spTgt spid="153"/>
                                        </p:tgtEl>
                                        <p:attrNameLst>
                                          <p:attrName>ppt_w</p:attrName>
                                        </p:attrNameLst>
                                      </p:cBhvr>
                                      <p:tavLst>
                                        <p:tav tm="0">
                                          <p:val>
                                            <p:strVal val="2/3*#ppt_w"/>
                                          </p:val>
                                        </p:tav>
                                        <p:tav tm="100000">
                                          <p:val>
                                            <p:strVal val="#ppt_w"/>
                                          </p:val>
                                        </p:tav>
                                      </p:tavLst>
                                    </p:anim>
                                    <p:anim calcmode="lin" valueType="num">
                                      <p:cBhvr>
                                        <p:cTn id="25" dur="500" fill="hold"/>
                                        <p:tgtEl>
                                          <p:spTgt spid="153"/>
                                        </p:tgtEl>
                                        <p:attrNameLst>
                                          <p:attrName>ppt_h</p:attrName>
                                        </p:attrNameLst>
                                      </p:cBhvr>
                                      <p:tavLst>
                                        <p:tav tm="0">
                                          <p:val>
                                            <p:strVal val="2/3*#ppt_h"/>
                                          </p:val>
                                        </p:tav>
                                        <p:tav tm="100000">
                                          <p:val>
                                            <p:strVal val="#ppt_h"/>
                                          </p:val>
                                        </p:tav>
                                      </p:tavLst>
                                    </p:anim>
                                  </p:childTnLst>
                                </p:cTn>
                              </p:par>
                            </p:childTnLst>
                          </p:cTn>
                        </p:par>
                        <p:par>
                          <p:cTn id="26" fill="hold">
                            <p:stCondLst>
                              <p:cond delay="500"/>
                            </p:stCondLst>
                            <p:childTnLst>
                              <p:par>
                                <p:cTn id="27" presetID="23" presetClass="entr" presetSubtype="272" fill="hold" grpId="0" nodeType="afterEffect">
                                  <p:stCondLst>
                                    <p:cond delay="0"/>
                                  </p:stCondLst>
                                  <p:childTnLst>
                                    <p:set>
                                      <p:cBhvr>
                                        <p:cTn id="28" dur="1" fill="hold">
                                          <p:stCondLst>
                                            <p:cond delay="0"/>
                                          </p:stCondLst>
                                        </p:cTn>
                                        <p:tgtEl>
                                          <p:spTgt spid="154"/>
                                        </p:tgtEl>
                                        <p:attrNameLst>
                                          <p:attrName>style.visibility</p:attrName>
                                        </p:attrNameLst>
                                      </p:cBhvr>
                                      <p:to>
                                        <p:strVal val="visible"/>
                                      </p:to>
                                    </p:set>
                                    <p:anim calcmode="lin" valueType="num">
                                      <p:cBhvr>
                                        <p:cTn id="29" dur="500" fill="hold"/>
                                        <p:tgtEl>
                                          <p:spTgt spid="154"/>
                                        </p:tgtEl>
                                        <p:attrNameLst>
                                          <p:attrName>ppt_w</p:attrName>
                                        </p:attrNameLst>
                                      </p:cBhvr>
                                      <p:tavLst>
                                        <p:tav tm="0">
                                          <p:val>
                                            <p:strVal val="2/3*#ppt_w"/>
                                          </p:val>
                                        </p:tav>
                                        <p:tav tm="100000">
                                          <p:val>
                                            <p:strVal val="#ppt_w"/>
                                          </p:val>
                                        </p:tav>
                                      </p:tavLst>
                                    </p:anim>
                                    <p:anim calcmode="lin" valueType="num">
                                      <p:cBhvr>
                                        <p:cTn id="30" dur="500" fill="hold"/>
                                        <p:tgtEl>
                                          <p:spTgt spid="154"/>
                                        </p:tgtEl>
                                        <p:attrNameLst>
                                          <p:attrName>ppt_h</p:attrName>
                                        </p:attrNameLst>
                                      </p:cBhvr>
                                      <p:tavLst>
                                        <p:tav tm="0">
                                          <p:val>
                                            <p:strVal val="2/3*#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grpId="0" nodeType="clickEffect">
                                  <p:stCondLst>
                                    <p:cond delay="0"/>
                                  </p:stCondLst>
                                  <p:childTnLst>
                                    <p:set>
                                      <p:cBhvr>
                                        <p:cTn id="34" dur="1" fill="hold">
                                          <p:stCondLst>
                                            <p:cond delay="0"/>
                                          </p:stCondLst>
                                        </p:cTn>
                                        <p:tgtEl>
                                          <p:spTgt spid="151"/>
                                        </p:tgtEl>
                                        <p:attrNameLst>
                                          <p:attrName>style.visibility</p:attrName>
                                        </p:attrNameLst>
                                      </p:cBhvr>
                                      <p:to>
                                        <p:strVal val="visible"/>
                                      </p:to>
                                    </p:set>
                                    <p:anim calcmode="lin" valueType="num">
                                      <p:cBhvr additive="base">
                                        <p:cTn id="35" dur="500"/>
                                        <p:tgtEl>
                                          <p:spTgt spid="151"/>
                                        </p:tgtEl>
                                        <p:attrNameLst>
                                          <p:attrName>ppt_y</p:attrName>
                                        </p:attrNameLst>
                                      </p:cBhvr>
                                      <p:tavLst>
                                        <p:tav tm="0">
                                          <p:val>
                                            <p:strVal val="#ppt_y+#ppt_h*1.125000"/>
                                          </p:val>
                                        </p:tav>
                                        <p:tav tm="100000">
                                          <p:val>
                                            <p:strVal val="#ppt_y"/>
                                          </p:val>
                                        </p:tav>
                                      </p:tavLst>
                                    </p:anim>
                                    <p:animEffect transition="in" filter="wipe(up)">
                                      <p:cBhvr>
                                        <p:cTn id="36" dur="500"/>
                                        <p:tgtEl>
                                          <p:spTgt spid="15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5"/>
                                        </p:tgtEl>
                                        <p:attrNameLst>
                                          <p:attrName>style.visibility</p:attrName>
                                        </p:attrNameLst>
                                      </p:cBhvr>
                                      <p:to>
                                        <p:strVal val="visible"/>
                                      </p:to>
                                    </p:set>
                                    <p:animEffect transition="in" filter="wipe(left)">
                                      <p:cBhvr>
                                        <p:cTn id="41" dur="500"/>
                                        <p:tgtEl>
                                          <p:spTgt spid="155"/>
                                        </p:tgtEl>
                                      </p:cBhvr>
                                    </p:animEffect>
                                  </p:childTnLst>
                                </p:cTn>
                              </p:par>
                            </p:childTnLst>
                          </p:cTn>
                        </p:par>
                        <p:par>
                          <p:cTn id="42" fill="hold" nodeType="withGroup">
                            <p:stCondLst>
                              <p:cond delay="500"/>
                            </p:stCondLst>
                            <p:childTnLst>
                              <p:par>
                                <p:cTn id="43" presetID="23" presetClass="entr" presetSubtype="272" fill="hold" grpId="0" nodeType="afterEffect">
                                  <p:stCondLst>
                                    <p:cond delay="0"/>
                                  </p:stCondLst>
                                  <p:childTnLst>
                                    <p:set>
                                      <p:cBhvr>
                                        <p:cTn id="44" dur="1" fill="hold">
                                          <p:stCondLst>
                                            <p:cond delay="0"/>
                                          </p:stCondLst>
                                        </p:cTn>
                                        <p:tgtEl>
                                          <p:spTgt spid="25746"/>
                                        </p:tgtEl>
                                        <p:attrNameLst>
                                          <p:attrName>style.visibility</p:attrName>
                                        </p:attrNameLst>
                                      </p:cBhvr>
                                      <p:to>
                                        <p:strVal val="visible"/>
                                      </p:to>
                                    </p:set>
                                    <p:anim calcmode="lin" valueType="num">
                                      <p:cBhvr>
                                        <p:cTn id="45" dur="500" fill="hold"/>
                                        <p:tgtEl>
                                          <p:spTgt spid="25746"/>
                                        </p:tgtEl>
                                        <p:attrNameLst>
                                          <p:attrName>ppt_w</p:attrName>
                                        </p:attrNameLst>
                                      </p:cBhvr>
                                      <p:tavLst>
                                        <p:tav tm="0">
                                          <p:val>
                                            <p:strVal val="2/3*#ppt_w"/>
                                          </p:val>
                                        </p:tav>
                                        <p:tav tm="100000">
                                          <p:val>
                                            <p:strVal val="#ppt_w"/>
                                          </p:val>
                                        </p:tav>
                                      </p:tavLst>
                                    </p:anim>
                                    <p:anim calcmode="lin" valueType="num">
                                      <p:cBhvr>
                                        <p:cTn id="46" dur="500" fill="hold"/>
                                        <p:tgtEl>
                                          <p:spTgt spid="25746"/>
                                        </p:tgtEl>
                                        <p:attrNameLst>
                                          <p:attrName>ppt_h</p:attrName>
                                        </p:attrNameLst>
                                      </p:cBhvr>
                                      <p:tavLst>
                                        <p:tav tm="0">
                                          <p:val>
                                            <p:strVal val="2/3*#ppt_h"/>
                                          </p:val>
                                        </p:tav>
                                        <p:tav tm="100000">
                                          <p:val>
                                            <p:strVal val="#ppt_h"/>
                                          </p:val>
                                        </p:tav>
                                      </p:tavLst>
                                    </p:anim>
                                  </p:childTnLst>
                                </p:cTn>
                              </p:par>
                              <p:par>
                                <p:cTn id="47" presetID="23" presetClass="entr" presetSubtype="272" fill="hold" grpId="0" nodeType="withEffect">
                                  <p:stCondLst>
                                    <p:cond delay="0"/>
                                  </p:stCondLst>
                                  <p:childTnLst>
                                    <p:set>
                                      <p:cBhvr>
                                        <p:cTn id="48" dur="1" fill="hold">
                                          <p:stCondLst>
                                            <p:cond delay="0"/>
                                          </p:stCondLst>
                                        </p:cTn>
                                        <p:tgtEl>
                                          <p:spTgt spid="25745"/>
                                        </p:tgtEl>
                                        <p:attrNameLst>
                                          <p:attrName>style.visibility</p:attrName>
                                        </p:attrNameLst>
                                      </p:cBhvr>
                                      <p:to>
                                        <p:strVal val="visible"/>
                                      </p:to>
                                    </p:set>
                                    <p:anim calcmode="lin" valueType="num">
                                      <p:cBhvr>
                                        <p:cTn id="49" dur="500" fill="hold"/>
                                        <p:tgtEl>
                                          <p:spTgt spid="25745"/>
                                        </p:tgtEl>
                                        <p:attrNameLst>
                                          <p:attrName>ppt_w</p:attrName>
                                        </p:attrNameLst>
                                      </p:cBhvr>
                                      <p:tavLst>
                                        <p:tav tm="0">
                                          <p:val>
                                            <p:strVal val="2/3*#ppt_w"/>
                                          </p:val>
                                        </p:tav>
                                        <p:tav tm="100000">
                                          <p:val>
                                            <p:strVal val="#ppt_w"/>
                                          </p:val>
                                        </p:tav>
                                      </p:tavLst>
                                    </p:anim>
                                    <p:anim calcmode="lin" valueType="num">
                                      <p:cBhvr>
                                        <p:cTn id="50" dur="500" fill="hold"/>
                                        <p:tgtEl>
                                          <p:spTgt spid="25745"/>
                                        </p:tgtEl>
                                        <p:attrNameLst>
                                          <p:attrName>ppt_h</p:attrName>
                                        </p:attrNameLst>
                                      </p:cBhvr>
                                      <p:tavLst>
                                        <p:tav tm="0">
                                          <p:val>
                                            <p:strVal val="2/3*#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118"/>
                                        </p:tgtEl>
                                        <p:attrNameLst>
                                          <p:attrName>style.visibility</p:attrName>
                                        </p:attrNameLst>
                                      </p:cBhvr>
                                      <p:to>
                                        <p:strVal val="visible"/>
                                      </p:to>
                                    </p:set>
                                    <p:animEffect transition="in" filter="wipe(left)">
                                      <p:cBhvr>
                                        <p:cTn id="55" dur="500"/>
                                        <p:tgtEl>
                                          <p:spTgt spid="118"/>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wipe(up)">
                                      <p:cBhvr>
                                        <p:cTn id="60" dur="5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63"/>
                                        </p:tgtEl>
                                        <p:attrNameLst>
                                          <p:attrName>style.visibility</p:attrName>
                                        </p:attrNameLst>
                                      </p:cBhvr>
                                      <p:to>
                                        <p:strVal val="visible"/>
                                      </p:to>
                                    </p:set>
                                    <p:animEffect transition="in" filter="wipe(left)">
                                      <p:cBhvr>
                                        <p:cTn id="65" dur="500"/>
                                        <p:tgtEl>
                                          <p:spTgt spid="163"/>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156"/>
                                        </p:tgtEl>
                                        <p:attrNameLst>
                                          <p:attrName>style.visibility</p:attrName>
                                        </p:attrNameLst>
                                      </p:cBhvr>
                                      <p:to>
                                        <p:strVal val="visible"/>
                                      </p:to>
                                    </p:set>
                                    <p:animEffect transition="in" filter="wipe(left)">
                                      <p:cBhvr>
                                        <p:cTn id="69" dur="500"/>
                                        <p:tgtEl>
                                          <p:spTgt spid="156"/>
                                        </p:tgtEl>
                                      </p:cBhvr>
                                    </p:animEffect>
                                  </p:childTnLst>
                                </p:cTn>
                              </p:par>
                            </p:childTnLst>
                          </p:cTn>
                        </p:par>
                      </p:childTnLst>
                    </p:cTn>
                  </p:par>
                  <p:par>
                    <p:cTn id="70" fill="hold">
                      <p:stCondLst>
                        <p:cond delay="indefinite"/>
                      </p:stCondLst>
                      <p:childTnLst>
                        <p:par>
                          <p:cTn id="71" fill="hold">
                            <p:stCondLst>
                              <p:cond delay="0"/>
                            </p:stCondLst>
                            <p:childTnLst>
                              <p:par>
                                <p:cTn id="72" presetID="12" presetClass="entr" presetSubtype="4" fill="hold" grpId="0" nodeType="clickEffect">
                                  <p:stCondLst>
                                    <p:cond delay="0"/>
                                  </p:stCondLst>
                                  <p:childTnLst>
                                    <p:set>
                                      <p:cBhvr>
                                        <p:cTn id="73" dur="1" fill="hold">
                                          <p:stCondLst>
                                            <p:cond delay="0"/>
                                          </p:stCondLst>
                                        </p:cTn>
                                        <p:tgtEl>
                                          <p:spTgt spid="11355"/>
                                        </p:tgtEl>
                                        <p:attrNameLst>
                                          <p:attrName>style.visibility</p:attrName>
                                        </p:attrNameLst>
                                      </p:cBhvr>
                                      <p:to>
                                        <p:strVal val="visible"/>
                                      </p:to>
                                    </p:set>
                                    <p:anim calcmode="lin" valueType="num">
                                      <p:cBhvr additive="base">
                                        <p:cTn id="74" dur="500"/>
                                        <p:tgtEl>
                                          <p:spTgt spid="11355"/>
                                        </p:tgtEl>
                                        <p:attrNameLst>
                                          <p:attrName>ppt_y</p:attrName>
                                        </p:attrNameLst>
                                      </p:cBhvr>
                                      <p:tavLst>
                                        <p:tav tm="0">
                                          <p:val>
                                            <p:strVal val="#ppt_y+#ppt_h*1.125000"/>
                                          </p:val>
                                        </p:tav>
                                        <p:tav tm="100000">
                                          <p:val>
                                            <p:strVal val="#ppt_y"/>
                                          </p:val>
                                        </p:tav>
                                      </p:tavLst>
                                    </p:anim>
                                    <p:animEffect transition="in" filter="wipe(up)">
                                      <p:cBhvr>
                                        <p:cTn id="75" dur="500"/>
                                        <p:tgtEl>
                                          <p:spTgt spid="11355"/>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nodeType="clickEffect">
                                  <p:stCondLst>
                                    <p:cond delay="0"/>
                                  </p:stCondLst>
                                  <p:childTnLst>
                                    <p:set>
                                      <p:cBhvr>
                                        <p:cTn id="79" dur="1" fill="hold">
                                          <p:stCondLst>
                                            <p:cond delay="0"/>
                                          </p:stCondLst>
                                        </p:cTn>
                                        <p:tgtEl>
                                          <p:spTgt spid="3"/>
                                        </p:tgtEl>
                                        <p:attrNameLst>
                                          <p:attrName>style.visibility</p:attrName>
                                        </p:attrNameLst>
                                      </p:cBhvr>
                                      <p:to>
                                        <p:strVal val="visible"/>
                                      </p:to>
                                    </p:set>
                                    <p:animEffect transition="in" filter="wipe(up)">
                                      <p:cBhvr>
                                        <p:cTn id="8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55" grpId="0"/>
      <p:bldP spid="25745" grpId="0"/>
      <p:bldP spid="25746" grpId="0"/>
      <p:bldP spid="149" grpId="0" animBg="1"/>
      <p:bldP spid="151" grpId="0"/>
      <p:bldP spid="152" grpId="0" animBg="1"/>
      <p:bldP spid="153" grpId="0"/>
      <p:bldP spid="154" grpId="0"/>
      <p:bldP spid="155" grpId="0" animBg="1"/>
      <p:bldP spid="163" grpId="0" animBg="1"/>
      <p:bldP spid="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Freeform 192"/>
          <p:cNvSpPr>
            <a:spLocks/>
          </p:cNvSpPr>
          <p:nvPr/>
        </p:nvSpPr>
        <p:spPr bwMode="auto">
          <a:xfrm>
            <a:off x="4323969" y="859536"/>
            <a:ext cx="347662" cy="1714500"/>
          </a:xfrm>
          <a:custGeom>
            <a:avLst/>
            <a:gdLst>
              <a:gd name="T0" fmla="*/ 2147483646 w 339"/>
              <a:gd name="T1" fmla="*/ 0 h 1080"/>
              <a:gd name="T2" fmla="*/ 0 w 339"/>
              <a:gd name="T3" fmla="*/ 2147483646 h 1080"/>
              <a:gd name="T4" fmla="*/ 0 w 339"/>
              <a:gd name="T5" fmla="*/ 2147483646 h 1080"/>
              <a:gd name="T6" fmla="*/ 2147483646 w 339"/>
              <a:gd name="T7" fmla="*/ 2147483646 h 1080"/>
              <a:gd name="T8" fmla="*/ 2147483646 w 339"/>
              <a:gd name="T9" fmla="*/ 2147483646 h 1080"/>
              <a:gd name="T10" fmla="*/ 2147483646 w 339"/>
              <a:gd name="T11" fmla="*/ 2147483646 h 1080"/>
              <a:gd name="T12" fmla="*/ 2147483646 w 339"/>
              <a:gd name="T13" fmla="*/ 0 h 1080"/>
              <a:gd name="T14" fmla="*/ 0 60000 65536"/>
              <a:gd name="T15" fmla="*/ 0 60000 65536"/>
              <a:gd name="T16" fmla="*/ 0 60000 65536"/>
              <a:gd name="T17" fmla="*/ 0 60000 65536"/>
              <a:gd name="T18" fmla="*/ 0 60000 65536"/>
              <a:gd name="T19" fmla="*/ 0 60000 65536"/>
              <a:gd name="T20" fmla="*/ 0 60000 65536"/>
              <a:gd name="T21" fmla="*/ 0 w 339"/>
              <a:gd name="T22" fmla="*/ 0 h 1080"/>
              <a:gd name="T23" fmla="*/ 339 w 339"/>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1080">
                <a:moveTo>
                  <a:pt x="144" y="0"/>
                </a:moveTo>
                <a:lnTo>
                  <a:pt x="0" y="216"/>
                </a:lnTo>
                <a:lnTo>
                  <a:pt x="0" y="885"/>
                </a:lnTo>
                <a:lnTo>
                  <a:pt x="164" y="1080"/>
                </a:lnTo>
                <a:lnTo>
                  <a:pt x="339" y="926"/>
                </a:lnTo>
                <a:lnTo>
                  <a:pt x="339" y="123"/>
                </a:lnTo>
                <a:lnTo>
                  <a:pt x="144" y="0"/>
                </a:lnTo>
                <a:close/>
              </a:path>
            </a:pathLst>
          </a:custGeom>
          <a:solidFill>
            <a:srgbClr val="CCFFCC"/>
          </a:solidFill>
          <a:ln w="38100">
            <a:solidFill>
              <a:srgbClr val="FF0000"/>
            </a:solidFill>
            <a:prstDash val="dash"/>
            <a:round/>
            <a:headEnd/>
            <a:tailEnd type="none" w="lg" len="lg"/>
          </a:ln>
        </p:spPr>
        <p:txBody>
          <a:bodyPr wrap="square" lIns="90000" tIns="82800" rIns="90000" bIns="82800">
            <a:spAutoFit/>
          </a:bodyPr>
          <a:lstStyle/>
          <a:p>
            <a:endParaRPr lang="es-ES"/>
          </a:p>
        </p:txBody>
      </p:sp>
      <p:sp>
        <p:nvSpPr>
          <p:cNvPr id="11266" name="Line 10"/>
          <p:cNvSpPr>
            <a:spLocks noChangeShapeType="1"/>
          </p:cNvSpPr>
          <p:nvPr/>
        </p:nvSpPr>
        <p:spPr bwMode="auto">
          <a:xfrm flipV="1">
            <a:off x="4522407" y="1586611"/>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68" name="Line 14"/>
          <p:cNvSpPr>
            <a:spLocks noChangeShapeType="1"/>
          </p:cNvSpPr>
          <p:nvPr/>
        </p:nvSpPr>
        <p:spPr bwMode="auto">
          <a:xfrm>
            <a:off x="2812669" y="853186"/>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69" name="Line 15"/>
          <p:cNvSpPr>
            <a:spLocks noChangeShapeType="1"/>
          </p:cNvSpPr>
          <p:nvPr/>
        </p:nvSpPr>
        <p:spPr bwMode="auto">
          <a:xfrm rot="10800000">
            <a:off x="2812669" y="1780286"/>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0" name="Line 16"/>
          <p:cNvSpPr>
            <a:spLocks noChangeShapeType="1"/>
          </p:cNvSpPr>
          <p:nvPr/>
        </p:nvSpPr>
        <p:spPr bwMode="auto">
          <a:xfrm>
            <a:off x="1555369" y="864299"/>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1" name="Line 17"/>
          <p:cNvSpPr>
            <a:spLocks noChangeShapeType="1"/>
          </p:cNvSpPr>
          <p:nvPr/>
        </p:nvSpPr>
        <p:spPr bwMode="auto">
          <a:xfrm>
            <a:off x="3860419" y="853186"/>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2" name="Line 18"/>
          <p:cNvSpPr>
            <a:spLocks noChangeShapeType="1"/>
          </p:cNvSpPr>
          <p:nvPr/>
        </p:nvSpPr>
        <p:spPr bwMode="auto">
          <a:xfrm>
            <a:off x="3849307" y="1492949"/>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3" name="Line 19"/>
          <p:cNvSpPr>
            <a:spLocks noChangeShapeType="1"/>
          </p:cNvSpPr>
          <p:nvPr/>
        </p:nvSpPr>
        <p:spPr bwMode="auto">
          <a:xfrm flipH="1">
            <a:off x="1555369" y="853186"/>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4" name="Line 20"/>
          <p:cNvSpPr>
            <a:spLocks noChangeShapeType="1"/>
          </p:cNvSpPr>
          <p:nvPr/>
        </p:nvSpPr>
        <p:spPr bwMode="auto">
          <a:xfrm flipH="1">
            <a:off x="1544257" y="1791399"/>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7" name="Line 23"/>
          <p:cNvSpPr>
            <a:spLocks noChangeShapeType="1"/>
          </p:cNvSpPr>
          <p:nvPr/>
        </p:nvSpPr>
        <p:spPr bwMode="auto">
          <a:xfrm flipH="1">
            <a:off x="3936619" y="2601024"/>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8" name="Oval 24"/>
          <p:cNvSpPr>
            <a:spLocks noChangeArrowheads="1"/>
          </p:cNvSpPr>
          <p:nvPr/>
        </p:nvSpPr>
        <p:spPr bwMode="auto">
          <a:xfrm>
            <a:off x="4477957" y="1488186"/>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79" name="Oval 25"/>
          <p:cNvSpPr>
            <a:spLocks noChangeArrowheads="1"/>
          </p:cNvSpPr>
          <p:nvPr/>
        </p:nvSpPr>
        <p:spPr bwMode="auto">
          <a:xfrm>
            <a:off x="3814382" y="1492949"/>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80" name="Oval 26"/>
          <p:cNvSpPr>
            <a:spLocks noChangeArrowheads="1"/>
          </p:cNvSpPr>
          <p:nvPr/>
        </p:nvSpPr>
        <p:spPr bwMode="auto">
          <a:xfrm>
            <a:off x="3814382" y="1129411"/>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81" name="Oval 27"/>
          <p:cNvSpPr>
            <a:spLocks noChangeArrowheads="1"/>
          </p:cNvSpPr>
          <p:nvPr/>
        </p:nvSpPr>
        <p:spPr bwMode="auto">
          <a:xfrm>
            <a:off x="4477957" y="1851724"/>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1282" name="Group 28"/>
          <p:cNvGrpSpPr>
            <a:grpSpLocks/>
          </p:cNvGrpSpPr>
          <p:nvPr/>
        </p:nvGrpSpPr>
        <p:grpSpPr bwMode="auto">
          <a:xfrm>
            <a:off x="2393569" y="646811"/>
            <a:ext cx="419100" cy="427038"/>
            <a:chOff x="2214" y="9158"/>
            <a:chExt cx="1080" cy="360"/>
          </a:xfrm>
        </p:grpSpPr>
        <p:grpSp>
          <p:nvGrpSpPr>
            <p:cNvPr id="11398" name="Group 29"/>
            <p:cNvGrpSpPr>
              <a:grpSpLocks/>
            </p:cNvGrpSpPr>
            <p:nvPr/>
          </p:nvGrpSpPr>
          <p:grpSpPr bwMode="auto">
            <a:xfrm>
              <a:off x="2574" y="9158"/>
              <a:ext cx="360" cy="360"/>
              <a:chOff x="2214" y="9158"/>
              <a:chExt cx="360" cy="360"/>
            </a:xfrm>
          </p:grpSpPr>
          <p:sp>
            <p:nvSpPr>
              <p:cNvPr id="11407" name="Line 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8" name="Line 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9" name="Line 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99" name="Group 33"/>
            <p:cNvGrpSpPr>
              <a:grpSpLocks/>
            </p:cNvGrpSpPr>
            <p:nvPr/>
          </p:nvGrpSpPr>
          <p:grpSpPr bwMode="auto">
            <a:xfrm>
              <a:off x="2934" y="9158"/>
              <a:ext cx="360" cy="360"/>
              <a:chOff x="2214" y="9158"/>
              <a:chExt cx="360" cy="360"/>
            </a:xfrm>
          </p:grpSpPr>
          <p:sp>
            <p:nvSpPr>
              <p:cNvPr id="11404" name="Line 3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5" name="Line 3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6" name="Line 3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400" name="Group 37"/>
            <p:cNvGrpSpPr>
              <a:grpSpLocks/>
            </p:cNvGrpSpPr>
            <p:nvPr/>
          </p:nvGrpSpPr>
          <p:grpSpPr bwMode="auto">
            <a:xfrm>
              <a:off x="2214" y="9158"/>
              <a:ext cx="360" cy="360"/>
              <a:chOff x="2214" y="9158"/>
              <a:chExt cx="360" cy="360"/>
            </a:xfrm>
          </p:grpSpPr>
          <p:sp>
            <p:nvSpPr>
              <p:cNvPr id="11401" name="Line 3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2" name="Line 3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3" name="Line 4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3" name="Group 41"/>
          <p:cNvGrpSpPr>
            <a:grpSpLocks/>
          </p:cNvGrpSpPr>
          <p:nvPr/>
        </p:nvGrpSpPr>
        <p:grpSpPr bwMode="auto">
          <a:xfrm>
            <a:off x="2393569" y="1537399"/>
            <a:ext cx="419100" cy="427037"/>
            <a:chOff x="2214" y="9158"/>
            <a:chExt cx="1080" cy="360"/>
          </a:xfrm>
        </p:grpSpPr>
        <p:grpSp>
          <p:nvGrpSpPr>
            <p:cNvPr id="11386" name="Group 42"/>
            <p:cNvGrpSpPr>
              <a:grpSpLocks/>
            </p:cNvGrpSpPr>
            <p:nvPr/>
          </p:nvGrpSpPr>
          <p:grpSpPr bwMode="auto">
            <a:xfrm>
              <a:off x="2574" y="9158"/>
              <a:ext cx="360" cy="360"/>
              <a:chOff x="2214" y="9158"/>
              <a:chExt cx="360" cy="360"/>
            </a:xfrm>
          </p:grpSpPr>
          <p:sp>
            <p:nvSpPr>
              <p:cNvPr id="11395" name="Line 4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6" name="Line 4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7" name="Line 4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87" name="Group 46"/>
            <p:cNvGrpSpPr>
              <a:grpSpLocks/>
            </p:cNvGrpSpPr>
            <p:nvPr/>
          </p:nvGrpSpPr>
          <p:grpSpPr bwMode="auto">
            <a:xfrm>
              <a:off x="2934" y="9158"/>
              <a:ext cx="360" cy="360"/>
              <a:chOff x="2214" y="9158"/>
              <a:chExt cx="360" cy="360"/>
            </a:xfrm>
          </p:grpSpPr>
          <p:sp>
            <p:nvSpPr>
              <p:cNvPr id="11392" name="Line 4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3" name="Line 4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4" name="Line 4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88" name="Group 50"/>
            <p:cNvGrpSpPr>
              <a:grpSpLocks/>
            </p:cNvGrpSpPr>
            <p:nvPr/>
          </p:nvGrpSpPr>
          <p:grpSpPr bwMode="auto">
            <a:xfrm>
              <a:off x="2214" y="9158"/>
              <a:ext cx="360" cy="360"/>
              <a:chOff x="2214" y="9158"/>
              <a:chExt cx="360" cy="360"/>
            </a:xfrm>
          </p:grpSpPr>
          <p:sp>
            <p:nvSpPr>
              <p:cNvPr id="11389" name="Line 5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0" name="Line 5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1" name="Line 5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5" name="Group 67"/>
          <p:cNvGrpSpPr>
            <a:grpSpLocks/>
          </p:cNvGrpSpPr>
          <p:nvPr/>
        </p:nvGrpSpPr>
        <p:grpSpPr bwMode="auto">
          <a:xfrm rot="5400000">
            <a:off x="4904200" y="1530255"/>
            <a:ext cx="427038" cy="419100"/>
            <a:chOff x="2214" y="9158"/>
            <a:chExt cx="1080" cy="360"/>
          </a:xfrm>
        </p:grpSpPr>
        <p:grpSp>
          <p:nvGrpSpPr>
            <p:cNvPr id="11362" name="Group 68"/>
            <p:cNvGrpSpPr>
              <a:grpSpLocks/>
            </p:cNvGrpSpPr>
            <p:nvPr/>
          </p:nvGrpSpPr>
          <p:grpSpPr bwMode="auto">
            <a:xfrm>
              <a:off x="2574" y="9158"/>
              <a:ext cx="360" cy="360"/>
              <a:chOff x="2214" y="9158"/>
              <a:chExt cx="360" cy="360"/>
            </a:xfrm>
          </p:grpSpPr>
          <p:sp>
            <p:nvSpPr>
              <p:cNvPr id="11371" name="Line 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2" name="Line 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3" name="Line 7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63" name="Group 72"/>
            <p:cNvGrpSpPr>
              <a:grpSpLocks/>
            </p:cNvGrpSpPr>
            <p:nvPr/>
          </p:nvGrpSpPr>
          <p:grpSpPr bwMode="auto">
            <a:xfrm>
              <a:off x="2934" y="9158"/>
              <a:ext cx="360" cy="360"/>
              <a:chOff x="2214" y="9158"/>
              <a:chExt cx="360" cy="360"/>
            </a:xfrm>
          </p:grpSpPr>
          <p:sp>
            <p:nvSpPr>
              <p:cNvPr id="11368" name="Line 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9" name="Line 7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0" name="Line 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64" name="Group 76"/>
            <p:cNvGrpSpPr>
              <a:grpSpLocks/>
            </p:cNvGrpSpPr>
            <p:nvPr/>
          </p:nvGrpSpPr>
          <p:grpSpPr bwMode="auto">
            <a:xfrm>
              <a:off x="2214" y="9158"/>
              <a:ext cx="360" cy="360"/>
              <a:chOff x="2214" y="9158"/>
              <a:chExt cx="360" cy="360"/>
            </a:xfrm>
          </p:grpSpPr>
          <p:sp>
            <p:nvSpPr>
              <p:cNvPr id="11365" name="Line 7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6" name="Line 7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7" name="Line 7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11286" name="Line 80"/>
          <p:cNvSpPr>
            <a:spLocks noChangeShapeType="1"/>
          </p:cNvSpPr>
          <p:nvPr/>
        </p:nvSpPr>
        <p:spPr bwMode="auto">
          <a:xfrm>
            <a:off x="5117719" y="853186"/>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7" name="Line 81"/>
          <p:cNvSpPr>
            <a:spLocks noChangeShapeType="1"/>
          </p:cNvSpPr>
          <p:nvPr/>
        </p:nvSpPr>
        <p:spPr bwMode="auto">
          <a:xfrm>
            <a:off x="5117719" y="1956499"/>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8" name="Line 82"/>
          <p:cNvSpPr>
            <a:spLocks noChangeShapeType="1"/>
          </p:cNvSpPr>
          <p:nvPr/>
        </p:nvSpPr>
        <p:spPr bwMode="auto">
          <a:xfrm flipV="1">
            <a:off x="4506532" y="853186"/>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9" name="Line 83"/>
          <p:cNvSpPr>
            <a:spLocks noChangeShapeType="1"/>
          </p:cNvSpPr>
          <p:nvPr/>
        </p:nvSpPr>
        <p:spPr bwMode="auto">
          <a:xfrm>
            <a:off x="4519232" y="1943799"/>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90" name="Line 84"/>
          <p:cNvSpPr>
            <a:spLocks noChangeShapeType="1"/>
          </p:cNvSpPr>
          <p:nvPr/>
        </p:nvSpPr>
        <p:spPr bwMode="auto">
          <a:xfrm flipV="1">
            <a:off x="3862007" y="1242124"/>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93" name="Rectangle 87"/>
          <p:cNvSpPr>
            <a:spLocks noChangeArrowheads="1"/>
          </p:cNvSpPr>
          <p:nvPr/>
        </p:nvSpPr>
        <p:spPr bwMode="auto">
          <a:xfrm>
            <a:off x="1960182" y="1253236"/>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11294" name="Rectangle 88"/>
          <p:cNvSpPr>
            <a:spLocks noChangeArrowheads="1"/>
          </p:cNvSpPr>
          <p:nvPr/>
        </p:nvSpPr>
        <p:spPr bwMode="auto">
          <a:xfrm>
            <a:off x="1957007" y="346774"/>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11295" name="Rectangle 89"/>
          <p:cNvSpPr>
            <a:spLocks noChangeArrowheads="1"/>
          </p:cNvSpPr>
          <p:nvPr/>
        </p:nvSpPr>
        <p:spPr bwMode="auto">
          <a:xfrm>
            <a:off x="4644962" y="1022156"/>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sp>
        <p:nvSpPr>
          <p:cNvPr id="11298" name="Oval 96"/>
          <p:cNvSpPr>
            <a:spLocks noChangeArrowheads="1"/>
          </p:cNvSpPr>
          <p:nvPr/>
        </p:nvSpPr>
        <p:spPr bwMode="auto">
          <a:xfrm>
            <a:off x="1506157" y="1742186"/>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99" name="Rectangle 97"/>
          <p:cNvSpPr>
            <a:spLocks noChangeArrowheads="1"/>
          </p:cNvSpPr>
          <p:nvPr/>
        </p:nvSpPr>
        <p:spPr bwMode="auto">
          <a:xfrm>
            <a:off x="1152144" y="1491361"/>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25745" name="Text Box 145"/>
          <p:cNvSpPr txBox="1">
            <a:spLocks noChangeArrowheads="1"/>
          </p:cNvSpPr>
          <p:nvPr/>
        </p:nvSpPr>
        <p:spPr bwMode="auto">
          <a:xfrm>
            <a:off x="3546094" y="1102424"/>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25746" name="Text Box 146"/>
          <p:cNvSpPr txBox="1">
            <a:spLocks noChangeArrowheads="1"/>
          </p:cNvSpPr>
          <p:nvPr/>
        </p:nvSpPr>
        <p:spPr bwMode="auto">
          <a:xfrm>
            <a:off x="4195382" y="1458024"/>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grpSp>
        <p:nvGrpSpPr>
          <p:cNvPr id="127" name="Group 165"/>
          <p:cNvGrpSpPr>
            <a:grpSpLocks/>
          </p:cNvGrpSpPr>
          <p:nvPr/>
        </p:nvGrpSpPr>
        <p:grpSpPr bwMode="auto">
          <a:xfrm>
            <a:off x="2370986" y="2413700"/>
            <a:ext cx="2052639" cy="1455738"/>
            <a:chOff x="1970" y="1411"/>
            <a:chExt cx="1293" cy="917"/>
          </a:xfrm>
        </p:grpSpPr>
        <p:sp>
          <p:nvSpPr>
            <p:cNvPr id="129" name="Line 193"/>
            <p:cNvSpPr>
              <a:spLocks noChangeShapeType="1"/>
            </p:cNvSpPr>
            <p:nvPr/>
          </p:nvSpPr>
          <p:spPr bwMode="auto">
            <a:xfrm flipV="1">
              <a:off x="2527" y="1411"/>
              <a:ext cx="736" cy="573"/>
            </a:xfrm>
            <a:prstGeom prst="line">
              <a:avLst/>
            </a:prstGeom>
            <a:noFill/>
            <a:ln w="38100">
              <a:solidFill>
                <a:srgbClr val="FF0000"/>
              </a:solidFill>
              <a:prstDash val="dash"/>
              <a:round/>
              <a:headEnd/>
              <a:tailEnd type="none" w="lg" len="lg"/>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a:p>
          </p:txBody>
        </p:sp>
        <p:sp>
          <p:nvSpPr>
            <p:cNvPr id="131" name="Text Box 163"/>
            <p:cNvSpPr txBox="1">
              <a:spLocks noChangeArrowheads="1"/>
            </p:cNvSpPr>
            <p:nvPr/>
          </p:nvSpPr>
          <p:spPr bwMode="auto">
            <a:xfrm>
              <a:off x="1970" y="1990"/>
              <a:ext cx="1043" cy="338"/>
            </a:xfrm>
            <a:prstGeom prst="rect">
              <a:avLst/>
            </a:prstGeom>
            <a:solidFill>
              <a:srgbClr val="FFFF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82800" rIns="90000" bIns="82800">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r>
                <a:rPr lang="es-ES" sz="2400"/>
                <a:t>cable ideal</a:t>
              </a:r>
            </a:p>
          </p:txBody>
        </p:sp>
      </p:grpSp>
      <p:sp>
        <p:nvSpPr>
          <p:cNvPr id="132" name="Text Box 119"/>
          <p:cNvSpPr txBox="1">
            <a:spLocks noChangeArrowheads="1"/>
          </p:cNvSpPr>
          <p:nvPr/>
        </p:nvSpPr>
        <p:spPr bwMode="auto">
          <a:xfrm>
            <a:off x="7041452" y="4037576"/>
            <a:ext cx="3273951" cy="536549"/>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R</a:t>
            </a:r>
            <a:r>
              <a:rPr lang="es-ES" sz="2400" baseline="-25000">
                <a:latin typeface="Arial" panose="020B0604020202020204" pitchFamily="34" charset="0"/>
              </a:rPr>
              <a:t>4</a:t>
            </a:r>
            <a:r>
              <a:rPr lang="es-ES" sz="2400">
                <a:latin typeface="Arial" panose="020B0604020202020204" pitchFamily="34" charset="0"/>
              </a:rPr>
              <a:t> está cortocircuitada</a:t>
            </a:r>
          </a:p>
        </p:txBody>
      </p:sp>
      <p:sp>
        <p:nvSpPr>
          <p:cNvPr id="135" name="Text Box 177"/>
          <p:cNvSpPr txBox="1">
            <a:spLocks noChangeArrowheads="1"/>
          </p:cNvSpPr>
          <p:nvPr/>
        </p:nvSpPr>
        <p:spPr bwMode="auto">
          <a:xfrm>
            <a:off x="4763360" y="4427602"/>
            <a:ext cx="1346200" cy="530225"/>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000000"/>
                </a:solidFill>
                <a:latin typeface="Arial" panose="020B0604020202020204" pitchFamily="34" charset="0"/>
              </a:rPr>
              <a:t>V = R</a:t>
            </a:r>
            <a:r>
              <a:rPr lang="es-ES" sz="2400" dirty="0">
                <a:solidFill>
                  <a:srgbClr val="000000"/>
                </a:solidFill>
                <a:latin typeface="Comic Sans MS" panose="030F0702030302020204" pitchFamily="66" charset="0"/>
              </a:rPr>
              <a:t> I</a:t>
            </a:r>
          </a:p>
        </p:txBody>
      </p:sp>
      <p:sp>
        <p:nvSpPr>
          <p:cNvPr id="136" name="Text Box 180"/>
          <p:cNvSpPr txBox="1">
            <a:spLocks noChangeArrowheads="1"/>
          </p:cNvSpPr>
          <p:nvPr/>
        </p:nvSpPr>
        <p:spPr bwMode="auto">
          <a:xfrm>
            <a:off x="4776639" y="3884086"/>
            <a:ext cx="10922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R</a:t>
            </a:r>
            <a:r>
              <a:rPr lang="es-ES" sz="2400" baseline="-25000" dirty="0">
                <a:solidFill>
                  <a:srgbClr val="000000"/>
                </a:solidFill>
                <a:latin typeface="Arial" panose="020B0604020202020204" pitchFamily="34" charset="0"/>
                <a:sym typeface="Symbol" panose="05050102010706020507" pitchFamily="18" charset="2"/>
              </a:rPr>
              <a:t>4</a:t>
            </a:r>
            <a:r>
              <a:rPr lang="es-ES" sz="2400" dirty="0">
                <a:solidFill>
                  <a:srgbClr val="000000"/>
                </a:solidFill>
                <a:latin typeface="Arial" panose="020B0604020202020204" pitchFamily="34" charset="0"/>
              </a:rPr>
              <a:t> finita</a:t>
            </a:r>
            <a:endParaRPr lang="es-ES" sz="2800" dirty="0">
              <a:solidFill>
                <a:srgbClr val="000000"/>
              </a:solidFill>
            </a:endParaRPr>
          </a:p>
        </p:txBody>
      </p:sp>
      <p:sp>
        <p:nvSpPr>
          <p:cNvPr id="137" name="AutoShape 181"/>
          <p:cNvSpPr>
            <a:spLocks/>
          </p:cNvSpPr>
          <p:nvPr/>
        </p:nvSpPr>
        <p:spPr bwMode="auto">
          <a:xfrm>
            <a:off x="6215773" y="3295095"/>
            <a:ext cx="216041" cy="1620000"/>
          </a:xfrm>
          <a:prstGeom prst="rightBrace">
            <a:avLst>
              <a:gd name="adj1" fmla="val 33991"/>
              <a:gd name="adj2" fmla="val 20054"/>
            </a:avLst>
          </a:prstGeom>
          <a:noFill/>
          <a:ln w="38100">
            <a:solidFill>
              <a:srgbClr val="008000"/>
            </a:solidFill>
            <a:round/>
            <a:headEnd/>
            <a:tailEnd type="none" w="lg" len="lg"/>
          </a:ln>
          <a:extLst>
            <a:ext uri="{909E8E84-426E-40DD-AFC4-6F175D3DCCD1}">
              <a14:hiddenFill xmlns:a14="http://schemas.microsoft.com/office/drawing/2010/main">
                <a:solidFill>
                  <a:srgbClr val="FFFFFF"/>
                </a:solidFill>
              </a14:hiddenFill>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38" name="Grupo 137"/>
          <p:cNvGrpSpPr>
            <a:grpSpLocks/>
          </p:cNvGrpSpPr>
          <p:nvPr/>
        </p:nvGrpSpPr>
        <p:grpSpPr bwMode="auto">
          <a:xfrm>
            <a:off x="6541718" y="3333493"/>
            <a:ext cx="1581094" cy="587441"/>
            <a:chOff x="4478337" y="4967255"/>
            <a:chExt cx="1581095" cy="587441"/>
          </a:xfrm>
        </p:grpSpPr>
        <p:sp>
          <p:nvSpPr>
            <p:cNvPr id="139" name="AutoShape 184"/>
            <p:cNvSpPr>
              <a:spLocks noChangeArrowheads="1"/>
            </p:cNvSpPr>
            <p:nvPr/>
          </p:nvSpPr>
          <p:spPr bwMode="auto">
            <a:xfrm rot="-5400000">
              <a:off x="4429125" y="5080000"/>
              <a:ext cx="474662" cy="376238"/>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40" name="Text Box 187"/>
            <p:cNvSpPr txBox="1">
              <a:spLocks noChangeArrowheads="1"/>
            </p:cNvSpPr>
            <p:nvPr/>
          </p:nvSpPr>
          <p:spPr bwMode="auto">
            <a:xfrm>
              <a:off x="4964479" y="4967255"/>
              <a:ext cx="1094953" cy="587441"/>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Comic Sans MS" panose="030F0702030302020204" pitchFamily="66" charset="0"/>
                  <a:sym typeface="Symbol" panose="05050102010706020507" pitchFamily="18" charset="2"/>
                </a:rPr>
                <a:t>I</a:t>
              </a:r>
              <a:r>
                <a:rPr lang="es-ES" sz="2400" baseline="-25000">
                  <a:solidFill>
                    <a:srgbClr val="000000"/>
                  </a:solidFill>
                  <a:latin typeface="Comic Sans MS" panose="030F0702030302020204" pitchFamily="66" charset="0"/>
                  <a:sym typeface="Symbol" panose="05050102010706020507" pitchFamily="18" charset="2"/>
                </a:rPr>
                <a:t>4</a:t>
              </a:r>
              <a:r>
                <a:rPr lang="es-ES" sz="2400">
                  <a:solidFill>
                    <a:srgbClr val="000000"/>
                  </a:solidFill>
                  <a:latin typeface="Comic Sans MS" panose="030F0702030302020204" pitchFamily="66" charset="0"/>
                  <a:sym typeface="Symbol" panose="05050102010706020507" pitchFamily="18" charset="2"/>
                </a:rPr>
                <a:t>’</a:t>
              </a:r>
              <a:r>
                <a:rPr lang="es-ES" sz="2400">
                  <a:solidFill>
                    <a:srgbClr val="000000"/>
                  </a:solidFill>
                  <a:latin typeface="Comic Sans MS" panose="030F0702030302020204" pitchFamily="66" charset="0"/>
                </a:rPr>
                <a:t> = 0</a:t>
              </a:r>
            </a:p>
          </p:txBody>
        </p:sp>
      </p:grpSp>
      <p:sp>
        <p:nvSpPr>
          <p:cNvPr id="115" name="Text Box 102">
            <a:extLst>
              <a:ext uri="{FF2B5EF4-FFF2-40B4-BE49-F238E27FC236}">
                <a16:creationId xmlns:a16="http://schemas.microsoft.com/office/drawing/2014/main" id="{7C448495-7F37-4A4F-9002-CB99EF75E055}"/>
              </a:ext>
            </a:extLst>
          </p:cNvPr>
          <p:cNvSpPr txBox="1">
            <a:spLocks noChangeArrowheads="1"/>
          </p:cNvSpPr>
          <p:nvPr/>
        </p:nvSpPr>
        <p:spPr bwMode="auto">
          <a:xfrm>
            <a:off x="5773734" y="495300"/>
            <a:ext cx="3280363"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Cerrados</a:t>
            </a:r>
          </a:p>
        </p:txBody>
      </p:sp>
      <p:sp>
        <p:nvSpPr>
          <p:cNvPr id="116" name="Text Box 112">
            <a:extLst>
              <a:ext uri="{FF2B5EF4-FFF2-40B4-BE49-F238E27FC236}">
                <a16:creationId xmlns:a16="http://schemas.microsoft.com/office/drawing/2014/main" id="{5C24FFB3-A711-4A56-BF23-2C19A740F89D}"/>
              </a:ext>
            </a:extLst>
          </p:cNvPr>
          <p:cNvSpPr txBox="1">
            <a:spLocks noChangeArrowheads="1"/>
          </p:cNvSpPr>
          <p:nvPr/>
        </p:nvSpPr>
        <p:spPr bwMode="auto">
          <a:xfrm>
            <a:off x="6790562" y="1508139"/>
            <a:ext cx="1903383"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2</a:t>
            </a:r>
            <a:endParaRPr lang="es-ES" sz="2800">
              <a:solidFill>
                <a:srgbClr val="000000"/>
              </a:solidFill>
              <a:latin typeface="Arial" panose="020B0604020202020204" pitchFamily="34" charset="0"/>
            </a:endParaRPr>
          </a:p>
        </p:txBody>
      </p:sp>
      <p:sp>
        <p:nvSpPr>
          <p:cNvPr id="117" name="CuadroTexto 116">
            <a:extLst>
              <a:ext uri="{FF2B5EF4-FFF2-40B4-BE49-F238E27FC236}">
                <a16:creationId xmlns:a16="http://schemas.microsoft.com/office/drawing/2014/main" id="{08F5AEF1-2191-4BAC-BA0E-6DE41CD76DAB}"/>
              </a:ext>
            </a:extLst>
          </p:cNvPr>
          <p:cNvSpPr txBox="1">
            <a:spLocks noChangeArrowheads="1"/>
          </p:cNvSpPr>
          <p:nvPr/>
        </p:nvSpPr>
        <p:spPr bwMode="auto">
          <a:xfrm>
            <a:off x="8725392" y="1537339"/>
            <a:ext cx="922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¿V'</a:t>
            </a:r>
            <a:r>
              <a:rPr lang="es-ES" sz="2400" baseline="-25000">
                <a:solidFill>
                  <a:srgbClr val="FF0000"/>
                </a:solidFill>
              </a:rPr>
              <a:t>2</a:t>
            </a:r>
            <a:r>
              <a:rPr lang="es-ES" sz="2400">
                <a:solidFill>
                  <a:srgbClr val="FF0000"/>
                </a:solidFill>
              </a:rPr>
              <a:t>?</a:t>
            </a:r>
          </a:p>
        </p:txBody>
      </p:sp>
      <p:sp>
        <p:nvSpPr>
          <p:cNvPr id="118" name="CuadroTexto 117">
            <a:extLst>
              <a:ext uri="{FF2B5EF4-FFF2-40B4-BE49-F238E27FC236}">
                <a16:creationId xmlns:a16="http://schemas.microsoft.com/office/drawing/2014/main" id="{AE72742F-D6B0-438F-97F4-6A393E013A68}"/>
              </a:ext>
            </a:extLst>
          </p:cNvPr>
          <p:cNvSpPr txBox="1">
            <a:spLocks noChangeArrowheads="1"/>
          </p:cNvSpPr>
          <p:nvPr/>
        </p:nvSpPr>
        <p:spPr bwMode="auto">
          <a:xfrm>
            <a:off x="9493400" y="1554820"/>
            <a:ext cx="9460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a:t>
            </a:r>
            <a:r>
              <a:rPr lang="es-ES" sz="2400" dirty="0">
                <a:solidFill>
                  <a:srgbClr val="FF0000"/>
                </a:solidFill>
                <a:latin typeface="Comic Sans MS" panose="030F0702030302020204" pitchFamily="66" charset="0"/>
              </a:rPr>
              <a:t>I'</a:t>
            </a:r>
            <a:r>
              <a:rPr lang="es-ES" sz="2400" baseline="-25000" dirty="0">
                <a:solidFill>
                  <a:srgbClr val="FF0000"/>
                </a:solidFill>
              </a:rPr>
              <a:t>2</a:t>
            </a:r>
            <a:r>
              <a:rPr lang="es-ES" sz="2400" dirty="0">
                <a:solidFill>
                  <a:srgbClr val="FF0000"/>
                </a:solidFill>
              </a:rPr>
              <a:t>?</a:t>
            </a:r>
          </a:p>
        </p:txBody>
      </p:sp>
      <p:sp>
        <p:nvSpPr>
          <p:cNvPr id="119" name="Text Box 5">
            <a:extLst>
              <a:ext uri="{FF2B5EF4-FFF2-40B4-BE49-F238E27FC236}">
                <a16:creationId xmlns:a16="http://schemas.microsoft.com/office/drawing/2014/main" id="{FB5B8402-1C90-449A-8E22-27EEA58020A9}"/>
              </a:ext>
            </a:extLst>
          </p:cNvPr>
          <p:cNvSpPr txBox="1">
            <a:spLocks noChangeArrowheads="1"/>
          </p:cNvSpPr>
          <p:nvPr/>
        </p:nvSpPr>
        <p:spPr bwMode="auto">
          <a:xfrm>
            <a:off x="5771454" y="1503754"/>
            <a:ext cx="929843" cy="55109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¿R</a:t>
            </a:r>
            <a:r>
              <a:rPr lang="es-ES" sz="2400" b="1" baseline="-25000">
                <a:latin typeface="Arial" panose="020B0604020202020204" pitchFamily="34" charset="0"/>
              </a:rPr>
              <a:t>2</a:t>
            </a:r>
            <a:r>
              <a:rPr lang="es-ES" sz="2400" b="1">
                <a:latin typeface="Arial" panose="020B0604020202020204" pitchFamily="34" charset="0"/>
              </a:rPr>
              <a:t>?</a:t>
            </a:r>
          </a:p>
        </p:txBody>
      </p:sp>
      <p:grpSp>
        <p:nvGrpSpPr>
          <p:cNvPr id="5" name="Grupo 4">
            <a:extLst>
              <a:ext uri="{FF2B5EF4-FFF2-40B4-BE49-F238E27FC236}">
                <a16:creationId xmlns:a16="http://schemas.microsoft.com/office/drawing/2014/main" id="{C9534E15-F0D0-4B25-A6BF-DA8DF8F76689}"/>
              </a:ext>
            </a:extLst>
          </p:cNvPr>
          <p:cNvGrpSpPr/>
          <p:nvPr/>
        </p:nvGrpSpPr>
        <p:grpSpPr>
          <a:xfrm>
            <a:off x="4269817" y="3334524"/>
            <a:ext cx="1597921" cy="537574"/>
            <a:chOff x="4886512" y="3323638"/>
            <a:chExt cx="1597921" cy="537574"/>
          </a:xfrm>
        </p:grpSpPr>
        <p:sp>
          <p:nvSpPr>
            <p:cNvPr id="134" name="Text Box 175"/>
            <p:cNvSpPr txBox="1">
              <a:spLocks noChangeArrowheads="1"/>
            </p:cNvSpPr>
            <p:nvPr/>
          </p:nvSpPr>
          <p:spPr bwMode="auto">
            <a:xfrm>
              <a:off x="5405185" y="3323638"/>
              <a:ext cx="1079248" cy="536549"/>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V</a:t>
              </a:r>
              <a:r>
                <a:rPr lang="es-ES" sz="2400" baseline="-25000">
                  <a:solidFill>
                    <a:srgbClr val="000000"/>
                  </a:solidFill>
                  <a:latin typeface="Arial" panose="020B0604020202020204" pitchFamily="34" charset="0"/>
                  <a:sym typeface="Symbol" panose="05050102010706020507" pitchFamily="18" charset="2"/>
                </a:rPr>
                <a:t>4</a:t>
              </a:r>
              <a:r>
                <a:rPr lang="es-ES" sz="240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rPr>
                <a:t> = 0</a:t>
              </a:r>
            </a:p>
          </p:txBody>
        </p:sp>
        <p:sp>
          <p:nvSpPr>
            <p:cNvPr id="120" name="AutoShape 184">
              <a:extLst>
                <a:ext uri="{FF2B5EF4-FFF2-40B4-BE49-F238E27FC236}">
                  <a16:creationId xmlns:a16="http://schemas.microsoft.com/office/drawing/2014/main" id="{7DE4F8EE-329D-40BE-A4F5-DA1F64D6EBE7}"/>
                </a:ext>
              </a:extLst>
            </p:cNvPr>
            <p:cNvSpPr>
              <a:spLocks noChangeArrowheads="1"/>
            </p:cNvSpPr>
            <p:nvPr/>
          </p:nvSpPr>
          <p:spPr bwMode="auto">
            <a:xfrm rot="16200000">
              <a:off x="4837300" y="3435762"/>
              <a:ext cx="474662" cy="376238"/>
            </a:xfrm>
            <a:prstGeom prst="downArrow">
              <a:avLst>
                <a:gd name="adj1" fmla="val 49833"/>
                <a:gd name="adj2" fmla="val 45847"/>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vert="eaVert"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21" name="Text Box 118">
            <a:extLst>
              <a:ext uri="{FF2B5EF4-FFF2-40B4-BE49-F238E27FC236}">
                <a16:creationId xmlns:a16="http://schemas.microsoft.com/office/drawing/2014/main" id="{8F305929-372B-47A3-9F69-FBBA3774F529}"/>
              </a:ext>
            </a:extLst>
          </p:cNvPr>
          <p:cNvSpPr txBox="1">
            <a:spLocks noChangeArrowheads="1"/>
          </p:cNvSpPr>
          <p:nvPr/>
        </p:nvSpPr>
        <p:spPr bwMode="auto">
          <a:xfrm>
            <a:off x="7265419" y="4493888"/>
            <a:ext cx="278503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(no entra en juego)</a:t>
            </a:r>
          </a:p>
        </p:txBody>
      </p:sp>
      <p:sp>
        <p:nvSpPr>
          <p:cNvPr id="122" name="Text Box 118">
            <a:extLst>
              <a:ext uri="{FF2B5EF4-FFF2-40B4-BE49-F238E27FC236}">
                <a16:creationId xmlns:a16="http://schemas.microsoft.com/office/drawing/2014/main" id="{D2BA9740-BAAF-4586-B132-F9E3F13DC27E}"/>
              </a:ext>
            </a:extLst>
          </p:cNvPr>
          <p:cNvSpPr txBox="1">
            <a:spLocks noChangeArrowheads="1"/>
          </p:cNvSpPr>
          <p:nvPr/>
        </p:nvSpPr>
        <p:spPr bwMode="auto">
          <a:xfrm>
            <a:off x="2084269" y="3869669"/>
            <a:ext cx="220154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(potencial cte.)</a:t>
            </a:r>
          </a:p>
        </p:txBody>
      </p:sp>
      <p:sp>
        <p:nvSpPr>
          <p:cNvPr id="114" name="Text Box 126">
            <a:extLst>
              <a:ext uri="{FF2B5EF4-FFF2-40B4-BE49-F238E27FC236}">
                <a16:creationId xmlns:a16="http://schemas.microsoft.com/office/drawing/2014/main" id="{E4E1C7AA-8551-4588-BB65-6D8F0E89989A}"/>
              </a:ext>
            </a:extLst>
          </p:cNvPr>
          <p:cNvSpPr txBox="1">
            <a:spLocks noChangeArrowheads="1"/>
          </p:cNvSpPr>
          <p:nvPr/>
        </p:nvSpPr>
        <p:spPr bwMode="auto">
          <a:xfrm>
            <a:off x="1377753" y="5055675"/>
            <a:ext cx="8887655" cy="2086580"/>
          </a:xfrm>
          <a:prstGeom prst="rect">
            <a:avLst/>
          </a:prstGeom>
          <a:solidFill>
            <a:schemeClr val="accent1">
              <a:lumMod val="60000"/>
              <a:lumOff val="40000"/>
            </a:schemeClr>
          </a:solidFill>
          <a:ln>
            <a:noFill/>
          </a:ln>
        </p:spPr>
        <p:txBody>
          <a:bodyPr wrap="square" lIns="180000" tIns="118800" rIns="144000" bIns="1188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just" eaLnBrk="1" hangingPunct="1">
              <a:spcBef>
                <a:spcPts val="0"/>
              </a:spcBef>
              <a:buNone/>
            </a:pPr>
            <a:r>
              <a:rPr lang="es-ES" sz="2400" dirty="0">
                <a:latin typeface="Arial" panose="020B0604020202020204" pitchFamily="34" charset="0"/>
              </a:rPr>
              <a:t>En R</a:t>
            </a:r>
            <a:r>
              <a:rPr lang="es-ES" sz="2400" baseline="-25000" dirty="0">
                <a:latin typeface="Arial" panose="020B0604020202020204" pitchFamily="34" charset="0"/>
              </a:rPr>
              <a:t>4</a:t>
            </a:r>
            <a:r>
              <a:rPr lang="es-ES" sz="2400" dirty="0">
                <a:latin typeface="Arial" panose="020B0604020202020204" pitchFamily="34" charset="0"/>
              </a:rPr>
              <a:t>, como al cortocircuitar los terminales de la fuente </a:t>
            </a:r>
            <a:r>
              <a:rPr lang="es-ES" sz="2400">
                <a:latin typeface="Arial" panose="020B0604020202020204" pitchFamily="34" charset="0"/>
              </a:rPr>
              <a:t>de prácticas, </a:t>
            </a:r>
            <a:r>
              <a:rPr lang="es-ES" sz="2400" dirty="0">
                <a:latin typeface="Arial" panose="020B0604020202020204" pitchFamily="34" charset="0"/>
              </a:rPr>
              <a:t>no </a:t>
            </a:r>
            <a:r>
              <a:rPr lang="es-ES" sz="2400">
                <a:latin typeface="Arial" panose="020B0604020202020204" pitchFamily="34" charset="0"/>
              </a:rPr>
              <a:t>pasa nada más. En un </a:t>
            </a:r>
            <a:r>
              <a:rPr lang="es-ES" sz="2400" dirty="0">
                <a:latin typeface="Arial" panose="020B0604020202020204" pitchFamily="34" charset="0"/>
              </a:rPr>
              <a:t>enchufe, sí. Su V es “fija” y </a:t>
            </a:r>
            <a:r>
              <a:rPr lang="es-ES" sz="2400">
                <a:latin typeface="Arial" panose="020B0604020202020204" pitchFamily="34" charset="0"/>
              </a:rPr>
              <a:t>con R=“</a:t>
            </a:r>
            <a:r>
              <a:rPr lang="es-ES" sz="2400" dirty="0">
                <a:latin typeface="Arial" panose="020B0604020202020204" pitchFamily="34" charset="0"/>
              </a:rPr>
              <a:t>0” en sus polos</a:t>
            </a:r>
            <a:r>
              <a:rPr lang="es-ES" sz="2400">
                <a:latin typeface="Arial" panose="020B0604020202020204" pitchFamily="34" charset="0"/>
              </a:rPr>
              <a:t>, </a:t>
            </a:r>
            <a:r>
              <a:rPr lang="es-ES" sz="2400">
                <a:latin typeface="Comic Sans MS" panose="030F0702030302020204" pitchFamily="66" charset="0"/>
              </a:rPr>
              <a:t>I</a:t>
            </a:r>
            <a:r>
              <a:rPr lang="es-ES" sz="2400">
                <a:latin typeface="Arial" panose="020B0604020202020204" pitchFamily="34" charset="0"/>
              </a:rPr>
              <a:t>=V/R=</a:t>
            </a:r>
            <a:r>
              <a:rPr lang="es-ES" sz="240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sym typeface="Symbol" panose="05050102010706020507" pitchFamily="18" charset="2"/>
              </a:rPr>
              <a:t>”, P=V</a:t>
            </a:r>
            <a:r>
              <a:rPr lang="es-ES" sz="2400">
                <a:latin typeface="Comic Sans MS" panose="030F0702030302020204" pitchFamily="66" charset="0"/>
              </a:rPr>
              <a:t>I</a:t>
            </a:r>
            <a:r>
              <a:rPr lang="es-ES" sz="240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sym typeface="Symbol" panose="05050102010706020507" pitchFamily="18" charset="2"/>
              </a:rPr>
              <a:t>Se dañará </a:t>
            </a:r>
            <a:r>
              <a:rPr lang="es-ES" sz="2400" dirty="0">
                <a:solidFill>
                  <a:srgbClr val="000000"/>
                </a:solidFill>
                <a:latin typeface="Arial" panose="020B0604020202020204" pitchFamily="34" charset="0"/>
                <a:sym typeface="Symbol" panose="05050102010706020507" pitchFamily="18" charset="2"/>
              </a:rPr>
              <a:t>por calentamiento</a:t>
            </a:r>
            <a:r>
              <a:rPr lang="es-ES" sz="2400">
                <a:solidFill>
                  <a:srgbClr val="000000"/>
                </a:solidFill>
                <a:latin typeface="Arial" panose="020B0604020202020204" pitchFamily="34" charset="0"/>
                <a:sym typeface="Symbol" panose="05050102010706020507" pitchFamily="18" charset="2"/>
              </a:rPr>
              <a:t>. Saltarán las protecciones del sistema por </a:t>
            </a:r>
            <a:r>
              <a:rPr lang="es-ES" sz="2400">
                <a:solidFill>
                  <a:srgbClr val="000000"/>
                </a:solidFill>
                <a:latin typeface="Comic Sans MS" panose="030F0702030302020204" pitchFamily="66" charset="0"/>
                <a:sym typeface="Symbol" panose="05050102010706020507" pitchFamily="18" charset="2"/>
              </a:rPr>
              <a:t>I</a:t>
            </a:r>
            <a:r>
              <a:rPr lang="es-ES" sz="2400">
                <a:solidFill>
                  <a:srgbClr val="000000"/>
                </a:solidFill>
                <a:latin typeface="Arial" panose="020B0604020202020204" pitchFamily="34" charset="0"/>
                <a:sym typeface="Symbol" panose="05050102010706020507" pitchFamily="18" charset="2"/>
              </a:rPr>
              <a:t> alta. Si hay V, habrá </a:t>
            </a:r>
            <a:r>
              <a:rPr lang="es-ES" sz="2400" dirty="0">
                <a:solidFill>
                  <a:srgbClr val="000000"/>
                </a:solidFill>
                <a:latin typeface="Arial" panose="020B0604020202020204" pitchFamily="34" charset="0"/>
                <a:sym typeface="Symbol" panose="05050102010706020507" pitchFamily="18" charset="2"/>
              </a:rPr>
              <a:t>ruptura del aire antes de hacer </a:t>
            </a:r>
            <a:r>
              <a:rPr lang="es-ES" sz="2400">
                <a:solidFill>
                  <a:srgbClr val="000000"/>
                </a:solidFill>
                <a:latin typeface="Arial" panose="020B0604020202020204" pitchFamily="34" charset="0"/>
                <a:sym typeface="Symbol" panose="05050102010706020507" pitchFamily="18" charset="2"/>
              </a:rPr>
              <a:t>el corto </a:t>
            </a:r>
            <a:endParaRPr lang="es-ES" sz="2400" dirty="0">
              <a:latin typeface="Arial" panose="020B0604020202020204" pitchFamily="34" charset="0"/>
            </a:endParaRPr>
          </a:p>
        </p:txBody>
      </p:sp>
      <p:sp>
        <p:nvSpPr>
          <p:cNvPr id="3" name="Rectangle 98">
            <a:extLst>
              <a:ext uri="{FF2B5EF4-FFF2-40B4-BE49-F238E27FC236}">
                <a16:creationId xmlns:a16="http://schemas.microsoft.com/office/drawing/2014/main" id="{121AC08F-A8A5-C21A-0BF9-963163F8091A}"/>
              </a:ext>
            </a:extLst>
          </p:cNvPr>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grpSp>
        <p:nvGrpSpPr>
          <p:cNvPr id="4" name="Group 11">
            <a:extLst>
              <a:ext uri="{FF2B5EF4-FFF2-40B4-BE49-F238E27FC236}">
                <a16:creationId xmlns:a16="http://schemas.microsoft.com/office/drawing/2014/main" id="{2399B922-3FC2-F6F0-1DAB-A23131DBE3A9}"/>
              </a:ext>
            </a:extLst>
          </p:cNvPr>
          <p:cNvGrpSpPr>
            <a:grpSpLocks/>
          </p:cNvGrpSpPr>
          <p:nvPr/>
        </p:nvGrpSpPr>
        <p:grpSpPr bwMode="auto">
          <a:xfrm>
            <a:off x="3860419" y="2366074"/>
            <a:ext cx="73025" cy="427037"/>
            <a:chOff x="5153" y="6274"/>
            <a:chExt cx="63" cy="360"/>
          </a:xfrm>
        </p:grpSpPr>
        <p:sp>
          <p:nvSpPr>
            <p:cNvPr id="6" name="Line 12">
              <a:extLst>
                <a:ext uri="{FF2B5EF4-FFF2-40B4-BE49-F238E27FC236}">
                  <a16:creationId xmlns:a16="http://schemas.microsoft.com/office/drawing/2014/main" id="{6F82F374-49F5-2DAB-23FB-EFBF4C56939F}"/>
                </a:ext>
              </a:extLst>
            </p:cNvPr>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 name="Line 13">
              <a:extLst>
                <a:ext uri="{FF2B5EF4-FFF2-40B4-BE49-F238E27FC236}">
                  <a16:creationId xmlns:a16="http://schemas.microsoft.com/office/drawing/2014/main" id="{93C5DC69-7BEB-49BF-4079-48D75EC3121E}"/>
                </a:ext>
              </a:extLst>
            </p:cNvPr>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8" name="Line 21">
            <a:extLst>
              <a:ext uri="{FF2B5EF4-FFF2-40B4-BE49-F238E27FC236}">
                <a16:creationId xmlns:a16="http://schemas.microsoft.com/office/drawing/2014/main" id="{1FD0EE21-A933-3800-0B2C-79D0366376CD}"/>
              </a:ext>
            </a:extLst>
          </p:cNvPr>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 name="Line 22">
            <a:extLst>
              <a:ext uri="{FF2B5EF4-FFF2-40B4-BE49-F238E27FC236}">
                <a16:creationId xmlns:a16="http://schemas.microsoft.com/office/drawing/2014/main" id="{284D8EDB-1784-3040-90D1-845001222353}"/>
              </a:ext>
            </a:extLst>
          </p:cNvPr>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10" name="Group 54">
            <a:extLst>
              <a:ext uri="{FF2B5EF4-FFF2-40B4-BE49-F238E27FC236}">
                <a16:creationId xmlns:a16="http://schemas.microsoft.com/office/drawing/2014/main" id="{0CDC9D62-4D72-E63C-52A7-8A8468105C3B}"/>
              </a:ext>
            </a:extLst>
          </p:cNvPr>
          <p:cNvGrpSpPr>
            <a:grpSpLocks/>
          </p:cNvGrpSpPr>
          <p:nvPr/>
        </p:nvGrpSpPr>
        <p:grpSpPr bwMode="auto">
          <a:xfrm>
            <a:off x="2393569" y="2391016"/>
            <a:ext cx="419100" cy="427037"/>
            <a:chOff x="2214" y="9158"/>
            <a:chExt cx="1080" cy="360"/>
          </a:xfrm>
        </p:grpSpPr>
        <p:grpSp>
          <p:nvGrpSpPr>
            <p:cNvPr id="11" name="Group 55">
              <a:extLst>
                <a:ext uri="{FF2B5EF4-FFF2-40B4-BE49-F238E27FC236}">
                  <a16:creationId xmlns:a16="http://schemas.microsoft.com/office/drawing/2014/main" id="{6F2BB23A-2B43-28BE-0D73-86924989C26A}"/>
                </a:ext>
              </a:extLst>
            </p:cNvPr>
            <p:cNvGrpSpPr>
              <a:grpSpLocks/>
            </p:cNvGrpSpPr>
            <p:nvPr/>
          </p:nvGrpSpPr>
          <p:grpSpPr bwMode="auto">
            <a:xfrm>
              <a:off x="2574" y="9158"/>
              <a:ext cx="360" cy="360"/>
              <a:chOff x="2214" y="9158"/>
              <a:chExt cx="360" cy="360"/>
            </a:xfrm>
          </p:grpSpPr>
          <p:sp>
            <p:nvSpPr>
              <p:cNvPr id="20" name="Line 56">
                <a:extLst>
                  <a:ext uri="{FF2B5EF4-FFF2-40B4-BE49-F238E27FC236}">
                    <a16:creationId xmlns:a16="http://schemas.microsoft.com/office/drawing/2014/main" id="{06A86963-A66E-0C35-E75D-D451EAC9749D}"/>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1" name="Line 57">
                <a:extLst>
                  <a:ext uri="{FF2B5EF4-FFF2-40B4-BE49-F238E27FC236}">
                    <a16:creationId xmlns:a16="http://schemas.microsoft.com/office/drawing/2014/main" id="{56F3DE80-17FE-38E2-06AC-E20905EC6FD3}"/>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2" name="Line 58">
                <a:extLst>
                  <a:ext uri="{FF2B5EF4-FFF2-40B4-BE49-F238E27FC236}">
                    <a16:creationId xmlns:a16="http://schemas.microsoft.com/office/drawing/2014/main" id="{863C4B9E-F395-103C-BB30-9824ADD43EB0}"/>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2" name="Group 59">
              <a:extLst>
                <a:ext uri="{FF2B5EF4-FFF2-40B4-BE49-F238E27FC236}">
                  <a16:creationId xmlns:a16="http://schemas.microsoft.com/office/drawing/2014/main" id="{3FFD2FAF-4395-C148-E031-7D71941748B8}"/>
                </a:ext>
              </a:extLst>
            </p:cNvPr>
            <p:cNvGrpSpPr>
              <a:grpSpLocks/>
            </p:cNvGrpSpPr>
            <p:nvPr/>
          </p:nvGrpSpPr>
          <p:grpSpPr bwMode="auto">
            <a:xfrm>
              <a:off x="2934" y="9158"/>
              <a:ext cx="360" cy="360"/>
              <a:chOff x="2214" y="9158"/>
              <a:chExt cx="360" cy="360"/>
            </a:xfrm>
          </p:grpSpPr>
          <p:sp>
            <p:nvSpPr>
              <p:cNvPr id="17" name="Line 60">
                <a:extLst>
                  <a:ext uri="{FF2B5EF4-FFF2-40B4-BE49-F238E27FC236}">
                    <a16:creationId xmlns:a16="http://schemas.microsoft.com/office/drawing/2014/main" id="{6F2D5C11-D754-E93F-987F-BA75FB192BE9}"/>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8" name="Line 61">
                <a:extLst>
                  <a:ext uri="{FF2B5EF4-FFF2-40B4-BE49-F238E27FC236}">
                    <a16:creationId xmlns:a16="http://schemas.microsoft.com/office/drawing/2014/main" id="{AC4DA12B-D9C3-D9F7-E785-A9D36EE9190F}"/>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9" name="Line 62">
                <a:extLst>
                  <a:ext uri="{FF2B5EF4-FFF2-40B4-BE49-F238E27FC236}">
                    <a16:creationId xmlns:a16="http://schemas.microsoft.com/office/drawing/2014/main" id="{130E626E-22A3-B172-A652-DDA0799DF7A7}"/>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 name="Group 63">
              <a:extLst>
                <a:ext uri="{FF2B5EF4-FFF2-40B4-BE49-F238E27FC236}">
                  <a16:creationId xmlns:a16="http://schemas.microsoft.com/office/drawing/2014/main" id="{FEE3970E-AFEF-335C-E35D-8B2BD19C0F2D}"/>
                </a:ext>
              </a:extLst>
            </p:cNvPr>
            <p:cNvGrpSpPr>
              <a:grpSpLocks/>
            </p:cNvGrpSpPr>
            <p:nvPr/>
          </p:nvGrpSpPr>
          <p:grpSpPr bwMode="auto">
            <a:xfrm>
              <a:off x="2214" y="9158"/>
              <a:ext cx="360" cy="360"/>
              <a:chOff x="2214" y="9158"/>
              <a:chExt cx="360" cy="360"/>
            </a:xfrm>
          </p:grpSpPr>
          <p:sp>
            <p:nvSpPr>
              <p:cNvPr id="14" name="Line 64">
                <a:extLst>
                  <a:ext uri="{FF2B5EF4-FFF2-40B4-BE49-F238E27FC236}">
                    <a16:creationId xmlns:a16="http://schemas.microsoft.com/office/drawing/2014/main" id="{C94883DE-6D3C-94AA-7FF2-67F3A0DE348D}"/>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 name="Line 65">
                <a:extLst>
                  <a:ext uri="{FF2B5EF4-FFF2-40B4-BE49-F238E27FC236}">
                    <a16:creationId xmlns:a16="http://schemas.microsoft.com/office/drawing/2014/main" id="{323CD0C8-BFC6-A040-CA50-7F14AF0C773A}"/>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 name="Line 66">
                <a:extLst>
                  <a:ext uri="{FF2B5EF4-FFF2-40B4-BE49-F238E27FC236}">
                    <a16:creationId xmlns:a16="http://schemas.microsoft.com/office/drawing/2014/main" id="{9215FF05-CF7C-037B-A3D5-AF3230D0DE23}"/>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23" name="Text Box 85">
            <a:extLst>
              <a:ext uri="{FF2B5EF4-FFF2-40B4-BE49-F238E27FC236}">
                <a16:creationId xmlns:a16="http://schemas.microsoft.com/office/drawing/2014/main" id="{18D8B42A-FE2A-E6BF-095C-1669DC0B5F96}"/>
              </a:ext>
            </a:extLst>
          </p:cNvPr>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
        <p:nvSpPr>
          <p:cNvPr id="24" name="Rectangle 86">
            <a:extLst>
              <a:ext uri="{FF2B5EF4-FFF2-40B4-BE49-F238E27FC236}">
                <a16:creationId xmlns:a16="http://schemas.microsoft.com/office/drawing/2014/main" id="{23D94DB1-0A8B-F601-B1E0-3C8891DEE83B}"/>
              </a:ext>
            </a:extLst>
          </p:cNvPr>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grpSp>
        <p:nvGrpSpPr>
          <p:cNvPr id="25" name="Group 90">
            <a:extLst>
              <a:ext uri="{FF2B5EF4-FFF2-40B4-BE49-F238E27FC236}">
                <a16:creationId xmlns:a16="http://schemas.microsoft.com/office/drawing/2014/main" id="{1082EF54-1934-E09E-1B62-5092B22DBC6C}"/>
              </a:ext>
            </a:extLst>
          </p:cNvPr>
          <p:cNvGrpSpPr>
            <a:grpSpLocks/>
          </p:cNvGrpSpPr>
          <p:nvPr/>
        </p:nvGrpSpPr>
        <p:grpSpPr bwMode="auto">
          <a:xfrm>
            <a:off x="4366832" y="2596485"/>
            <a:ext cx="317500" cy="376237"/>
            <a:chOff x="8088" y="15201"/>
            <a:chExt cx="340" cy="280"/>
          </a:xfrm>
        </p:grpSpPr>
        <p:sp>
          <p:nvSpPr>
            <p:cNvPr id="26" name="Line 91">
              <a:extLst>
                <a:ext uri="{FF2B5EF4-FFF2-40B4-BE49-F238E27FC236}">
                  <a16:creationId xmlns:a16="http://schemas.microsoft.com/office/drawing/2014/main" id="{DF55AE02-EAED-55A6-7965-0963C6CE74D6}"/>
                </a:ext>
              </a:extLst>
            </p:cNvPr>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7" name="Line 92">
              <a:extLst>
                <a:ext uri="{FF2B5EF4-FFF2-40B4-BE49-F238E27FC236}">
                  <a16:creationId xmlns:a16="http://schemas.microsoft.com/office/drawing/2014/main" id="{44CE75BF-394B-74F5-1418-5DC30B5210F1}"/>
                </a:ext>
              </a:extLst>
            </p:cNvPr>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8" name="Line 93">
              <a:extLst>
                <a:ext uri="{FF2B5EF4-FFF2-40B4-BE49-F238E27FC236}">
                  <a16:creationId xmlns:a16="http://schemas.microsoft.com/office/drawing/2014/main" id="{2EA86B39-FA55-DF10-E3DC-C4ACD71DDCEA}"/>
                </a:ext>
              </a:extLst>
            </p:cNvPr>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 name="Line 94">
              <a:extLst>
                <a:ext uri="{FF2B5EF4-FFF2-40B4-BE49-F238E27FC236}">
                  <a16:creationId xmlns:a16="http://schemas.microsoft.com/office/drawing/2014/main" id="{33E12BB7-DE9E-93ED-91F9-3DDD6C038C1E}"/>
                </a:ext>
              </a:extLst>
            </p:cNvPr>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30" name="Oval 95">
            <a:extLst>
              <a:ext uri="{FF2B5EF4-FFF2-40B4-BE49-F238E27FC236}">
                <a16:creationId xmlns:a16="http://schemas.microsoft.com/office/drawing/2014/main" id="{63FC4BB4-9B85-8078-FE66-85DCC6AFB392}"/>
              </a:ext>
            </a:extLst>
          </p:cNvPr>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Tree>
    <p:extLst>
      <p:ext uri="{BB962C8B-B14F-4D97-AF65-F5344CB8AC3E}">
        <p14:creationId xmlns:p14="http://schemas.microsoft.com/office/powerpoint/2010/main" val="893718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barn(outHorizontal)">
                                      <p:cBhvr>
                                        <p:cTn id="7" dur="500"/>
                                        <p:tgtEl>
                                          <p:spTgt spid="1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wipe(up)">
                                      <p:cBhvr>
                                        <p:cTn id="12" dur="500"/>
                                        <p:tgtEl>
                                          <p:spTgt spid="12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2"/>
                                        </p:tgtEl>
                                        <p:attrNameLst>
                                          <p:attrName>style.visibility</p:attrName>
                                        </p:attrNameLst>
                                      </p:cBhvr>
                                      <p:to>
                                        <p:strVal val="visible"/>
                                      </p:to>
                                    </p:set>
                                    <p:anim calcmode="lin" valueType="num">
                                      <p:cBhvr additive="base">
                                        <p:cTn id="17" dur="500"/>
                                        <p:tgtEl>
                                          <p:spTgt spid="122"/>
                                        </p:tgtEl>
                                        <p:attrNameLst>
                                          <p:attrName>ppt_y</p:attrName>
                                        </p:attrNameLst>
                                      </p:cBhvr>
                                      <p:tavLst>
                                        <p:tav tm="0">
                                          <p:val>
                                            <p:strVal val="#ppt_y+#ppt_h*1.125000"/>
                                          </p:val>
                                        </p:tav>
                                        <p:tav tm="100000">
                                          <p:val>
                                            <p:strVal val="#ppt_y"/>
                                          </p:val>
                                        </p:tav>
                                      </p:tavLst>
                                    </p:anim>
                                    <p:animEffect transition="in" filter="wipe(up)">
                                      <p:cBhvr>
                                        <p:cTn id="18" dur="500"/>
                                        <p:tgtEl>
                                          <p:spTgt spid="12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ipe(left)">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136"/>
                                        </p:tgtEl>
                                        <p:attrNameLst>
                                          <p:attrName>style.visibility</p:attrName>
                                        </p:attrNameLst>
                                      </p:cBhvr>
                                      <p:to>
                                        <p:strVal val="visible"/>
                                      </p:to>
                                    </p:set>
                                    <p:animEffect transition="in" filter="wipe(up)">
                                      <p:cBhvr>
                                        <p:cTn id="28" dur="500"/>
                                        <p:tgtEl>
                                          <p:spTgt spid="136"/>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135"/>
                                        </p:tgtEl>
                                        <p:attrNameLst>
                                          <p:attrName>style.visibility</p:attrName>
                                        </p:attrNameLst>
                                      </p:cBhvr>
                                      <p:to>
                                        <p:strVal val="visible"/>
                                      </p:to>
                                    </p:set>
                                    <p:animEffect transition="in" filter="wipe(up)">
                                      <p:cBhvr>
                                        <p:cTn id="32" dur="500"/>
                                        <p:tgtEl>
                                          <p:spTgt spid="1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7"/>
                                        </p:tgtEl>
                                        <p:attrNameLst>
                                          <p:attrName>style.visibility</p:attrName>
                                        </p:attrNameLst>
                                      </p:cBhvr>
                                      <p:to>
                                        <p:strVal val="visible"/>
                                      </p:to>
                                    </p:set>
                                    <p:animEffect transition="in" filter="wipe(left)">
                                      <p:cBhvr>
                                        <p:cTn id="37" dur="500"/>
                                        <p:tgtEl>
                                          <p:spTgt spid="137"/>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38"/>
                                        </p:tgtEl>
                                        <p:attrNameLst>
                                          <p:attrName>style.visibility</p:attrName>
                                        </p:attrNameLst>
                                      </p:cBhvr>
                                      <p:to>
                                        <p:strVal val="visible"/>
                                      </p:to>
                                    </p:set>
                                    <p:animEffect transition="in" filter="wipe(left)">
                                      <p:cBhvr>
                                        <p:cTn id="41" dur="500"/>
                                        <p:tgtEl>
                                          <p:spTgt spid="13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32"/>
                                        </p:tgtEl>
                                        <p:attrNameLst>
                                          <p:attrName>style.visibility</p:attrName>
                                        </p:attrNameLst>
                                      </p:cBhvr>
                                      <p:to>
                                        <p:strVal val="visible"/>
                                      </p:to>
                                    </p:set>
                                    <p:animEffect transition="in" filter="wipe(up)">
                                      <p:cBhvr>
                                        <p:cTn id="46" dur="500"/>
                                        <p:tgtEl>
                                          <p:spTgt spid="132"/>
                                        </p:tgtEl>
                                      </p:cBhvr>
                                    </p:animEffect>
                                  </p:childTnLst>
                                </p:cTn>
                              </p:par>
                            </p:childTnLst>
                          </p:cTn>
                        </p:par>
                      </p:childTnLst>
                    </p:cTn>
                  </p:par>
                  <p:par>
                    <p:cTn id="47" fill="hold">
                      <p:stCondLst>
                        <p:cond delay="indefinite"/>
                      </p:stCondLst>
                      <p:childTnLst>
                        <p:par>
                          <p:cTn id="48" fill="hold">
                            <p:stCondLst>
                              <p:cond delay="0"/>
                            </p:stCondLst>
                            <p:childTnLst>
                              <p:par>
                                <p:cTn id="49" presetID="23" presetClass="entr" presetSubtype="272" fill="hold" grpId="0" nodeType="clickEffect">
                                  <p:stCondLst>
                                    <p:cond delay="0"/>
                                  </p:stCondLst>
                                  <p:childTnLst>
                                    <p:set>
                                      <p:cBhvr>
                                        <p:cTn id="50" dur="1" fill="hold">
                                          <p:stCondLst>
                                            <p:cond delay="0"/>
                                          </p:stCondLst>
                                        </p:cTn>
                                        <p:tgtEl>
                                          <p:spTgt spid="121"/>
                                        </p:tgtEl>
                                        <p:attrNameLst>
                                          <p:attrName>style.visibility</p:attrName>
                                        </p:attrNameLst>
                                      </p:cBhvr>
                                      <p:to>
                                        <p:strVal val="visible"/>
                                      </p:to>
                                    </p:set>
                                    <p:anim calcmode="lin" valueType="num">
                                      <p:cBhvr>
                                        <p:cTn id="51" dur="500" fill="hold"/>
                                        <p:tgtEl>
                                          <p:spTgt spid="121"/>
                                        </p:tgtEl>
                                        <p:attrNameLst>
                                          <p:attrName>ppt_w</p:attrName>
                                        </p:attrNameLst>
                                      </p:cBhvr>
                                      <p:tavLst>
                                        <p:tav tm="0">
                                          <p:val>
                                            <p:strVal val="2/3*#ppt_w"/>
                                          </p:val>
                                        </p:tav>
                                        <p:tav tm="100000">
                                          <p:val>
                                            <p:strVal val="#ppt_w"/>
                                          </p:val>
                                        </p:tav>
                                      </p:tavLst>
                                    </p:anim>
                                    <p:anim calcmode="lin" valueType="num">
                                      <p:cBhvr>
                                        <p:cTn id="52" dur="500" fill="hold"/>
                                        <p:tgtEl>
                                          <p:spTgt spid="121"/>
                                        </p:tgtEl>
                                        <p:attrNameLst>
                                          <p:attrName>ppt_h</p:attrName>
                                        </p:attrNameLst>
                                      </p:cBhvr>
                                      <p:tavLst>
                                        <p:tav tm="0">
                                          <p:val>
                                            <p:strVal val="2/3*#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14"/>
                                        </p:tgtEl>
                                        <p:attrNameLst>
                                          <p:attrName>style.visibility</p:attrName>
                                        </p:attrNameLst>
                                      </p:cBhvr>
                                      <p:to>
                                        <p:strVal val="visible"/>
                                      </p:to>
                                    </p:set>
                                    <p:animEffect transition="in" filter="wipe(up)">
                                      <p:cBhvr>
                                        <p:cTn id="57" dur="5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P spid="132" grpId="0" animBg="1"/>
      <p:bldP spid="135" grpId="0" animBg="1"/>
      <p:bldP spid="136" grpId="0"/>
      <p:bldP spid="137" grpId="0" animBg="1"/>
      <p:bldP spid="121" grpId="0"/>
      <p:bldP spid="122" grpId="0"/>
      <p:bldP spid="1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Line 10"/>
          <p:cNvSpPr>
            <a:spLocks noChangeShapeType="1"/>
          </p:cNvSpPr>
          <p:nvPr/>
        </p:nvSpPr>
        <p:spPr bwMode="auto">
          <a:xfrm flipV="1">
            <a:off x="4522407" y="1586611"/>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68" name="Line 14"/>
          <p:cNvSpPr>
            <a:spLocks noChangeShapeType="1"/>
          </p:cNvSpPr>
          <p:nvPr/>
        </p:nvSpPr>
        <p:spPr bwMode="auto">
          <a:xfrm>
            <a:off x="2812669" y="853186"/>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69" name="Line 15"/>
          <p:cNvSpPr>
            <a:spLocks noChangeShapeType="1"/>
          </p:cNvSpPr>
          <p:nvPr/>
        </p:nvSpPr>
        <p:spPr bwMode="auto">
          <a:xfrm rot="10800000">
            <a:off x="2812669" y="1780286"/>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0" name="Line 16"/>
          <p:cNvSpPr>
            <a:spLocks noChangeShapeType="1"/>
          </p:cNvSpPr>
          <p:nvPr/>
        </p:nvSpPr>
        <p:spPr bwMode="auto">
          <a:xfrm>
            <a:off x="1555369" y="864299"/>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1" name="Line 17"/>
          <p:cNvSpPr>
            <a:spLocks noChangeShapeType="1"/>
          </p:cNvSpPr>
          <p:nvPr/>
        </p:nvSpPr>
        <p:spPr bwMode="auto">
          <a:xfrm>
            <a:off x="3860419" y="853186"/>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2" name="Line 18"/>
          <p:cNvSpPr>
            <a:spLocks noChangeShapeType="1"/>
          </p:cNvSpPr>
          <p:nvPr/>
        </p:nvSpPr>
        <p:spPr bwMode="auto">
          <a:xfrm>
            <a:off x="3849307" y="1492949"/>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3" name="Line 19"/>
          <p:cNvSpPr>
            <a:spLocks noChangeShapeType="1"/>
          </p:cNvSpPr>
          <p:nvPr/>
        </p:nvSpPr>
        <p:spPr bwMode="auto">
          <a:xfrm flipH="1">
            <a:off x="1555369" y="853186"/>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4" name="Line 20"/>
          <p:cNvSpPr>
            <a:spLocks noChangeShapeType="1"/>
          </p:cNvSpPr>
          <p:nvPr/>
        </p:nvSpPr>
        <p:spPr bwMode="auto">
          <a:xfrm flipH="1">
            <a:off x="1544257" y="1791399"/>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78" name="Oval 24"/>
          <p:cNvSpPr>
            <a:spLocks noChangeArrowheads="1"/>
          </p:cNvSpPr>
          <p:nvPr/>
        </p:nvSpPr>
        <p:spPr bwMode="auto">
          <a:xfrm>
            <a:off x="4477957" y="1488186"/>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79" name="Oval 25"/>
          <p:cNvSpPr>
            <a:spLocks noChangeArrowheads="1"/>
          </p:cNvSpPr>
          <p:nvPr/>
        </p:nvSpPr>
        <p:spPr bwMode="auto">
          <a:xfrm>
            <a:off x="3814382" y="1492949"/>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80" name="Oval 26"/>
          <p:cNvSpPr>
            <a:spLocks noChangeArrowheads="1"/>
          </p:cNvSpPr>
          <p:nvPr/>
        </p:nvSpPr>
        <p:spPr bwMode="auto">
          <a:xfrm>
            <a:off x="3814382" y="1129411"/>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81" name="Oval 27"/>
          <p:cNvSpPr>
            <a:spLocks noChangeArrowheads="1"/>
          </p:cNvSpPr>
          <p:nvPr/>
        </p:nvSpPr>
        <p:spPr bwMode="auto">
          <a:xfrm>
            <a:off x="4477957" y="1851724"/>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1282" name="Group 28"/>
          <p:cNvGrpSpPr>
            <a:grpSpLocks/>
          </p:cNvGrpSpPr>
          <p:nvPr/>
        </p:nvGrpSpPr>
        <p:grpSpPr bwMode="auto">
          <a:xfrm>
            <a:off x="2393569" y="646811"/>
            <a:ext cx="419100" cy="427038"/>
            <a:chOff x="2214" y="9158"/>
            <a:chExt cx="1080" cy="360"/>
          </a:xfrm>
        </p:grpSpPr>
        <p:grpSp>
          <p:nvGrpSpPr>
            <p:cNvPr id="11398" name="Group 29"/>
            <p:cNvGrpSpPr>
              <a:grpSpLocks/>
            </p:cNvGrpSpPr>
            <p:nvPr/>
          </p:nvGrpSpPr>
          <p:grpSpPr bwMode="auto">
            <a:xfrm>
              <a:off x="2574" y="9158"/>
              <a:ext cx="360" cy="360"/>
              <a:chOff x="2214" y="9158"/>
              <a:chExt cx="360" cy="360"/>
            </a:xfrm>
          </p:grpSpPr>
          <p:sp>
            <p:nvSpPr>
              <p:cNvPr id="11407" name="Line 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8" name="Line 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9" name="Line 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99" name="Group 33"/>
            <p:cNvGrpSpPr>
              <a:grpSpLocks/>
            </p:cNvGrpSpPr>
            <p:nvPr/>
          </p:nvGrpSpPr>
          <p:grpSpPr bwMode="auto">
            <a:xfrm>
              <a:off x="2934" y="9158"/>
              <a:ext cx="360" cy="360"/>
              <a:chOff x="2214" y="9158"/>
              <a:chExt cx="360" cy="360"/>
            </a:xfrm>
          </p:grpSpPr>
          <p:sp>
            <p:nvSpPr>
              <p:cNvPr id="11404" name="Line 3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5" name="Line 3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6" name="Line 3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400" name="Group 37"/>
            <p:cNvGrpSpPr>
              <a:grpSpLocks/>
            </p:cNvGrpSpPr>
            <p:nvPr/>
          </p:nvGrpSpPr>
          <p:grpSpPr bwMode="auto">
            <a:xfrm>
              <a:off x="2214" y="9158"/>
              <a:ext cx="360" cy="360"/>
              <a:chOff x="2214" y="9158"/>
              <a:chExt cx="360" cy="360"/>
            </a:xfrm>
          </p:grpSpPr>
          <p:sp>
            <p:nvSpPr>
              <p:cNvPr id="11401" name="Line 3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2" name="Line 3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403" name="Line 4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3" name="Group 41"/>
          <p:cNvGrpSpPr>
            <a:grpSpLocks/>
          </p:cNvGrpSpPr>
          <p:nvPr/>
        </p:nvGrpSpPr>
        <p:grpSpPr bwMode="auto">
          <a:xfrm>
            <a:off x="2393569" y="1537399"/>
            <a:ext cx="419100" cy="427037"/>
            <a:chOff x="2214" y="9158"/>
            <a:chExt cx="1080" cy="360"/>
          </a:xfrm>
        </p:grpSpPr>
        <p:grpSp>
          <p:nvGrpSpPr>
            <p:cNvPr id="11386" name="Group 42"/>
            <p:cNvGrpSpPr>
              <a:grpSpLocks/>
            </p:cNvGrpSpPr>
            <p:nvPr/>
          </p:nvGrpSpPr>
          <p:grpSpPr bwMode="auto">
            <a:xfrm>
              <a:off x="2574" y="9158"/>
              <a:ext cx="360" cy="360"/>
              <a:chOff x="2214" y="9158"/>
              <a:chExt cx="360" cy="360"/>
            </a:xfrm>
          </p:grpSpPr>
          <p:sp>
            <p:nvSpPr>
              <p:cNvPr id="11395" name="Line 4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6" name="Line 4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7" name="Line 4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87" name="Group 46"/>
            <p:cNvGrpSpPr>
              <a:grpSpLocks/>
            </p:cNvGrpSpPr>
            <p:nvPr/>
          </p:nvGrpSpPr>
          <p:grpSpPr bwMode="auto">
            <a:xfrm>
              <a:off x="2934" y="9158"/>
              <a:ext cx="360" cy="360"/>
              <a:chOff x="2214" y="9158"/>
              <a:chExt cx="360" cy="360"/>
            </a:xfrm>
          </p:grpSpPr>
          <p:sp>
            <p:nvSpPr>
              <p:cNvPr id="11392" name="Line 4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3" name="Line 4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4" name="Line 4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88" name="Group 50"/>
            <p:cNvGrpSpPr>
              <a:grpSpLocks/>
            </p:cNvGrpSpPr>
            <p:nvPr/>
          </p:nvGrpSpPr>
          <p:grpSpPr bwMode="auto">
            <a:xfrm>
              <a:off x="2214" y="9158"/>
              <a:ext cx="360" cy="360"/>
              <a:chOff x="2214" y="9158"/>
              <a:chExt cx="360" cy="360"/>
            </a:xfrm>
          </p:grpSpPr>
          <p:sp>
            <p:nvSpPr>
              <p:cNvPr id="11389" name="Line 5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0" name="Line 5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91" name="Line 5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1285" name="Group 67"/>
          <p:cNvGrpSpPr>
            <a:grpSpLocks/>
          </p:cNvGrpSpPr>
          <p:nvPr/>
        </p:nvGrpSpPr>
        <p:grpSpPr bwMode="auto">
          <a:xfrm rot="5400000">
            <a:off x="4904200" y="1530255"/>
            <a:ext cx="427038" cy="419100"/>
            <a:chOff x="2214" y="9158"/>
            <a:chExt cx="1080" cy="360"/>
          </a:xfrm>
        </p:grpSpPr>
        <p:grpSp>
          <p:nvGrpSpPr>
            <p:cNvPr id="11362" name="Group 68"/>
            <p:cNvGrpSpPr>
              <a:grpSpLocks/>
            </p:cNvGrpSpPr>
            <p:nvPr/>
          </p:nvGrpSpPr>
          <p:grpSpPr bwMode="auto">
            <a:xfrm>
              <a:off x="2574" y="9158"/>
              <a:ext cx="360" cy="360"/>
              <a:chOff x="2214" y="9158"/>
              <a:chExt cx="360" cy="360"/>
            </a:xfrm>
          </p:grpSpPr>
          <p:sp>
            <p:nvSpPr>
              <p:cNvPr id="11371" name="Line 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2" name="Line 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3" name="Line 7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63" name="Group 72"/>
            <p:cNvGrpSpPr>
              <a:grpSpLocks/>
            </p:cNvGrpSpPr>
            <p:nvPr/>
          </p:nvGrpSpPr>
          <p:grpSpPr bwMode="auto">
            <a:xfrm>
              <a:off x="2934" y="9158"/>
              <a:ext cx="360" cy="360"/>
              <a:chOff x="2214" y="9158"/>
              <a:chExt cx="360" cy="360"/>
            </a:xfrm>
          </p:grpSpPr>
          <p:sp>
            <p:nvSpPr>
              <p:cNvPr id="11368" name="Line 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9" name="Line 7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70" name="Line 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364" name="Group 76"/>
            <p:cNvGrpSpPr>
              <a:grpSpLocks/>
            </p:cNvGrpSpPr>
            <p:nvPr/>
          </p:nvGrpSpPr>
          <p:grpSpPr bwMode="auto">
            <a:xfrm>
              <a:off x="2214" y="9158"/>
              <a:ext cx="360" cy="360"/>
              <a:chOff x="2214" y="9158"/>
              <a:chExt cx="360" cy="360"/>
            </a:xfrm>
          </p:grpSpPr>
          <p:sp>
            <p:nvSpPr>
              <p:cNvPr id="11365" name="Line 7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6" name="Line 7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367" name="Line 7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11286" name="Line 80"/>
          <p:cNvSpPr>
            <a:spLocks noChangeShapeType="1"/>
          </p:cNvSpPr>
          <p:nvPr/>
        </p:nvSpPr>
        <p:spPr bwMode="auto">
          <a:xfrm>
            <a:off x="5117719" y="853186"/>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7" name="Line 81"/>
          <p:cNvSpPr>
            <a:spLocks noChangeShapeType="1"/>
          </p:cNvSpPr>
          <p:nvPr/>
        </p:nvSpPr>
        <p:spPr bwMode="auto">
          <a:xfrm>
            <a:off x="5117719" y="1956499"/>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8" name="Line 82"/>
          <p:cNvSpPr>
            <a:spLocks noChangeShapeType="1"/>
          </p:cNvSpPr>
          <p:nvPr/>
        </p:nvSpPr>
        <p:spPr bwMode="auto">
          <a:xfrm flipV="1">
            <a:off x="4506532" y="853186"/>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89" name="Line 83"/>
          <p:cNvSpPr>
            <a:spLocks noChangeShapeType="1"/>
          </p:cNvSpPr>
          <p:nvPr/>
        </p:nvSpPr>
        <p:spPr bwMode="auto">
          <a:xfrm>
            <a:off x="4519232" y="1943799"/>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90" name="Line 84"/>
          <p:cNvSpPr>
            <a:spLocks noChangeShapeType="1"/>
          </p:cNvSpPr>
          <p:nvPr/>
        </p:nvSpPr>
        <p:spPr bwMode="auto">
          <a:xfrm flipV="1">
            <a:off x="3862007" y="1242124"/>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293" name="Rectangle 87"/>
          <p:cNvSpPr>
            <a:spLocks noChangeArrowheads="1"/>
          </p:cNvSpPr>
          <p:nvPr/>
        </p:nvSpPr>
        <p:spPr bwMode="auto">
          <a:xfrm>
            <a:off x="1960182" y="1253236"/>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11294" name="Rectangle 88"/>
          <p:cNvSpPr>
            <a:spLocks noChangeArrowheads="1"/>
          </p:cNvSpPr>
          <p:nvPr/>
        </p:nvSpPr>
        <p:spPr bwMode="auto">
          <a:xfrm>
            <a:off x="1957007" y="346774"/>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11295" name="Rectangle 89"/>
          <p:cNvSpPr>
            <a:spLocks noChangeArrowheads="1"/>
          </p:cNvSpPr>
          <p:nvPr/>
        </p:nvSpPr>
        <p:spPr bwMode="auto">
          <a:xfrm>
            <a:off x="4644962" y="1022156"/>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sp>
        <p:nvSpPr>
          <p:cNvPr id="11298" name="Oval 96"/>
          <p:cNvSpPr>
            <a:spLocks noChangeArrowheads="1"/>
          </p:cNvSpPr>
          <p:nvPr/>
        </p:nvSpPr>
        <p:spPr bwMode="auto">
          <a:xfrm>
            <a:off x="1506157" y="1742186"/>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1299" name="Rectangle 97"/>
          <p:cNvSpPr>
            <a:spLocks noChangeArrowheads="1"/>
          </p:cNvSpPr>
          <p:nvPr/>
        </p:nvSpPr>
        <p:spPr bwMode="auto">
          <a:xfrm>
            <a:off x="1152144" y="1491361"/>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25745" name="Text Box 145"/>
          <p:cNvSpPr txBox="1">
            <a:spLocks noChangeArrowheads="1"/>
          </p:cNvSpPr>
          <p:nvPr/>
        </p:nvSpPr>
        <p:spPr bwMode="auto">
          <a:xfrm>
            <a:off x="3546094" y="1102424"/>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25746" name="Text Box 146"/>
          <p:cNvSpPr txBox="1">
            <a:spLocks noChangeArrowheads="1"/>
          </p:cNvSpPr>
          <p:nvPr/>
        </p:nvSpPr>
        <p:spPr bwMode="auto">
          <a:xfrm>
            <a:off x="4195382" y="1458024"/>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141" name="Text Box 121"/>
          <p:cNvSpPr txBox="1">
            <a:spLocks noChangeArrowheads="1"/>
          </p:cNvSpPr>
          <p:nvPr/>
        </p:nvSpPr>
        <p:spPr bwMode="auto">
          <a:xfrm>
            <a:off x="6131790" y="4270196"/>
            <a:ext cx="129565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V</a:t>
            </a:r>
            <a:r>
              <a:rPr lang="es-ES" sz="2400" baseline="-25000" dirty="0">
                <a:solidFill>
                  <a:srgbClr val="000000"/>
                </a:solidFill>
                <a:latin typeface="Arial" panose="020B0604020202020204" pitchFamily="34" charset="0"/>
                <a:sym typeface="Symbol" panose="05050102010706020507" pitchFamily="18" charset="2"/>
              </a:rPr>
              <a:t>2</a:t>
            </a:r>
            <a:r>
              <a:rPr lang="es-ES" sz="2400" dirty="0">
                <a:solidFill>
                  <a:srgbClr val="000000"/>
                </a:solidFill>
                <a:latin typeface="Arial" panose="020B0604020202020204" pitchFamily="34" charset="0"/>
                <a:sym typeface="Symbol" panose="05050102010706020507" pitchFamily="18" charset="2"/>
              </a:rPr>
              <a:t>’ = V</a:t>
            </a:r>
            <a:r>
              <a:rPr lang="es-ES" sz="2400" baseline="-25000" dirty="0">
                <a:solidFill>
                  <a:srgbClr val="000000"/>
                </a:solidFill>
                <a:latin typeface="Arial" panose="020B0604020202020204" pitchFamily="34" charset="0"/>
                <a:sym typeface="Symbol" panose="05050102010706020507" pitchFamily="18" charset="2"/>
              </a:rPr>
              <a:t>3</a:t>
            </a:r>
            <a:r>
              <a:rPr lang="es-ES" sz="2400" dirty="0">
                <a:solidFill>
                  <a:srgbClr val="000000"/>
                </a:solidFill>
                <a:latin typeface="Arial" panose="020B0604020202020204" pitchFamily="34" charset="0"/>
                <a:sym typeface="Symbol" panose="05050102010706020507" pitchFamily="18" charset="2"/>
              </a:rPr>
              <a:t>’</a:t>
            </a:r>
            <a:endParaRPr lang="es-ES" sz="2400" dirty="0">
              <a:solidFill>
                <a:srgbClr val="FF0000"/>
              </a:solidFill>
              <a:latin typeface="Arial" panose="020B0604020202020204" pitchFamily="34" charset="0"/>
              <a:sym typeface="Symbol" panose="05050102010706020507" pitchFamily="18" charset="2"/>
            </a:endParaRPr>
          </a:p>
        </p:txBody>
      </p:sp>
      <p:sp>
        <p:nvSpPr>
          <p:cNvPr id="143" name="Text Box 131"/>
          <p:cNvSpPr txBox="1">
            <a:spLocks noChangeArrowheads="1"/>
          </p:cNvSpPr>
          <p:nvPr/>
        </p:nvSpPr>
        <p:spPr bwMode="auto">
          <a:xfrm>
            <a:off x="6152147" y="5036449"/>
            <a:ext cx="115298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Comic Sans MS" panose="030F0702030302020204" pitchFamily="66" charset="0"/>
              </a:rPr>
              <a:t>I</a:t>
            </a:r>
            <a:r>
              <a:rPr lang="es-ES" sz="2400" baseline="-25000" dirty="0">
                <a:latin typeface="Arial" panose="020B0604020202020204" pitchFamily="34" charset="0"/>
              </a:rPr>
              <a:t>3</a:t>
            </a:r>
            <a:r>
              <a:rPr lang="es-ES" sz="2400" dirty="0">
                <a:latin typeface="Arial" panose="020B0604020202020204" pitchFamily="34" charset="0"/>
              </a:rPr>
              <a:t>’ = </a:t>
            </a:r>
            <a:r>
              <a:rPr lang="es-ES" sz="2400" dirty="0">
                <a:latin typeface="Comic Sans MS" panose="030F0702030302020204" pitchFamily="66" charset="0"/>
                <a:sym typeface="Symbol" panose="05050102010706020507" pitchFamily="18" charset="2"/>
              </a:rPr>
              <a:t>I</a:t>
            </a:r>
            <a:r>
              <a:rPr lang="es-ES" sz="2400" baseline="-25000" dirty="0">
                <a:latin typeface="Arial" panose="020B0604020202020204" pitchFamily="34" charset="0"/>
                <a:sym typeface="Symbol" panose="05050102010706020507" pitchFamily="18" charset="2"/>
              </a:rPr>
              <a:t>3</a:t>
            </a:r>
            <a:endParaRPr lang="es-ES" sz="2400" dirty="0">
              <a:solidFill>
                <a:srgbClr val="FF0000"/>
              </a:solidFill>
              <a:latin typeface="Arial" panose="020B0604020202020204" pitchFamily="34" charset="0"/>
              <a:sym typeface="Symbol" panose="05050102010706020507" pitchFamily="18" charset="2"/>
            </a:endParaRPr>
          </a:p>
        </p:txBody>
      </p:sp>
      <p:sp>
        <p:nvSpPr>
          <p:cNvPr id="144" name="Text Box 132"/>
          <p:cNvSpPr txBox="1">
            <a:spLocks noChangeArrowheads="1"/>
          </p:cNvSpPr>
          <p:nvPr/>
        </p:nvSpPr>
        <p:spPr bwMode="auto">
          <a:xfrm>
            <a:off x="6631572" y="5604774"/>
            <a:ext cx="285432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lnSpc>
                <a:spcPct val="60000"/>
              </a:lnSpc>
              <a:spcBef>
                <a:spcPct val="50000"/>
              </a:spcBef>
              <a:buFontTx/>
              <a:buNone/>
            </a:pPr>
            <a:r>
              <a:rPr lang="es-ES" sz="2400" dirty="0">
                <a:solidFill>
                  <a:srgbClr val="FF0000"/>
                </a:solidFill>
                <a:latin typeface="Arial" panose="020B0604020202020204" pitchFamily="34" charset="0"/>
              </a:rPr>
              <a:t>(dato del problema)</a:t>
            </a:r>
          </a:p>
        </p:txBody>
      </p:sp>
      <p:sp>
        <p:nvSpPr>
          <p:cNvPr id="145" name="Text Box 122"/>
          <p:cNvSpPr txBox="1">
            <a:spLocks noChangeArrowheads="1"/>
          </p:cNvSpPr>
          <p:nvPr/>
        </p:nvSpPr>
        <p:spPr bwMode="auto">
          <a:xfrm>
            <a:off x="6131790" y="6184754"/>
            <a:ext cx="2035142" cy="587441"/>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V</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1,5</a:t>
            </a:r>
            <a:r>
              <a:rPr lang="es-ES" sz="2400" baseline="-25000">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sym typeface="Symbol" panose="05050102010706020507" pitchFamily="18" charset="2"/>
              </a:rPr>
              <a:t>/</a:t>
            </a:r>
            <a:r>
              <a:rPr lang="es-ES" sz="2400" baseline="-25000">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sym typeface="Symbol" panose="05050102010706020507" pitchFamily="18" charset="2"/>
              </a:rPr>
              <a:t>7 V</a:t>
            </a:r>
            <a:endParaRPr lang="es-ES" sz="2400" baseline="-25000">
              <a:solidFill>
                <a:srgbClr val="FF0000"/>
              </a:solidFill>
              <a:latin typeface="Arial" panose="020B0604020202020204" pitchFamily="34" charset="0"/>
              <a:sym typeface="Symbol" panose="05050102010706020507" pitchFamily="18" charset="2"/>
            </a:endParaRPr>
          </a:p>
        </p:txBody>
      </p:sp>
      <p:sp>
        <p:nvSpPr>
          <p:cNvPr id="117" name="Text Box 102">
            <a:extLst>
              <a:ext uri="{FF2B5EF4-FFF2-40B4-BE49-F238E27FC236}">
                <a16:creationId xmlns:a16="http://schemas.microsoft.com/office/drawing/2014/main" id="{55827837-5165-452F-B051-8989ED1B5713}"/>
              </a:ext>
            </a:extLst>
          </p:cNvPr>
          <p:cNvSpPr txBox="1">
            <a:spLocks noChangeArrowheads="1"/>
          </p:cNvSpPr>
          <p:nvPr/>
        </p:nvSpPr>
        <p:spPr bwMode="auto">
          <a:xfrm>
            <a:off x="5773734" y="495300"/>
            <a:ext cx="3280363"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Cerrados</a:t>
            </a:r>
          </a:p>
        </p:txBody>
      </p:sp>
      <p:sp>
        <p:nvSpPr>
          <p:cNvPr id="118" name="Text Box 112">
            <a:extLst>
              <a:ext uri="{FF2B5EF4-FFF2-40B4-BE49-F238E27FC236}">
                <a16:creationId xmlns:a16="http://schemas.microsoft.com/office/drawing/2014/main" id="{32BAA6F3-0FD4-4F8C-9E73-62363EEBED8C}"/>
              </a:ext>
            </a:extLst>
          </p:cNvPr>
          <p:cNvSpPr txBox="1">
            <a:spLocks noChangeArrowheads="1"/>
          </p:cNvSpPr>
          <p:nvPr/>
        </p:nvSpPr>
        <p:spPr bwMode="auto">
          <a:xfrm>
            <a:off x="6790562" y="1508139"/>
            <a:ext cx="1903383"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a:t>
            </a:r>
            <a:r>
              <a:rPr lang="es-ES" sz="2400">
                <a:solidFill>
                  <a:srgbClr val="000000"/>
                </a:solidFill>
                <a:latin typeface="Comic Sans MS" panose="030F0702030302020204" pitchFamily="66" charset="0"/>
              </a:rPr>
              <a:t>I'</a:t>
            </a:r>
            <a:r>
              <a:rPr lang="es-ES" sz="2400" baseline="-25000">
                <a:solidFill>
                  <a:srgbClr val="000000"/>
                </a:solidFill>
                <a:latin typeface="Arial" panose="020B0604020202020204" pitchFamily="34" charset="0"/>
              </a:rPr>
              <a:t>2</a:t>
            </a:r>
            <a:endParaRPr lang="es-ES" sz="2800">
              <a:solidFill>
                <a:srgbClr val="000000"/>
              </a:solidFill>
              <a:latin typeface="Arial" panose="020B0604020202020204" pitchFamily="34" charset="0"/>
            </a:endParaRPr>
          </a:p>
        </p:txBody>
      </p:sp>
      <p:sp>
        <p:nvSpPr>
          <p:cNvPr id="119" name="CuadroTexto 118">
            <a:extLst>
              <a:ext uri="{FF2B5EF4-FFF2-40B4-BE49-F238E27FC236}">
                <a16:creationId xmlns:a16="http://schemas.microsoft.com/office/drawing/2014/main" id="{CD906B12-653F-4F13-8AE7-1E8815C20DD8}"/>
              </a:ext>
            </a:extLst>
          </p:cNvPr>
          <p:cNvSpPr txBox="1">
            <a:spLocks noChangeArrowheads="1"/>
          </p:cNvSpPr>
          <p:nvPr/>
        </p:nvSpPr>
        <p:spPr bwMode="auto">
          <a:xfrm>
            <a:off x="8725392" y="1537339"/>
            <a:ext cx="922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¿V'</a:t>
            </a:r>
            <a:r>
              <a:rPr lang="es-ES" sz="2400" baseline="-25000" dirty="0">
                <a:solidFill>
                  <a:srgbClr val="FF0000"/>
                </a:solidFill>
              </a:rPr>
              <a:t>2</a:t>
            </a:r>
            <a:r>
              <a:rPr lang="es-ES" sz="2400" dirty="0">
                <a:solidFill>
                  <a:srgbClr val="FF0000"/>
                </a:solidFill>
              </a:rPr>
              <a:t>?</a:t>
            </a:r>
          </a:p>
        </p:txBody>
      </p:sp>
      <p:sp>
        <p:nvSpPr>
          <p:cNvPr id="120" name="CuadroTexto 119">
            <a:extLst>
              <a:ext uri="{FF2B5EF4-FFF2-40B4-BE49-F238E27FC236}">
                <a16:creationId xmlns:a16="http://schemas.microsoft.com/office/drawing/2014/main" id="{41F730EC-58C0-43BA-8D8A-31936026D220}"/>
              </a:ext>
            </a:extLst>
          </p:cNvPr>
          <p:cNvSpPr txBox="1">
            <a:spLocks noChangeArrowheads="1"/>
          </p:cNvSpPr>
          <p:nvPr/>
        </p:nvSpPr>
        <p:spPr bwMode="auto">
          <a:xfrm>
            <a:off x="9493400" y="1554820"/>
            <a:ext cx="9460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a:t>
            </a:r>
            <a:r>
              <a:rPr lang="es-ES" sz="2400" dirty="0">
                <a:solidFill>
                  <a:srgbClr val="FF0000"/>
                </a:solidFill>
                <a:latin typeface="Comic Sans MS" panose="030F0702030302020204" pitchFamily="66" charset="0"/>
              </a:rPr>
              <a:t>I'</a:t>
            </a:r>
            <a:r>
              <a:rPr lang="es-ES" sz="2400" baseline="-25000" dirty="0">
                <a:solidFill>
                  <a:srgbClr val="FF0000"/>
                </a:solidFill>
              </a:rPr>
              <a:t>2</a:t>
            </a:r>
            <a:r>
              <a:rPr lang="es-ES" sz="2400" dirty="0">
                <a:solidFill>
                  <a:srgbClr val="FF0000"/>
                </a:solidFill>
              </a:rPr>
              <a:t>?</a:t>
            </a:r>
          </a:p>
        </p:txBody>
      </p:sp>
      <p:sp>
        <p:nvSpPr>
          <p:cNvPr id="121" name="Text Box 5">
            <a:extLst>
              <a:ext uri="{FF2B5EF4-FFF2-40B4-BE49-F238E27FC236}">
                <a16:creationId xmlns:a16="http://schemas.microsoft.com/office/drawing/2014/main" id="{2F069D30-6BEC-4362-ABAB-A878E449AF00}"/>
              </a:ext>
            </a:extLst>
          </p:cNvPr>
          <p:cNvSpPr txBox="1">
            <a:spLocks noChangeArrowheads="1"/>
          </p:cNvSpPr>
          <p:nvPr/>
        </p:nvSpPr>
        <p:spPr bwMode="auto">
          <a:xfrm>
            <a:off x="5771454" y="1503754"/>
            <a:ext cx="929843" cy="551090"/>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8000" tIns="72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400" b="1">
                <a:latin typeface="Arial" panose="020B0604020202020204" pitchFamily="34" charset="0"/>
              </a:rPr>
              <a:t>¿R</a:t>
            </a:r>
            <a:r>
              <a:rPr lang="es-ES" sz="2400" b="1" baseline="-25000">
                <a:latin typeface="Arial" panose="020B0604020202020204" pitchFamily="34" charset="0"/>
              </a:rPr>
              <a:t>2</a:t>
            </a:r>
            <a:r>
              <a:rPr lang="es-ES" sz="2400" b="1">
                <a:latin typeface="Arial" panose="020B0604020202020204" pitchFamily="34" charset="0"/>
              </a:rPr>
              <a:t>?</a:t>
            </a:r>
          </a:p>
        </p:txBody>
      </p:sp>
      <p:sp>
        <p:nvSpPr>
          <p:cNvPr id="124" name="Text Box 121">
            <a:extLst>
              <a:ext uri="{FF2B5EF4-FFF2-40B4-BE49-F238E27FC236}">
                <a16:creationId xmlns:a16="http://schemas.microsoft.com/office/drawing/2014/main" id="{2BBA8457-4C68-4FE9-8028-4C734D4D423B}"/>
              </a:ext>
            </a:extLst>
          </p:cNvPr>
          <p:cNvSpPr txBox="1">
            <a:spLocks noChangeArrowheads="1"/>
          </p:cNvSpPr>
          <p:nvPr/>
        </p:nvSpPr>
        <p:spPr bwMode="auto">
          <a:xfrm>
            <a:off x="7347864" y="4298550"/>
            <a:ext cx="1218901"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R</a:t>
            </a:r>
            <a:r>
              <a:rPr lang="es-ES" sz="2400" baseline="-25000" dirty="0">
                <a:solidFill>
                  <a:srgbClr val="000000"/>
                </a:solidFill>
                <a:latin typeface="Arial" panose="020B0604020202020204" pitchFamily="34" charset="0"/>
                <a:sym typeface="Symbol" panose="05050102010706020507" pitchFamily="18" charset="2"/>
              </a:rPr>
              <a:t>3</a:t>
            </a: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Comic Sans MS" panose="030F0702030302020204" pitchFamily="66" charset="0"/>
                <a:sym typeface="Symbol" panose="05050102010706020507" pitchFamily="18" charset="2"/>
              </a:rPr>
              <a:t>I</a:t>
            </a:r>
            <a:r>
              <a:rPr lang="es-ES" sz="2400" baseline="-25000" dirty="0">
                <a:solidFill>
                  <a:srgbClr val="000000"/>
                </a:solidFill>
                <a:latin typeface="Arial" panose="020B0604020202020204" pitchFamily="34" charset="0"/>
                <a:sym typeface="Symbol" panose="05050102010706020507" pitchFamily="18" charset="2"/>
              </a:rPr>
              <a:t>3</a:t>
            </a:r>
            <a:r>
              <a:rPr lang="es-ES" sz="2400" dirty="0">
                <a:solidFill>
                  <a:srgbClr val="000000"/>
                </a:solidFill>
                <a:latin typeface="Arial" panose="020B0604020202020204" pitchFamily="34" charset="0"/>
                <a:sym typeface="Symbol" panose="05050102010706020507" pitchFamily="18" charset="2"/>
              </a:rPr>
              <a:t>’</a:t>
            </a:r>
            <a:endParaRPr lang="es-ES" sz="2400" dirty="0">
              <a:solidFill>
                <a:srgbClr val="FF0000"/>
              </a:solidFill>
              <a:latin typeface="Arial" panose="020B0604020202020204" pitchFamily="34" charset="0"/>
              <a:sym typeface="Symbol" panose="05050102010706020507" pitchFamily="18" charset="2"/>
            </a:endParaRPr>
          </a:p>
        </p:txBody>
      </p:sp>
      <p:sp>
        <p:nvSpPr>
          <p:cNvPr id="125" name="Rectangle 4">
            <a:extLst>
              <a:ext uri="{FF2B5EF4-FFF2-40B4-BE49-F238E27FC236}">
                <a16:creationId xmlns:a16="http://schemas.microsoft.com/office/drawing/2014/main" id="{152DECD5-3248-4C80-8B22-2DE4E0D81945}"/>
              </a:ext>
            </a:extLst>
          </p:cNvPr>
          <p:cNvSpPr>
            <a:spLocks noChangeArrowheads="1"/>
          </p:cNvSpPr>
          <p:nvPr/>
        </p:nvSpPr>
        <p:spPr bwMode="auto">
          <a:xfrm>
            <a:off x="1721549" y="3825240"/>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1</a:t>
            </a:r>
            <a:r>
              <a:rPr lang="es-ES" sz="2400">
                <a:solidFill>
                  <a:srgbClr val="3333FF"/>
                </a:solidFill>
                <a:latin typeface="Arial" panose="020B0604020202020204" pitchFamily="34" charset="0"/>
                <a:sym typeface="Symbol" panose="05050102010706020507" pitchFamily="18" charset="2"/>
              </a:rPr>
              <a:t> = 300 </a:t>
            </a:r>
          </a:p>
        </p:txBody>
      </p:sp>
      <p:sp>
        <p:nvSpPr>
          <p:cNvPr id="126" name="Rectangle 5">
            <a:extLst>
              <a:ext uri="{FF2B5EF4-FFF2-40B4-BE49-F238E27FC236}">
                <a16:creationId xmlns:a16="http://schemas.microsoft.com/office/drawing/2014/main" id="{75627D91-FCB0-4C1D-95B5-BC18E8DB6D89}"/>
              </a:ext>
            </a:extLst>
          </p:cNvPr>
          <p:cNvSpPr>
            <a:spLocks noChangeArrowheads="1"/>
          </p:cNvSpPr>
          <p:nvPr/>
        </p:nvSpPr>
        <p:spPr bwMode="auto">
          <a:xfrm>
            <a:off x="1721549" y="3284347"/>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3</a:t>
            </a:r>
            <a:r>
              <a:rPr lang="es-ES" sz="2400">
                <a:solidFill>
                  <a:srgbClr val="3333FF"/>
                </a:solidFill>
                <a:latin typeface="Arial" panose="020B0604020202020204" pitchFamily="34" charset="0"/>
                <a:sym typeface="Symbol" panose="05050102010706020507" pitchFamily="18" charset="2"/>
              </a:rPr>
              <a:t> = 100 </a:t>
            </a:r>
          </a:p>
        </p:txBody>
      </p:sp>
      <p:sp>
        <p:nvSpPr>
          <p:cNvPr id="127" name="Rectangle 6">
            <a:extLst>
              <a:ext uri="{FF2B5EF4-FFF2-40B4-BE49-F238E27FC236}">
                <a16:creationId xmlns:a16="http://schemas.microsoft.com/office/drawing/2014/main" id="{287FAE00-751E-4B51-A337-AB999564D0F0}"/>
              </a:ext>
            </a:extLst>
          </p:cNvPr>
          <p:cNvSpPr>
            <a:spLocks noChangeArrowheads="1"/>
          </p:cNvSpPr>
          <p:nvPr/>
        </p:nvSpPr>
        <p:spPr bwMode="auto">
          <a:xfrm>
            <a:off x="3560763" y="3841115"/>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4</a:t>
            </a:r>
            <a:r>
              <a:rPr lang="es-ES" sz="2400">
                <a:solidFill>
                  <a:srgbClr val="3333FF"/>
                </a:solidFill>
                <a:latin typeface="Arial" panose="020B0604020202020204" pitchFamily="34" charset="0"/>
                <a:sym typeface="Symbol" panose="05050102010706020507" pitchFamily="18" charset="2"/>
              </a:rPr>
              <a:t> = 300 </a:t>
            </a:r>
          </a:p>
        </p:txBody>
      </p:sp>
      <p:sp>
        <p:nvSpPr>
          <p:cNvPr id="128" name="Rectangle 7">
            <a:extLst>
              <a:ext uri="{FF2B5EF4-FFF2-40B4-BE49-F238E27FC236}">
                <a16:creationId xmlns:a16="http://schemas.microsoft.com/office/drawing/2014/main" id="{3AC9681D-644A-4F59-B3D9-183A82B55EFE}"/>
              </a:ext>
            </a:extLst>
          </p:cNvPr>
          <p:cNvSpPr>
            <a:spLocks noChangeArrowheads="1"/>
          </p:cNvSpPr>
          <p:nvPr/>
        </p:nvSpPr>
        <p:spPr bwMode="auto">
          <a:xfrm>
            <a:off x="3718814" y="3185922"/>
            <a:ext cx="1428894"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a:solidFill>
                  <a:srgbClr val="3333FF"/>
                </a:solidFill>
                <a:latin typeface="Arial" panose="020B0604020202020204" pitchFamily="34" charset="0"/>
                <a:sym typeface="Symbol" panose="05050102010706020507" pitchFamily="18" charset="2"/>
              </a:rPr>
              <a:t></a:t>
            </a:r>
            <a:r>
              <a:rPr lang="es-ES" sz="2400">
                <a:solidFill>
                  <a:srgbClr val="3333FF"/>
                </a:solidFill>
                <a:latin typeface="Arial" panose="020B0604020202020204" pitchFamily="34" charset="0"/>
                <a:sym typeface="Symbol" panose="05050102010706020507" pitchFamily="18" charset="2"/>
              </a:rPr>
              <a:t> = 1,5 V</a:t>
            </a:r>
          </a:p>
        </p:txBody>
      </p:sp>
      <p:sp>
        <p:nvSpPr>
          <p:cNvPr id="129" name="Text Box 112">
            <a:extLst>
              <a:ext uri="{FF2B5EF4-FFF2-40B4-BE49-F238E27FC236}">
                <a16:creationId xmlns:a16="http://schemas.microsoft.com/office/drawing/2014/main" id="{792403BA-230F-441E-98B9-DFBD90D7B25E}"/>
              </a:ext>
            </a:extLst>
          </p:cNvPr>
          <p:cNvSpPr txBox="1">
            <a:spLocks noChangeArrowheads="1"/>
          </p:cNvSpPr>
          <p:nvPr/>
        </p:nvSpPr>
        <p:spPr bwMode="auto">
          <a:xfrm>
            <a:off x="1826796" y="5435297"/>
            <a:ext cx="1418759"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V / </a:t>
            </a:r>
            <a:r>
              <a:rPr lang="es-ES" sz="2400" dirty="0">
                <a:solidFill>
                  <a:srgbClr val="000000"/>
                </a:solidFill>
                <a:latin typeface="Comic Sans MS" panose="030F0702030302020204" pitchFamily="66" charset="0"/>
              </a:rPr>
              <a:t>I</a:t>
            </a:r>
            <a:endParaRPr lang="es-ES" sz="2800" dirty="0">
              <a:solidFill>
                <a:srgbClr val="000000"/>
              </a:solidFill>
              <a:latin typeface="Arial" panose="020B0604020202020204" pitchFamily="34" charset="0"/>
            </a:endParaRPr>
          </a:p>
        </p:txBody>
      </p:sp>
      <p:sp>
        <p:nvSpPr>
          <p:cNvPr id="131" name="Text Box 112">
            <a:extLst>
              <a:ext uri="{FF2B5EF4-FFF2-40B4-BE49-F238E27FC236}">
                <a16:creationId xmlns:a16="http://schemas.microsoft.com/office/drawing/2014/main" id="{9408D66E-A1FF-42BC-95B7-E21E09B2BA15}"/>
              </a:ext>
            </a:extLst>
          </p:cNvPr>
          <p:cNvSpPr txBox="1">
            <a:spLocks noChangeArrowheads="1"/>
          </p:cNvSpPr>
          <p:nvPr/>
        </p:nvSpPr>
        <p:spPr bwMode="auto">
          <a:xfrm>
            <a:off x="1817814" y="4794523"/>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 = R </a:t>
            </a:r>
            <a:r>
              <a:rPr lang="es-ES" sz="2400">
                <a:solidFill>
                  <a:srgbClr val="000000"/>
                </a:solidFill>
                <a:latin typeface="Comic Sans MS" panose="030F0702030302020204" pitchFamily="66" charset="0"/>
              </a:rPr>
              <a:t>I</a:t>
            </a:r>
            <a:endParaRPr lang="es-ES" sz="2800">
              <a:solidFill>
                <a:srgbClr val="000000"/>
              </a:solidFill>
              <a:latin typeface="Arial" panose="020B0604020202020204" pitchFamily="34" charset="0"/>
            </a:endParaRPr>
          </a:p>
        </p:txBody>
      </p:sp>
      <p:sp>
        <p:nvSpPr>
          <p:cNvPr id="132" name="Text Box 112">
            <a:extLst>
              <a:ext uri="{FF2B5EF4-FFF2-40B4-BE49-F238E27FC236}">
                <a16:creationId xmlns:a16="http://schemas.microsoft.com/office/drawing/2014/main" id="{37EFB8D4-49C7-4B80-9018-107FAFD274C0}"/>
              </a:ext>
            </a:extLst>
          </p:cNvPr>
          <p:cNvSpPr txBox="1">
            <a:spLocks noChangeArrowheads="1"/>
          </p:cNvSpPr>
          <p:nvPr/>
        </p:nvSpPr>
        <p:spPr bwMode="auto">
          <a:xfrm>
            <a:off x="1817815" y="6081473"/>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a:solidFill>
                  <a:srgbClr val="000000"/>
                </a:solidFill>
                <a:latin typeface="Comic Sans MS" panose="030F0702030302020204" pitchFamily="66" charset="0"/>
              </a:rPr>
              <a:t>I </a:t>
            </a:r>
            <a:r>
              <a:rPr lang="es-ES" sz="2400">
                <a:solidFill>
                  <a:srgbClr val="000000"/>
                </a:solidFill>
                <a:latin typeface="Arial" panose="020B0604020202020204" pitchFamily="34" charset="0"/>
              </a:rPr>
              <a:t>= V / R</a:t>
            </a:r>
            <a:endParaRPr lang="es-ES" sz="2800">
              <a:solidFill>
                <a:srgbClr val="000000"/>
              </a:solidFill>
              <a:latin typeface="Arial" panose="020B0604020202020204" pitchFamily="34" charset="0"/>
            </a:endParaRPr>
          </a:p>
        </p:txBody>
      </p:sp>
      <p:sp>
        <p:nvSpPr>
          <p:cNvPr id="133" name="Text Box 131">
            <a:extLst>
              <a:ext uri="{FF2B5EF4-FFF2-40B4-BE49-F238E27FC236}">
                <a16:creationId xmlns:a16="http://schemas.microsoft.com/office/drawing/2014/main" id="{419E296C-DF89-4609-80BB-632C3B714438}"/>
              </a:ext>
            </a:extLst>
          </p:cNvPr>
          <p:cNvSpPr txBox="1">
            <a:spLocks noChangeArrowheads="1"/>
          </p:cNvSpPr>
          <p:nvPr/>
        </p:nvSpPr>
        <p:spPr bwMode="auto">
          <a:xfrm>
            <a:off x="7230630" y="5042675"/>
            <a:ext cx="191684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1,5 / 700 A</a:t>
            </a:r>
            <a:endParaRPr lang="es-ES" sz="2400" dirty="0">
              <a:solidFill>
                <a:srgbClr val="FF0000"/>
              </a:solidFill>
              <a:latin typeface="Arial" panose="020B0604020202020204" pitchFamily="34" charset="0"/>
              <a:sym typeface="Symbol" panose="05050102010706020507" pitchFamily="18" charset="2"/>
            </a:endParaRPr>
          </a:p>
        </p:txBody>
      </p:sp>
      <p:sp>
        <p:nvSpPr>
          <p:cNvPr id="123" name="CuadroTexto 122">
            <a:extLst>
              <a:ext uri="{FF2B5EF4-FFF2-40B4-BE49-F238E27FC236}">
                <a16:creationId xmlns:a16="http://schemas.microsoft.com/office/drawing/2014/main" id="{D2DCAC3B-9064-4377-A7BD-110CBDFD1367}"/>
              </a:ext>
            </a:extLst>
          </p:cNvPr>
          <p:cNvSpPr txBox="1">
            <a:spLocks noChangeArrowheads="1"/>
          </p:cNvSpPr>
          <p:nvPr/>
        </p:nvSpPr>
        <p:spPr bwMode="auto">
          <a:xfrm>
            <a:off x="5946771" y="2275401"/>
            <a:ext cx="92204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¿V'</a:t>
            </a:r>
            <a:r>
              <a:rPr lang="es-ES" sz="2400" baseline="-25000" dirty="0">
                <a:solidFill>
                  <a:srgbClr val="FF0000"/>
                </a:solidFill>
              </a:rPr>
              <a:t>2</a:t>
            </a:r>
            <a:r>
              <a:rPr lang="es-ES" sz="2400" dirty="0">
                <a:solidFill>
                  <a:srgbClr val="FF0000"/>
                </a:solidFill>
              </a:rPr>
              <a:t>?</a:t>
            </a:r>
          </a:p>
        </p:txBody>
      </p:sp>
      <p:sp>
        <p:nvSpPr>
          <p:cNvPr id="28" name="Line 23">
            <a:extLst>
              <a:ext uri="{FF2B5EF4-FFF2-40B4-BE49-F238E27FC236}">
                <a16:creationId xmlns:a16="http://schemas.microsoft.com/office/drawing/2014/main" id="{A68EC2E7-6806-7A9A-CF75-D01E888BD7D0}"/>
              </a:ext>
            </a:extLst>
          </p:cNvPr>
          <p:cNvSpPr>
            <a:spLocks noChangeShapeType="1"/>
          </p:cNvSpPr>
          <p:nvPr/>
        </p:nvSpPr>
        <p:spPr bwMode="auto">
          <a:xfrm flipH="1">
            <a:off x="3936619" y="2601024"/>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29" name="Group 11">
            <a:extLst>
              <a:ext uri="{FF2B5EF4-FFF2-40B4-BE49-F238E27FC236}">
                <a16:creationId xmlns:a16="http://schemas.microsoft.com/office/drawing/2014/main" id="{792730BA-DD4B-C443-0817-C35F6D7C3B77}"/>
              </a:ext>
            </a:extLst>
          </p:cNvPr>
          <p:cNvGrpSpPr>
            <a:grpSpLocks/>
          </p:cNvGrpSpPr>
          <p:nvPr/>
        </p:nvGrpSpPr>
        <p:grpSpPr bwMode="auto">
          <a:xfrm>
            <a:off x="3860419" y="2366074"/>
            <a:ext cx="73025" cy="427037"/>
            <a:chOff x="5153" y="6274"/>
            <a:chExt cx="63" cy="360"/>
          </a:xfrm>
        </p:grpSpPr>
        <p:sp>
          <p:nvSpPr>
            <p:cNvPr id="30" name="Line 12">
              <a:extLst>
                <a:ext uri="{FF2B5EF4-FFF2-40B4-BE49-F238E27FC236}">
                  <a16:creationId xmlns:a16="http://schemas.microsoft.com/office/drawing/2014/main" id="{B59372A4-F151-2316-D409-9E71859A48FF}"/>
                </a:ext>
              </a:extLst>
            </p:cNvPr>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1" name="Line 13">
              <a:extLst>
                <a:ext uri="{FF2B5EF4-FFF2-40B4-BE49-F238E27FC236}">
                  <a16:creationId xmlns:a16="http://schemas.microsoft.com/office/drawing/2014/main" id="{9CB04962-A7B9-6F47-6A13-C6E130FD2752}"/>
                </a:ext>
              </a:extLst>
            </p:cNvPr>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32" name="Line 21">
            <a:extLst>
              <a:ext uri="{FF2B5EF4-FFF2-40B4-BE49-F238E27FC236}">
                <a16:creationId xmlns:a16="http://schemas.microsoft.com/office/drawing/2014/main" id="{1DB6883C-E4BC-176F-C257-AA34E8E21ECE}"/>
              </a:ext>
            </a:extLst>
          </p:cNvPr>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3" name="Line 22">
            <a:extLst>
              <a:ext uri="{FF2B5EF4-FFF2-40B4-BE49-F238E27FC236}">
                <a16:creationId xmlns:a16="http://schemas.microsoft.com/office/drawing/2014/main" id="{924528A2-E277-58DA-FCD1-3883ECDE00FA}"/>
              </a:ext>
            </a:extLst>
          </p:cNvPr>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34" name="Group 54">
            <a:extLst>
              <a:ext uri="{FF2B5EF4-FFF2-40B4-BE49-F238E27FC236}">
                <a16:creationId xmlns:a16="http://schemas.microsoft.com/office/drawing/2014/main" id="{A8FF0FFE-7365-9BC5-466C-EEF6A265EAFC}"/>
              </a:ext>
            </a:extLst>
          </p:cNvPr>
          <p:cNvGrpSpPr>
            <a:grpSpLocks/>
          </p:cNvGrpSpPr>
          <p:nvPr/>
        </p:nvGrpSpPr>
        <p:grpSpPr bwMode="auto">
          <a:xfrm>
            <a:off x="2393569" y="2391016"/>
            <a:ext cx="419100" cy="427037"/>
            <a:chOff x="2214" y="9158"/>
            <a:chExt cx="1080" cy="360"/>
          </a:xfrm>
        </p:grpSpPr>
        <p:grpSp>
          <p:nvGrpSpPr>
            <p:cNvPr id="35" name="Group 55">
              <a:extLst>
                <a:ext uri="{FF2B5EF4-FFF2-40B4-BE49-F238E27FC236}">
                  <a16:creationId xmlns:a16="http://schemas.microsoft.com/office/drawing/2014/main" id="{FF122BB9-6A5D-F402-952E-A67E7D72A0C6}"/>
                </a:ext>
              </a:extLst>
            </p:cNvPr>
            <p:cNvGrpSpPr>
              <a:grpSpLocks/>
            </p:cNvGrpSpPr>
            <p:nvPr/>
          </p:nvGrpSpPr>
          <p:grpSpPr bwMode="auto">
            <a:xfrm>
              <a:off x="2574" y="9158"/>
              <a:ext cx="360" cy="360"/>
              <a:chOff x="2214" y="9158"/>
              <a:chExt cx="360" cy="360"/>
            </a:xfrm>
          </p:grpSpPr>
          <p:sp>
            <p:nvSpPr>
              <p:cNvPr id="44" name="Line 56">
                <a:extLst>
                  <a:ext uri="{FF2B5EF4-FFF2-40B4-BE49-F238E27FC236}">
                    <a16:creationId xmlns:a16="http://schemas.microsoft.com/office/drawing/2014/main" id="{097E0AD4-91F0-8206-119C-3043D2037E3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5" name="Line 57">
                <a:extLst>
                  <a:ext uri="{FF2B5EF4-FFF2-40B4-BE49-F238E27FC236}">
                    <a16:creationId xmlns:a16="http://schemas.microsoft.com/office/drawing/2014/main" id="{E0A4F12A-2490-3814-98C0-B23C917408FE}"/>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6" name="Line 58">
                <a:extLst>
                  <a:ext uri="{FF2B5EF4-FFF2-40B4-BE49-F238E27FC236}">
                    <a16:creationId xmlns:a16="http://schemas.microsoft.com/office/drawing/2014/main" id="{FB8C2296-BF8D-91E9-44B2-B8976D1DBA36}"/>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6" name="Group 59">
              <a:extLst>
                <a:ext uri="{FF2B5EF4-FFF2-40B4-BE49-F238E27FC236}">
                  <a16:creationId xmlns:a16="http://schemas.microsoft.com/office/drawing/2014/main" id="{4B94B5C4-7194-EAB1-1465-FCA09102F3F4}"/>
                </a:ext>
              </a:extLst>
            </p:cNvPr>
            <p:cNvGrpSpPr>
              <a:grpSpLocks/>
            </p:cNvGrpSpPr>
            <p:nvPr/>
          </p:nvGrpSpPr>
          <p:grpSpPr bwMode="auto">
            <a:xfrm>
              <a:off x="2934" y="9158"/>
              <a:ext cx="360" cy="360"/>
              <a:chOff x="2214" y="9158"/>
              <a:chExt cx="360" cy="360"/>
            </a:xfrm>
          </p:grpSpPr>
          <p:sp>
            <p:nvSpPr>
              <p:cNvPr id="41" name="Line 60">
                <a:extLst>
                  <a:ext uri="{FF2B5EF4-FFF2-40B4-BE49-F238E27FC236}">
                    <a16:creationId xmlns:a16="http://schemas.microsoft.com/office/drawing/2014/main" id="{A015BED5-0E04-388A-63E3-C28686715F0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 name="Line 61">
                <a:extLst>
                  <a:ext uri="{FF2B5EF4-FFF2-40B4-BE49-F238E27FC236}">
                    <a16:creationId xmlns:a16="http://schemas.microsoft.com/office/drawing/2014/main" id="{75989FFA-D58D-0A18-69EB-724F78AC1039}"/>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3" name="Line 62">
                <a:extLst>
                  <a:ext uri="{FF2B5EF4-FFF2-40B4-BE49-F238E27FC236}">
                    <a16:creationId xmlns:a16="http://schemas.microsoft.com/office/drawing/2014/main" id="{B86DFB7B-8E59-1EE3-6187-0092D85C8AAC}"/>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7" name="Group 63">
              <a:extLst>
                <a:ext uri="{FF2B5EF4-FFF2-40B4-BE49-F238E27FC236}">
                  <a16:creationId xmlns:a16="http://schemas.microsoft.com/office/drawing/2014/main" id="{891DD4C0-D070-DF8B-4808-E3C138568E4C}"/>
                </a:ext>
              </a:extLst>
            </p:cNvPr>
            <p:cNvGrpSpPr>
              <a:grpSpLocks/>
            </p:cNvGrpSpPr>
            <p:nvPr/>
          </p:nvGrpSpPr>
          <p:grpSpPr bwMode="auto">
            <a:xfrm>
              <a:off x="2214" y="9158"/>
              <a:ext cx="360" cy="360"/>
              <a:chOff x="2214" y="9158"/>
              <a:chExt cx="360" cy="360"/>
            </a:xfrm>
          </p:grpSpPr>
          <p:sp>
            <p:nvSpPr>
              <p:cNvPr id="38" name="Line 64">
                <a:extLst>
                  <a:ext uri="{FF2B5EF4-FFF2-40B4-BE49-F238E27FC236}">
                    <a16:creationId xmlns:a16="http://schemas.microsoft.com/office/drawing/2014/main" id="{2F954B46-9909-1D93-2737-A0C433B81AFA}"/>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9" name="Line 65">
                <a:extLst>
                  <a:ext uri="{FF2B5EF4-FFF2-40B4-BE49-F238E27FC236}">
                    <a16:creationId xmlns:a16="http://schemas.microsoft.com/office/drawing/2014/main" id="{FD81D85A-C044-5CD4-4D89-C38E32C59EF7}"/>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0" name="Line 66">
                <a:extLst>
                  <a:ext uri="{FF2B5EF4-FFF2-40B4-BE49-F238E27FC236}">
                    <a16:creationId xmlns:a16="http://schemas.microsoft.com/office/drawing/2014/main" id="{35BA3553-60D7-BC28-3B60-92FD181CADCD}"/>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47" name="Text Box 85">
            <a:extLst>
              <a:ext uri="{FF2B5EF4-FFF2-40B4-BE49-F238E27FC236}">
                <a16:creationId xmlns:a16="http://schemas.microsoft.com/office/drawing/2014/main" id="{80D1DFDE-00F3-65AF-109C-7CDCA805FE16}"/>
              </a:ext>
            </a:extLst>
          </p:cNvPr>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grpSp>
        <p:nvGrpSpPr>
          <p:cNvPr id="48" name="Group 90">
            <a:extLst>
              <a:ext uri="{FF2B5EF4-FFF2-40B4-BE49-F238E27FC236}">
                <a16:creationId xmlns:a16="http://schemas.microsoft.com/office/drawing/2014/main" id="{FE67CE9C-9BF9-B425-806B-1CF4416A51D2}"/>
              </a:ext>
            </a:extLst>
          </p:cNvPr>
          <p:cNvGrpSpPr>
            <a:grpSpLocks/>
          </p:cNvGrpSpPr>
          <p:nvPr/>
        </p:nvGrpSpPr>
        <p:grpSpPr bwMode="auto">
          <a:xfrm>
            <a:off x="4366832" y="2596485"/>
            <a:ext cx="317500" cy="376237"/>
            <a:chOff x="8088" y="15201"/>
            <a:chExt cx="340" cy="280"/>
          </a:xfrm>
        </p:grpSpPr>
        <p:sp>
          <p:nvSpPr>
            <p:cNvPr id="49" name="Line 91">
              <a:extLst>
                <a:ext uri="{FF2B5EF4-FFF2-40B4-BE49-F238E27FC236}">
                  <a16:creationId xmlns:a16="http://schemas.microsoft.com/office/drawing/2014/main" id="{8E04AA8E-E338-C172-80BE-5E5F29714AB8}"/>
                </a:ext>
              </a:extLst>
            </p:cNvPr>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0" name="Line 92">
              <a:extLst>
                <a:ext uri="{FF2B5EF4-FFF2-40B4-BE49-F238E27FC236}">
                  <a16:creationId xmlns:a16="http://schemas.microsoft.com/office/drawing/2014/main" id="{788DEAAF-747C-C29C-058C-28340290B43A}"/>
                </a:ext>
              </a:extLst>
            </p:cNvPr>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 name="Line 93">
              <a:extLst>
                <a:ext uri="{FF2B5EF4-FFF2-40B4-BE49-F238E27FC236}">
                  <a16:creationId xmlns:a16="http://schemas.microsoft.com/office/drawing/2014/main" id="{7FC6ECD4-21BD-B7B5-3667-8F95C76D35AA}"/>
                </a:ext>
              </a:extLst>
            </p:cNvPr>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 name="Line 94">
              <a:extLst>
                <a:ext uri="{FF2B5EF4-FFF2-40B4-BE49-F238E27FC236}">
                  <a16:creationId xmlns:a16="http://schemas.microsoft.com/office/drawing/2014/main" id="{75F87F21-86B7-1A5E-664B-67C46BBFB110}"/>
                </a:ext>
              </a:extLst>
            </p:cNvPr>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53" name="Oval 95">
            <a:extLst>
              <a:ext uri="{FF2B5EF4-FFF2-40B4-BE49-F238E27FC236}">
                <a16:creationId xmlns:a16="http://schemas.microsoft.com/office/drawing/2014/main" id="{FD56D81D-965C-59C1-5597-117A3CA413AF}"/>
              </a:ext>
            </a:extLst>
          </p:cNvPr>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54" name="Rectangle 98">
            <a:extLst>
              <a:ext uri="{FF2B5EF4-FFF2-40B4-BE49-F238E27FC236}">
                <a16:creationId xmlns:a16="http://schemas.microsoft.com/office/drawing/2014/main" id="{AA853EF6-1BB3-4E66-2DDD-D8E9B93A89C7}"/>
              </a:ext>
            </a:extLst>
          </p:cNvPr>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55" name="Rectangle 86">
            <a:extLst>
              <a:ext uri="{FF2B5EF4-FFF2-40B4-BE49-F238E27FC236}">
                <a16:creationId xmlns:a16="http://schemas.microsoft.com/office/drawing/2014/main" id="{A28D6AA9-2EDF-C19D-233D-6D28B1773376}"/>
              </a:ext>
            </a:extLst>
          </p:cNvPr>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
        <p:nvSpPr>
          <p:cNvPr id="2" name="Text Box 121">
            <a:extLst>
              <a:ext uri="{FF2B5EF4-FFF2-40B4-BE49-F238E27FC236}">
                <a16:creationId xmlns:a16="http://schemas.microsoft.com/office/drawing/2014/main" id="{8F190468-0E38-3CD4-008B-133E625B7F95}"/>
              </a:ext>
            </a:extLst>
          </p:cNvPr>
          <p:cNvSpPr txBox="1">
            <a:spLocks noChangeArrowheads="1"/>
          </p:cNvSpPr>
          <p:nvPr/>
        </p:nvSpPr>
        <p:spPr bwMode="auto">
          <a:xfrm>
            <a:off x="6117020" y="2807067"/>
            <a:ext cx="328196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+ 0 = 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a:t>
            </a:r>
            <a:r>
              <a:rPr lang="es-ES" sz="2400">
                <a:solidFill>
                  <a:srgbClr val="FF0000"/>
                </a:solidFill>
                <a:latin typeface="Arial" panose="020B0604020202020204" pitchFamily="34" charset="0"/>
                <a:sym typeface="Symbol" panose="05050102010706020507" pitchFamily="18" charset="2"/>
              </a:rPr>
              <a:t>(en serie)</a:t>
            </a:r>
            <a:endParaRPr lang="es-ES" sz="2400" dirty="0">
              <a:solidFill>
                <a:srgbClr val="FF0000"/>
              </a:solidFill>
              <a:latin typeface="Arial" panose="020B0604020202020204" pitchFamily="34" charset="0"/>
              <a:sym typeface="Symbol" panose="05050102010706020507" pitchFamily="18" charset="2"/>
            </a:endParaRPr>
          </a:p>
        </p:txBody>
      </p:sp>
      <p:sp>
        <p:nvSpPr>
          <p:cNvPr id="3" name="Text Box 121">
            <a:extLst>
              <a:ext uri="{FF2B5EF4-FFF2-40B4-BE49-F238E27FC236}">
                <a16:creationId xmlns:a16="http://schemas.microsoft.com/office/drawing/2014/main" id="{DA867094-0F4F-F44B-B0E8-3B350F55E315}"/>
              </a:ext>
            </a:extLst>
          </p:cNvPr>
          <p:cNvSpPr txBox="1">
            <a:spLocks noChangeArrowheads="1"/>
          </p:cNvSpPr>
          <p:nvPr/>
        </p:nvSpPr>
        <p:spPr bwMode="auto">
          <a:xfrm>
            <a:off x="6107689" y="3526790"/>
            <a:ext cx="2820301"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R</a:t>
            </a:r>
            <a:r>
              <a:rPr lang="es-ES" sz="2400" baseline="-25000">
                <a:solidFill>
                  <a:srgbClr val="000000"/>
                </a:solidFill>
                <a:latin typeface="Arial" panose="020B0604020202020204" pitchFamily="34" charset="0"/>
                <a:sym typeface="Symbol" panose="05050102010706020507" pitchFamily="18" charset="2"/>
              </a:rPr>
              <a:t>2</a:t>
            </a:r>
            <a:r>
              <a:rPr lang="es-ES" sz="2400">
                <a:solidFill>
                  <a:srgbClr val="000000"/>
                </a:solidFill>
                <a:latin typeface="Arial" panose="020B0604020202020204" pitchFamily="34" charset="0"/>
                <a:sym typeface="Symbol" panose="05050102010706020507" pitchFamily="18" charset="2"/>
              </a:rPr>
              <a:t> y R</a:t>
            </a:r>
            <a:r>
              <a:rPr lang="es-ES" sz="2400" baseline="-25000">
                <a:solidFill>
                  <a:srgbClr val="000000"/>
                </a:solidFill>
                <a:latin typeface="Arial" panose="020B0604020202020204" pitchFamily="34" charset="0"/>
                <a:sym typeface="Symbol" panose="05050102010706020507" pitchFamily="18" charset="2"/>
              </a:rPr>
              <a:t>3 </a:t>
            </a:r>
            <a:r>
              <a:rPr lang="es-ES" sz="2400">
                <a:solidFill>
                  <a:srgbClr val="000000"/>
                </a:solidFill>
                <a:latin typeface="Arial" panose="020B0604020202020204" pitchFamily="34" charset="0"/>
                <a:sym typeface="Symbol" panose="05050102010706020507" pitchFamily="18" charset="2"/>
              </a:rPr>
              <a:t> </a:t>
            </a:r>
            <a:r>
              <a:rPr lang="es-ES" sz="2400">
                <a:latin typeface="Arial" panose="020B0604020202020204" pitchFamily="34" charset="0"/>
                <a:sym typeface="Symbol" panose="05050102010706020507" pitchFamily="18" charset="2"/>
              </a:rPr>
              <a:t>en paralelo</a:t>
            </a:r>
            <a:endParaRPr lang="es-ES" sz="2400" dirty="0">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16843390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72" fill="hold" grpId="0" nodeType="with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p:cTn id="7" dur="500" fill="hold"/>
                                        <p:tgtEl>
                                          <p:spTgt spid="123"/>
                                        </p:tgtEl>
                                        <p:attrNameLst>
                                          <p:attrName>ppt_w</p:attrName>
                                        </p:attrNameLst>
                                      </p:cBhvr>
                                      <p:tavLst>
                                        <p:tav tm="0">
                                          <p:val>
                                            <p:strVal val="2/3*#ppt_w"/>
                                          </p:val>
                                        </p:tav>
                                        <p:tav tm="100000">
                                          <p:val>
                                            <p:strVal val="#ppt_w"/>
                                          </p:val>
                                        </p:tav>
                                      </p:tavLst>
                                    </p:anim>
                                    <p:anim calcmode="lin" valueType="num">
                                      <p:cBhvr>
                                        <p:cTn id="8" dur="500" fill="hold"/>
                                        <p:tgtEl>
                                          <p:spTgt spid="123"/>
                                        </p:tgtEl>
                                        <p:attrNameLst>
                                          <p:attrName>ppt_h</p:attrName>
                                        </p:attrNameLst>
                                      </p:cBhvr>
                                      <p:tavLst>
                                        <p:tav tm="0">
                                          <p:val>
                                            <p:strVal val="2/3*#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1"/>
                                        </p:tgtEl>
                                        <p:attrNameLst>
                                          <p:attrName>style.visibility</p:attrName>
                                        </p:attrNameLst>
                                      </p:cBhvr>
                                      <p:to>
                                        <p:strVal val="visible"/>
                                      </p:to>
                                    </p:set>
                                    <p:animEffect transition="in" filter="wipe(left)">
                                      <p:cBhvr>
                                        <p:cTn id="23" dur="500"/>
                                        <p:tgtEl>
                                          <p:spTgt spid="1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4"/>
                                        </p:tgtEl>
                                        <p:attrNameLst>
                                          <p:attrName>style.visibility</p:attrName>
                                        </p:attrNameLst>
                                      </p:cBhvr>
                                      <p:to>
                                        <p:strVal val="visible"/>
                                      </p:to>
                                    </p:set>
                                    <p:animEffect transition="in" filter="wipe(left)">
                                      <p:cBhvr>
                                        <p:cTn id="28" dur="500"/>
                                        <p:tgtEl>
                                          <p:spTgt spid="12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3"/>
                                        </p:tgtEl>
                                        <p:attrNameLst>
                                          <p:attrName>style.visibility</p:attrName>
                                        </p:attrNameLst>
                                      </p:cBhvr>
                                      <p:to>
                                        <p:strVal val="visible"/>
                                      </p:to>
                                    </p:set>
                                    <p:animEffect transition="in" filter="wipe(left)">
                                      <p:cBhvr>
                                        <p:cTn id="33" dur="500"/>
                                        <p:tgtEl>
                                          <p:spTgt spid="143"/>
                                        </p:tgtEl>
                                      </p:cBhvr>
                                    </p:animEffect>
                                  </p:childTnLst>
                                </p:cTn>
                              </p:par>
                            </p:childTnLst>
                          </p:cTn>
                        </p:par>
                        <p:par>
                          <p:cTn id="34" fill="hold">
                            <p:stCondLst>
                              <p:cond delay="500"/>
                            </p:stCondLst>
                            <p:childTnLst>
                              <p:par>
                                <p:cTn id="35" presetID="12" presetClass="entr" presetSubtype="4" fill="hold" grpId="0" nodeType="afterEffect">
                                  <p:stCondLst>
                                    <p:cond delay="0"/>
                                  </p:stCondLst>
                                  <p:childTnLst>
                                    <p:set>
                                      <p:cBhvr>
                                        <p:cTn id="36" dur="1" fill="hold">
                                          <p:stCondLst>
                                            <p:cond delay="0"/>
                                          </p:stCondLst>
                                        </p:cTn>
                                        <p:tgtEl>
                                          <p:spTgt spid="144"/>
                                        </p:tgtEl>
                                        <p:attrNameLst>
                                          <p:attrName>style.visibility</p:attrName>
                                        </p:attrNameLst>
                                      </p:cBhvr>
                                      <p:to>
                                        <p:strVal val="visible"/>
                                      </p:to>
                                    </p:set>
                                    <p:anim calcmode="lin" valueType="num">
                                      <p:cBhvr additive="base">
                                        <p:cTn id="37" dur="500"/>
                                        <p:tgtEl>
                                          <p:spTgt spid="144"/>
                                        </p:tgtEl>
                                        <p:attrNameLst>
                                          <p:attrName>ppt_y</p:attrName>
                                        </p:attrNameLst>
                                      </p:cBhvr>
                                      <p:tavLst>
                                        <p:tav tm="0">
                                          <p:val>
                                            <p:strVal val="#ppt_y+#ppt_h*1.125000"/>
                                          </p:val>
                                        </p:tav>
                                        <p:tav tm="100000">
                                          <p:val>
                                            <p:strVal val="#ppt_y"/>
                                          </p:val>
                                        </p:tav>
                                      </p:tavLst>
                                    </p:anim>
                                    <p:animEffect transition="in" filter="wipe(up)">
                                      <p:cBhvr>
                                        <p:cTn id="38" dur="500"/>
                                        <p:tgtEl>
                                          <p:spTgt spid="144"/>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33"/>
                                        </p:tgtEl>
                                        <p:attrNameLst>
                                          <p:attrName>style.visibility</p:attrName>
                                        </p:attrNameLst>
                                      </p:cBhvr>
                                      <p:to>
                                        <p:strVal val="visible"/>
                                      </p:to>
                                    </p:set>
                                    <p:animEffect transition="in" filter="wipe(left)">
                                      <p:cBhvr>
                                        <p:cTn id="42" dur="500"/>
                                        <p:tgtEl>
                                          <p:spTgt spid="13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5"/>
                                        </p:tgtEl>
                                        <p:attrNameLst>
                                          <p:attrName>style.visibility</p:attrName>
                                        </p:attrNameLst>
                                      </p:cBhvr>
                                      <p:to>
                                        <p:strVal val="visible"/>
                                      </p:to>
                                    </p:set>
                                    <p:animEffect transition="in" filter="wipe(left)">
                                      <p:cBhvr>
                                        <p:cTn id="47"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p:bldP spid="143" grpId="0"/>
      <p:bldP spid="144" grpId="0"/>
      <p:bldP spid="145" grpId="0" animBg="1"/>
      <p:bldP spid="124" grpId="0"/>
      <p:bldP spid="133" grpId="0"/>
      <p:bldP spid="123" grpId="0"/>
      <p:bldP spid="2"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Rectangle 232">
            <a:extLst>
              <a:ext uri="{FF2B5EF4-FFF2-40B4-BE49-F238E27FC236}">
                <a16:creationId xmlns:a16="http://schemas.microsoft.com/office/drawing/2014/main" id="{84036DCE-86EF-47F7-A332-B8D9F5CB4960}"/>
              </a:ext>
            </a:extLst>
          </p:cNvPr>
          <p:cNvSpPr>
            <a:spLocks noChangeArrowheads="1"/>
          </p:cNvSpPr>
          <p:nvPr/>
        </p:nvSpPr>
        <p:spPr bwMode="auto">
          <a:xfrm>
            <a:off x="3463829" y="6222572"/>
            <a:ext cx="585788" cy="498476"/>
          </a:xfrm>
          <a:prstGeom prst="rect">
            <a:avLst/>
          </a:prstGeom>
          <a:solidFill>
            <a:srgbClr val="FFFF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82800" rIns="90000" bIns="8280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endParaRPr lang="es-ES" b="1">
              <a:solidFill>
                <a:srgbClr val="3333FF"/>
              </a:solidFill>
              <a:latin typeface="Comic Sans MS" panose="030F0702030302020204" pitchFamily="66" charset="0"/>
            </a:endParaRPr>
          </a:p>
        </p:txBody>
      </p:sp>
      <p:grpSp>
        <p:nvGrpSpPr>
          <p:cNvPr id="59626" name="Group 234"/>
          <p:cNvGrpSpPr>
            <a:grpSpLocks/>
          </p:cNvGrpSpPr>
          <p:nvPr/>
        </p:nvGrpSpPr>
        <p:grpSpPr bwMode="auto">
          <a:xfrm>
            <a:off x="1746251" y="5381161"/>
            <a:ext cx="6370638" cy="501651"/>
            <a:chOff x="1100" y="3497"/>
            <a:chExt cx="4013" cy="316"/>
          </a:xfrm>
        </p:grpSpPr>
        <p:sp>
          <p:nvSpPr>
            <p:cNvPr id="13433" name="Rectangle 232"/>
            <p:cNvSpPr>
              <a:spLocks noChangeArrowheads="1"/>
            </p:cNvSpPr>
            <p:nvPr/>
          </p:nvSpPr>
          <p:spPr bwMode="auto">
            <a:xfrm>
              <a:off x="1100" y="3499"/>
              <a:ext cx="369" cy="314"/>
            </a:xfrm>
            <a:prstGeom prst="rect">
              <a:avLst/>
            </a:prstGeom>
            <a:solidFill>
              <a:srgbClr val="FFFF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82800" rIns="90000" bIns="8280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endParaRPr lang="es-ES" b="1">
                <a:solidFill>
                  <a:srgbClr val="3333FF"/>
                </a:solidFill>
                <a:latin typeface="Comic Sans MS" panose="030F0702030302020204" pitchFamily="66" charset="0"/>
              </a:endParaRPr>
            </a:p>
          </p:txBody>
        </p:sp>
        <p:sp>
          <p:nvSpPr>
            <p:cNvPr id="13434" name="Rectangle 233"/>
            <p:cNvSpPr>
              <a:spLocks noChangeArrowheads="1"/>
            </p:cNvSpPr>
            <p:nvPr/>
          </p:nvSpPr>
          <p:spPr bwMode="auto">
            <a:xfrm>
              <a:off x="4054" y="3497"/>
              <a:ext cx="1059" cy="313"/>
            </a:xfrm>
            <a:prstGeom prst="rect">
              <a:avLst/>
            </a:prstGeom>
            <a:solidFill>
              <a:srgbClr val="FFFF0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82800" rIns="90000" bIns="82800" anchor="ctr">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spcBef>
                  <a:spcPct val="50000"/>
                </a:spcBef>
              </a:pPr>
              <a:endParaRPr lang="es-ES" b="1">
                <a:solidFill>
                  <a:srgbClr val="3333FF"/>
                </a:solidFill>
                <a:latin typeface="Comic Sans MS" panose="030F0702030302020204" pitchFamily="66" charset="0"/>
              </a:endParaRPr>
            </a:p>
          </p:txBody>
        </p:sp>
      </p:grpSp>
      <p:sp>
        <p:nvSpPr>
          <p:cNvPr id="59622" name="Text Box 108"/>
          <p:cNvSpPr txBox="1">
            <a:spLocks noChangeArrowheads="1"/>
          </p:cNvSpPr>
          <p:nvPr/>
        </p:nvSpPr>
        <p:spPr bwMode="auto">
          <a:xfrm>
            <a:off x="1746251" y="5365294"/>
            <a:ext cx="462951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rPr>
              <a:t>I</a:t>
            </a:r>
            <a:r>
              <a:rPr lang="es-ES" sz="2400" baseline="-25000" dirty="0">
                <a:solidFill>
                  <a:srgbClr val="000000"/>
                </a:solidFill>
                <a:latin typeface="Arial" panose="020B0604020202020204" pitchFamily="34" charset="0"/>
              </a:rPr>
              <a:t>2</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Comic Sans MS" panose="030F0702030302020204" pitchFamily="66" charset="0"/>
                <a:sym typeface="Symbol" panose="05050102010706020507" pitchFamily="18" charset="2"/>
              </a:rPr>
              <a:t>I</a:t>
            </a:r>
            <a:r>
              <a:rPr lang="es-ES" sz="2400" baseline="-25000" dirty="0">
                <a:solidFill>
                  <a:srgbClr val="000000"/>
                </a:solidFill>
                <a:latin typeface="Arial" panose="020B0604020202020204" pitchFamily="34" charset="0"/>
                <a:sym typeface="Symbol" panose="05050102010706020507" pitchFamily="18" charset="2"/>
              </a:rPr>
              <a:t>1</a:t>
            </a:r>
            <a:r>
              <a:rPr lang="es-ES" sz="2400" dirty="0">
                <a:solidFill>
                  <a:srgbClr val="000000"/>
                </a:solidFill>
                <a:latin typeface="Arial" panose="020B0604020202020204" pitchFamily="34" charset="0"/>
                <a:sym typeface="Symbol" panose="05050102010706020507" pitchFamily="18" charset="2"/>
              </a:rPr>
              <a:t>’  </a:t>
            </a:r>
            <a:r>
              <a:rPr lang="es-ES" sz="2400" dirty="0">
                <a:solidFill>
                  <a:srgbClr val="000000"/>
                </a:solidFill>
                <a:latin typeface="Comic Sans MS" panose="030F0702030302020204" pitchFamily="66" charset="0"/>
                <a:sym typeface="Symbol" panose="05050102010706020507" pitchFamily="18" charset="2"/>
              </a:rPr>
              <a:t>I</a:t>
            </a:r>
            <a:r>
              <a:rPr lang="es-ES" sz="2400" baseline="-25000" dirty="0">
                <a:solidFill>
                  <a:srgbClr val="000000"/>
                </a:solidFill>
                <a:latin typeface="Arial" panose="020B0604020202020204" pitchFamily="34" charset="0"/>
                <a:sym typeface="Symbol" panose="05050102010706020507" pitchFamily="18" charset="2"/>
              </a:rPr>
              <a:t>3</a:t>
            </a:r>
            <a:r>
              <a:rPr lang="es-ES" sz="2400" dirty="0">
                <a:solidFill>
                  <a:srgbClr val="000000"/>
                </a:solidFill>
                <a:latin typeface="Arial" panose="020B0604020202020204" pitchFamily="34" charset="0"/>
                <a:sym typeface="Symbol" panose="05050102010706020507" pitchFamily="18" charset="2"/>
              </a:rPr>
              <a:t>’ = 3 / 700  1,5 /700</a:t>
            </a:r>
            <a:endParaRPr lang="es-ES" sz="2400" dirty="0">
              <a:solidFill>
                <a:srgbClr val="FF0000"/>
              </a:solidFill>
              <a:latin typeface="Arial" panose="020B0604020202020204" pitchFamily="34" charset="0"/>
              <a:sym typeface="Symbol" panose="05050102010706020507" pitchFamily="18" charset="2"/>
            </a:endParaRPr>
          </a:p>
        </p:txBody>
      </p:sp>
      <p:sp>
        <p:nvSpPr>
          <p:cNvPr id="482427" name="Text Box 123"/>
          <p:cNvSpPr txBox="1">
            <a:spLocks noChangeArrowheads="1"/>
          </p:cNvSpPr>
          <p:nvPr/>
        </p:nvSpPr>
        <p:spPr bwMode="auto">
          <a:xfrm>
            <a:off x="5805971" y="1014827"/>
            <a:ext cx="1890559"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1</a:t>
            </a:r>
            <a:r>
              <a:rPr lang="es-ES" sz="2400" dirty="0">
                <a:solidFill>
                  <a:srgbClr val="000000"/>
                </a:solidFill>
                <a:latin typeface="Comic Sans MS" panose="030F0702030302020204" pitchFamily="66"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Comic Sans MS" panose="030F0702030302020204" pitchFamily="66" charset="0"/>
                <a:sym typeface="Symbol" panose="05050102010706020507" pitchFamily="18" charset="2"/>
              </a:rPr>
              <a:t> I</a:t>
            </a:r>
            <a:r>
              <a:rPr lang="es-ES" sz="2400" baseline="-25000" dirty="0">
                <a:solidFill>
                  <a:srgbClr val="000000"/>
                </a:solidFill>
                <a:latin typeface="Comic Sans MS" panose="030F0702030302020204" pitchFamily="66" charset="0"/>
                <a:sym typeface="Symbol" panose="05050102010706020507" pitchFamily="18" charset="2"/>
              </a:rPr>
              <a:t>2</a:t>
            </a:r>
            <a:r>
              <a:rPr lang="es-ES" sz="2400" dirty="0">
                <a:solidFill>
                  <a:srgbClr val="000000"/>
                </a:solidFill>
                <a:latin typeface="Comic Sans MS" panose="030F0702030302020204" pitchFamily="66" charset="0"/>
                <a:sym typeface="Symbol" panose="05050102010706020507" pitchFamily="18" charset="2"/>
              </a:rPr>
              <a:t>’ + I</a:t>
            </a:r>
            <a:r>
              <a:rPr lang="es-ES" sz="2400" baseline="-25000" dirty="0">
                <a:solidFill>
                  <a:srgbClr val="000000"/>
                </a:solidFill>
                <a:latin typeface="Comic Sans MS" panose="030F0702030302020204" pitchFamily="66" charset="0"/>
                <a:sym typeface="Symbol" panose="05050102010706020507" pitchFamily="18" charset="2"/>
              </a:rPr>
              <a:t>3</a:t>
            </a:r>
            <a:r>
              <a:rPr lang="es-ES" sz="2400" dirty="0">
                <a:solidFill>
                  <a:srgbClr val="000000"/>
                </a:solidFill>
                <a:latin typeface="Comic Sans MS" panose="030F0702030302020204" pitchFamily="66" charset="0"/>
                <a:sym typeface="Symbol" panose="05050102010706020507" pitchFamily="18" charset="2"/>
              </a:rPr>
              <a:t>’</a:t>
            </a:r>
            <a:endParaRPr lang="es-ES" sz="2400" dirty="0">
              <a:solidFill>
                <a:srgbClr val="008000"/>
              </a:solidFill>
              <a:latin typeface="Arial" panose="020B0604020202020204" pitchFamily="34" charset="0"/>
              <a:sym typeface="Symbol" panose="05050102010706020507" pitchFamily="18" charset="2"/>
            </a:endParaRPr>
          </a:p>
        </p:txBody>
      </p:sp>
      <p:sp>
        <p:nvSpPr>
          <p:cNvPr id="482428" name="Text Box 124"/>
          <p:cNvSpPr txBox="1">
            <a:spLocks noChangeArrowheads="1"/>
          </p:cNvSpPr>
          <p:nvPr/>
        </p:nvSpPr>
        <p:spPr bwMode="auto">
          <a:xfrm>
            <a:off x="5778614" y="1683110"/>
            <a:ext cx="191139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2</a:t>
            </a:r>
            <a:r>
              <a:rPr lang="es-ES" sz="2400" dirty="0">
                <a:solidFill>
                  <a:srgbClr val="000000"/>
                </a:solidFill>
                <a:latin typeface="Comic Sans MS" panose="030F0702030302020204" pitchFamily="66" charset="0"/>
              </a:rPr>
              <a:t>’ </a:t>
            </a:r>
            <a:r>
              <a:rPr lang="es-ES" sz="24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Comic Sans MS" panose="030F0702030302020204" pitchFamily="66" charset="0"/>
                <a:sym typeface="Symbol" panose="05050102010706020507" pitchFamily="18" charset="2"/>
              </a:rPr>
              <a:t> I</a:t>
            </a:r>
            <a:r>
              <a:rPr lang="es-ES" sz="2400" baseline="-25000" dirty="0">
                <a:solidFill>
                  <a:srgbClr val="000000"/>
                </a:solidFill>
                <a:latin typeface="Comic Sans MS" panose="030F0702030302020204" pitchFamily="66" charset="0"/>
                <a:sym typeface="Symbol" panose="05050102010706020507" pitchFamily="18" charset="2"/>
              </a:rPr>
              <a:t>1</a:t>
            </a:r>
            <a:r>
              <a:rPr lang="es-ES" sz="2400" dirty="0">
                <a:solidFill>
                  <a:srgbClr val="000000"/>
                </a:solidFill>
                <a:latin typeface="Comic Sans MS" panose="030F0702030302020204" pitchFamily="66" charset="0"/>
                <a:sym typeface="Symbol" panose="05050102010706020507" pitchFamily="18" charset="2"/>
              </a:rPr>
              <a:t>’  I</a:t>
            </a:r>
            <a:r>
              <a:rPr lang="es-ES" sz="2400" baseline="-25000" dirty="0">
                <a:solidFill>
                  <a:srgbClr val="000000"/>
                </a:solidFill>
                <a:latin typeface="Comic Sans MS" panose="030F0702030302020204" pitchFamily="66" charset="0"/>
                <a:sym typeface="Symbol" panose="05050102010706020507" pitchFamily="18" charset="2"/>
              </a:rPr>
              <a:t>3</a:t>
            </a:r>
            <a:r>
              <a:rPr lang="es-ES" sz="2400" dirty="0">
                <a:solidFill>
                  <a:srgbClr val="000000"/>
                </a:solidFill>
                <a:latin typeface="Comic Sans MS" panose="030F0702030302020204" pitchFamily="66" charset="0"/>
                <a:sym typeface="Symbol" panose="05050102010706020507" pitchFamily="18" charset="2"/>
              </a:rPr>
              <a:t>’</a:t>
            </a:r>
            <a:endParaRPr lang="es-ES" sz="2400" dirty="0">
              <a:solidFill>
                <a:srgbClr val="FF0000"/>
              </a:solidFill>
              <a:latin typeface="Comic Sans MS" panose="030F0702030302020204" pitchFamily="66" charset="0"/>
              <a:sym typeface="Symbol" panose="05050102010706020507" pitchFamily="18" charset="2"/>
            </a:endParaRPr>
          </a:p>
        </p:txBody>
      </p:sp>
      <p:sp>
        <p:nvSpPr>
          <p:cNvPr id="482429" name="Freeform 125"/>
          <p:cNvSpPr>
            <a:spLocks/>
          </p:cNvSpPr>
          <p:nvPr/>
        </p:nvSpPr>
        <p:spPr bwMode="auto">
          <a:xfrm>
            <a:off x="1489038" y="952593"/>
            <a:ext cx="2939704" cy="1548000"/>
          </a:xfrm>
          <a:custGeom>
            <a:avLst/>
            <a:gdLst>
              <a:gd name="T0" fmla="*/ 2147483646 w 1670"/>
              <a:gd name="T1" fmla="*/ 2147483646 h 860"/>
              <a:gd name="T2" fmla="*/ 0 w 1670"/>
              <a:gd name="T3" fmla="*/ 2147483646 h 860"/>
              <a:gd name="T4" fmla="*/ 0 w 1670"/>
              <a:gd name="T5" fmla="*/ 0 h 860"/>
              <a:gd name="T6" fmla="*/ 2147483646 w 1670"/>
              <a:gd name="T7" fmla="*/ 0 h 860"/>
              <a:gd name="T8" fmla="*/ 2147483646 w 1670"/>
              <a:gd name="T9" fmla="*/ 2147483646 h 860"/>
              <a:gd name="T10" fmla="*/ 2147483646 w 1670"/>
              <a:gd name="T11" fmla="*/ 2147483646 h 860"/>
              <a:gd name="T12" fmla="*/ 0 60000 65536"/>
              <a:gd name="T13" fmla="*/ 0 60000 65536"/>
              <a:gd name="T14" fmla="*/ 0 60000 65536"/>
              <a:gd name="T15" fmla="*/ 0 60000 65536"/>
              <a:gd name="T16" fmla="*/ 0 60000 65536"/>
              <a:gd name="T17" fmla="*/ 0 60000 65536"/>
              <a:gd name="T18" fmla="*/ 0 w 1670"/>
              <a:gd name="T19" fmla="*/ 0 h 860"/>
              <a:gd name="T20" fmla="*/ 1670 w 1670"/>
              <a:gd name="T21" fmla="*/ 860 h 860"/>
            </a:gdLst>
            <a:ahLst/>
            <a:cxnLst>
              <a:cxn ang="T12">
                <a:pos x="T0" y="T1"/>
              </a:cxn>
              <a:cxn ang="T13">
                <a:pos x="T2" y="T3"/>
              </a:cxn>
              <a:cxn ang="T14">
                <a:pos x="T4" y="T5"/>
              </a:cxn>
              <a:cxn ang="T15">
                <a:pos x="T6" y="T7"/>
              </a:cxn>
              <a:cxn ang="T16">
                <a:pos x="T8" y="T9"/>
              </a:cxn>
              <a:cxn ang="T17">
                <a:pos x="T10" y="T11"/>
              </a:cxn>
            </a:cxnLst>
            <a:rect l="T18" t="T19" r="T20" b="T21"/>
            <a:pathLst>
              <a:path w="1670" h="860">
                <a:moveTo>
                  <a:pt x="1284" y="853"/>
                </a:moveTo>
                <a:lnTo>
                  <a:pt x="0" y="860"/>
                </a:lnTo>
                <a:lnTo>
                  <a:pt x="0" y="0"/>
                </a:lnTo>
                <a:lnTo>
                  <a:pt x="1670" y="0"/>
                </a:lnTo>
                <a:lnTo>
                  <a:pt x="1670" y="838"/>
                </a:lnTo>
                <a:lnTo>
                  <a:pt x="1488" y="838"/>
                </a:lnTo>
              </a:path>
            </a:pathLst>
          </a:custGeom>
          <a:solidFill>
            <a:srgbClr val="CCFFCC"/>
          </a:solidFill>
          <a:ln w="38100">
            <a:solidFill>
              <a:srgbClr val="FF0000"/>
            </a:solidFill>
            <a:prstDash val="dash"/>
            <a:round/>
            <a:headEnd/>
            <a:tailEnd type="none" w="med" len="lg"/>
          </a:ln>
        </p:spPr>
        <p:txBody>
          <a:bodyPr wrap="square" lIns="90000" tIns="82800" rIns="90000" bIns="82800">
            <a:spAutoFit/>
          </a:bodyPr>
          <a:lstStyle/>
          <a:p>
            <a:endParaRPr lang="es-ES"/>
          </a:p>
        </p:txBody>
      </p:sp>
      <p:sp>
        <p:nvSpPr>
          <p:cNvPr id="482430" name="Text Box 126"/>
          <p:cNvSpPr txBox="1">
            <a:spLocks noChangeArrowheads="1"/>
          </p:cNvSpPr>
          <p:nvPr/>
        </p:nvSpPr>
        <p:spPr bwMode="auto">
          <a:xfrm>
            <a:off x="6254596" y="3082952"/>
            <a:ext cx="2510366"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r" eaLnBrk="1" hangingPunct="1">
              <a:spcBef>
                <a:spcPct val="50000"/>
              </a:spcBef>
              <a:buFontTx/>
              <a:buNone/>
            </a:pPr>
            <a:r>
              <a:rPr lang="es-ES" sz="2400" dirty="0">
                <a:solidFill>
                  <a:srgbClr val="000000"/>
                </a:solidFill>
                <a:latin typeface="Arial" panose="020B0604020202020204" pitchFamily="34" charset="0"/>
              </a:rPr>
              <a:t>V</a:t>
            </a:r>
            <a:r>
              <a:rPr lang="es-ES" sz="2400" baseline="-25000" dirty="0">
                <a:solidFill>
                  <a:srgbClr val="000000"/>
                </a:solidFill>
                <a:latin typeface="Arial" panose="020B0604020202020204" pitchFamily="34" charset="0"/>
              </a:rPr>
              <a:t>1</a:t>
            </a:r>
            <a:r>
              <a:rPr lang="es-ES" sz="2400" dirty="0">
                <a:solidFill>
                  <a:srgbClr val="000000"/>
                </a:solidFill>
                <a:latin typeface="Arial" panose="020B0604020202020204" pitchFamily="34" charset="0"/>
              </a:rPr>
              <a:t>’ + V</a:t>
            </a:r>
            <a:r>
              <a:rPr lang="es-ES" sz="2400" baseline="-25000" dirty="0">
                <a:solidFill>
                  <a:srgbClr val="000000"/>
                </a:solidFill>
                <a:latin typeface="Arial" panose="020B0604020202020204" pitchFamily="34" charset="0"/>
              </a:rPr>
              <a:t>3</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 </a:t>
            </a:r>
            <a:r>
              <a:rPr lang="es-ES" sz="28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 0</a:t>
            </a:r>
            <a:endParaRPr lang="es-ES" sz="2400" dirty="0">
              <a:solidFill>
                <a:srgbClr val="008000"/>
              </a:solidFill>
              <a:latin typeface="Arial" panose="020B0604020202020204" pitchFamily="34" charset="0"/>
              <a:sym typeface="Symbol" panose="05050102010706020507" pitchFamily="18" charset="2"/>
            </a:endParaRPr>
          </a:p>
        </p:txBody>
      </p:sp>
      <p:sp>
        <p:nvSpPr>
          <p:cNvPr id="482431" name="Text Box 127"/>
          <p:cNvSpPr txBox="1">
            <a:spLocks noChangeArrowheads="1"/>
          </p:cNvSpPr>
          <p:nvPr/>
        </p:nvSpPr>
        <p:spPr bwMode="auto">
          <a:xfrm>
            <a:off x="1717612" y="4497421"/>
            <a:ext cx="2530542"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sym typeface="Symbol" panose="05050102010706020507" pitchFamily="18" charset="2"/>
              </a:rPr>
              <a:t>I</a:t>
            </a:r>
            <a:r>
              <a:rPr lang="es-ES" sz="2400" baseline="-25000" dirty="0">
                <a:solidFill>
                  <a:srgbClr val="000000"/>
                </a:solidFill>
                <a:latin typeface="Arial" panose="020B0604020202020204" pitchFamily="34" charset="0"/>
                <a:sym typeface="Symbol" panose="05050102010706020507" pitchFamily="18" charset="2"/>
              </a:rPr>
              <a:t>1</a:t>
            </a:r>
            <a:r>
              <a:rPr lang="es-ES" sz="2400" baseline="300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 (</a:t>
            </a:r>
            <a:r>
              <a:rPr lang="es-ES" sz="28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 V</a:t>
            </a:r>
            <a:r>
              <a:rPr lang="es-ES" sz="2400" baseline="-25000" dirty="0">
                <a:solidFill>
                  <a:srgbClr val="000000"/>
                </a:solidFill>
                <a:latin typeface="Arial" panose="020B0604020202020204" pitchFamily="34" charset="0"/>
                <a:sym typeface="Symbol" panose="05050102010706020507" pitchFamily="18" charset="2"/>
              </a:rPr>
              <a:t>2</a:t>
            </a:r>
            <a:r>
              <a:rPr lang="es-ES" sz="2400" dirty="0">
                <a:solidFill>
                  <a:srgbClr val="000000"/>
                </a:solidFill>
                <a:latin typeface="Arial" panose="020B0604020202020204" pitchFamily="34" charset="0"/>
                <a:sym typeface="Symbol" panose="05050102010706020507" pitchFamily="18" charset="2"/>
              </a:rPr>
              <a:t>’) / R</a:t>
            </a:r>
            <a:r>
              <a:rPr lang="es-ES" sz="2400" baseline="-25000" dirty="0">
                <a:solidFill>
                  <a:srgbClr val="000000"/>
                </a:solidFill>
                <a:latin typeface="Arial" panose="020B0604020202020204" pitchFamily="34" charset="0"/>
                <a:sym typeface="Symbol" panose="05050102010706020507" pitchFamily="18" charset="2"/>
              </a:rPr>
              <a:t>1</a:t>
            </a:r>
            <a:endParaRPr lang="es-ES" sz="2400" dirty="0">
              <a:solidFill>
                <a:srgbClr val="FF0000"/>
              </a:solidFill>
              <a:latin typeface="Arial" panose="020B0604020202020204" pitchFamily="34" charset="0"/>
              <a:sym typeface="Symbol" panose="05050102010706020507" pitchFamily="18" charset="2"/>
            </a:endParaRPr>
          </a:p>
        </p:txBody>
      </p:sp>
      <p:sp>
        <p:nvSpPr>
          <p:cNvPr id="59506" name="Text Box 129"/>
          <p:cNvSpPr txBox="1">
            <a:spLocks noChangeArrowheads="1"/>
          </p:cNvSpPr>
          <p:nvPr/>
        </p:nvSpPr>
        <p:spPr bwMode="auto">
          <a:xfrm>
            <a:off x="7885343" y="1689539"/>
            <a:ext cx="822959" cy="536549"/>
          </a:xfrm>
          <a:prstGeom prst="rect">
            <a:avLst/>
          </a:prstGeom>
          <a:no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Comic Sans MS" panose="030F0702030302020204" pitchFamily="66" charset="0"/>
              </a:rPr>
              <a:t>¿I</a:t>
            </a:r>
            <a:r>
              <a:rPr lang="es-ES" sz="2400" baseline="-25000" dirty="0">
                <a:solidFill>
                  <a:srgbClr val="FF0000"/>
                </a:solidFill>
                <a:latin typeface="Comic Sans MS" panose="030F0702030302020204" pitchFamily="66" charset="0"/>
              </a:rPr>
              <a:t>1</a:t>
            </a:r>
            <a:r>
              <a:rPr lang="es-ES" sz="2400" dirty="0">
                <a:solidFill>
                  <a:srgbClr val="FF0000"/>
                </a:solidFill>
                <a:latin typeface="Comic Sans MS" panose="030F0702030302020204" pitchFamily="66" charset="0"/>
              </a:rPr>
              <a:t>’?</a:t>
            </a:r>
            <a:endParaRPr lang="es-ES" sz="2400" dirty="0">
              <a:solidFill>
                <a:srgbClr val="FF0000"/>
              </a:solidFill>
              <a:latin typeface="Comic Sans MS" panose="030F0702030302020204" pitchFamily="66" charset="0"/>
              <a:sym typeface="Symbol" panose="05050102010706020507" pitchFamily="18" charset="2"/>
            </a:endParaRPr>
          </a:p>
        </p:txBody>
      </p:sp>
      <p:sp>
        <p:nvSpPr>
          <p:cNvPr id="482435" name="Text Box 131"/>
          <p:cNvSpPr txBox="1">
            <a:spLocks noChangeArrowheads="1"/>
          </p:cNvSpPr>
          <p:nvPr/>
        </p:nvSpPr>
        <p:spPr bwMode="auto">
          <a:xfrm>
            <a:off x="5786176" y="2407599"/>
            <a:ext cx="183887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Comic Sans MS" panose="030F0702030302020204" pitchFamily="66" charset="0"/>
              </a:rPr>
              <a:t>I</a:t>
            </a:r>
            <a:r>
              <a:rPr lang="es-ES" sz="2400" baseline="-25000" dirty="0">
                <a:solidFill>
                  <a:srgbClr val="000000"/>
                </a:solidFill>
                <a:latin typeface="Arial" panose="020B0604020202020204" pitchFamily="34" charset="0"/>
              </a:rPr>
              <a:t>1</a:t>
            </a:r>
            <a:r>
              <a:rPr lang="es-ES" sz="2400" dirty="0">
                <a:solidFill>
                  <a:srgbClr val="000000"/>
                </a:solidFill>
                <a:latin typeface="Arial" panose="020B0604020202020204" pitchFamily="34" charset="0"/>
              </a:rPr>
              <a:t>’ </a:t>
            </a:r>
            <a:r>
              <a:rPr lang="es-ES" sz="2400" dirty="0">
                <a:solidFill>
                  <a:srgbClr val="000000"/>
                </a:solidFill>
                <a:latin typeface="Arial" panose="020B0604020202020204" pitchFamily="34" charset="0"/>
                <a:sym typeface="Symbol" panose="05050102010706020507" pitchFamily="18" charset="2"/>
              </a:rPr>
              <a:t>= V</a:t>
            </a:r>
            <a:r>
              <a:rPr lang="es-ES" sz="2400" baseline="-25000" dirty="0">
                <a:solidFill>
                  <a:srgbClr val="000000"/>
                </a:solidFill>
                <a:latin typeface="Arial" panose="020B0604020202020204" pitchFamily="34" charset="0"/>
                <a:sym typeface="Symbol" panose="05050102010706020507" pitchFamily="18" charset="2"/>
              </a:rPr>
              <a:t>1</a:t>
            </a:r>
            <a:r>
              <a:rPr lang="es-ES" sz="2400" dirty="0">
                <a:solidFill>
                  <a:srgbClr val="000000"/>
                </a:solidFill>
                <a:latin typeface="Arial" panose="020B0604020202020204" pitchFamily="34" charset="0"/>
                <a:sym typeface="Symbol" panose="05050102010706020507" pitchFamily="18" charset="2"/>
              </a:rPr>
              <a:t>’ / R</a:t>
            </a:r>
            <a:r>
              <a:rPr lang="es-ES" sz="2400" baseline="-25000" dirty="0">
                <a:solidFill>
                  <a:srgbClr val="000000"/>
                </a:solidFill>
                <a:latin typeface="Arial" panose="020B0604020202020204" pitchFamily="34" charset="0"/>
                <a:sym typeface="Symbol" panose="05050102010706020507" pitchFamily="18" charset="2"/>
              </a:rPr>
              <a:t>1</a:t>
            </a:r>
            <a:endParaRPr lang="es-ES" sz="2400" dirty="0">
              <a:solidFill>
                <a:srgbClr val="FF0000"/>
              </a:solidFill>
              <a:latin typeface="Arial" panose="020B0604020202020204" pitchFamily="34" charset="0"/>
              <a:sym typeface="Symbol" panose="05050102010706020507" pitchFamily="18" charset="2"/>
            </a:endParaRPr>
          </a:p>
        </p:txBody>
      </p:sp>
      <p:sp>
        <p:nvSpPr>
          <p:cNvPr id="482438" name="Text Box 134"/>
          <p:cNvSpPr txBox="1">
            <a:spLocks noChangeArrowheads="1"/>
          </p:cNvSpPr>
          <p:nvPr/>
        </p:nvSpPr>
        <p:spPr bwMode="auto">
          <a:xfrm>
            <a:off x="7825055" y="2412335"/>
            <a:ext cx="855019" cy="536549"/>
          </a:xfrm>
          <a:prstGeom prst="rect">
            <a:avLst/>
          </a:prstGeom>
          <a:no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Comic Sans MS" panose="030F0702030302020204" pitchFamily="66" charset="0"/>
              </a:rPr>
              <a:t>¿V</a:t>
            </a:r>
            <a:r>
              <a:rPr lang="es-ES" sz="2400" baseline="-25000">
                <a:solidFill>
                  <a:srgbClr val="FF0000"/>
                </a:solidFill>
                <a:latin typeface="Comic Sans MS" panose="030F0702030302020204" pitchFamily="66" charset="0"/>
              </a:rPr>
              <a:t>1</a:t>
            </a:r>
            <a:r>
              <a:rPr lang="es-ES" sz="2400">
                <a:solidFill>
                  <a:srgbClr val="FF0000"/>
                </a:solidFill>
                <a:latin typeface="Comic Sans MS" panose="030F0702030302020204" pitchFamily="66" charset="0"/>
              </a:rPr>
              <a:t>’?</a:t>
            </a:r>
            <a:endParaRPr lang="es-ES" sz="2400">
              <a:solidFill>
                <a:srgbClr val="FF0000"/>
              </a:solidFill>
              <a:latin typeface="Comic Sans MS" panose="030F0702030302020204" pitchFamily="66" charset="0"/>
              <a:sym typeface="Symbol" panose="05050102010706020507" pitchFamily="18" charset="2"/>
            </a:endParaRPr>
          </a:p>
        </p:txBody>
      </p:sp>
      <p:sp>
        <p:nvSpPr>
          <p:cNvPr id="13323" name="Line 10"/>
          <p:cNvSpPr>
            <a:spLocks noChangeShapeType="1"/>
          </p:cNvSpPr>
          <p:nvPr/>
        </p:nvSpPr>
        <p:spPr bwMode="auto">
          <a:xfrm flipV="1">
            <a:off x="4513263" y="1590675"/>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25" name="Line 14"/>
          <p:cNvSpPr>
            <a:spLocks noChangeShapeType="1"/>
          </p:cNvSpPr>
          <p:nvPr/>
        </p:nvSpPr>
        <p:spPr bwMode="auto">
          <a:xfrm>
            <a:off x="2803525" y="857250"/>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26" name="Line 15"/>
          <p:cNvSpPr>
            <a:spLocks noChangeShapeType="1"/>
          </p:cNvSpPr>
          <p:nvPr/>
        </p:nvSpPr>
        <p:spPr bwMode="auto">
          <a:xfrm rot="10800000">
            <a:off x="2803525" y="1784350"/>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27" name="Line 16"/>
          <p:cNvSpPr>
            <a:spLocks noChangeShapeType="1"/>
          </p:cNvSpPr>
          <p:nvPr/>
        </p:nvSpPr>
        <p:spPr bwMode="auto">
          <a:xfrm>
            <a:off x="1546225" y="868363"/>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28" name="Line 17"/>
          <p:cNvSpPr>
            <a:spLocks noChangeShapeType="1"/>
          </p:cNvSpPr>
          <p:nvPr/>
        </p:nvSpPr>
        <p:spPr bwMode="auto">
          <a:xfrm>
            <a:off x="3851275" y="857250"/>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29" name="Line 18"/>
          <p:cNvSpPr>
            <a:spLocks noChangeShapeType="1"/>
          </p:cNvSpPr>
          <p:nvPr/>
        </p:nvSpPr>
        <p:spPr bwMode="auto">
          <a:xfrm>
            <a:off x="3840163" y="1497013"/>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0" name="Line 19"/>
          <p:cNvSpPr>
            <a:spLocks noChangeShapeType="1"/>
          </p:cNvSpPr>
          <p:nvPr/>
        </p:nvSpPr>
        <p:spPr bwMode="auto">
          <a:xfrm flipH="1">
            <a:off x="1546225" y="857250"/>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1" name="Line 20"/>
          <p:cNvSpPr>
            <a:spLocks noChangeShapeType="1"/>
          </p:cNvSpPr>
          <p:nvPr/>
        </p:nvSpPr>
        <p:spPr bwMode="auto">
          <a:xfrm flipH="1">
            <a:off x="1535113" y="1795463"/>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35" name="Oval 24"/>
          <p:cNvSpPr>
            <a:spLocks noChangeArrowheads="1"/>
          </p:cNvSpPr>
          <p:nvPr/>
        </p:nvSpPr>
        <p:spPr bwMode="auto">
          <a:xfrm>
            <a:off x="4468813" y="1492250"/>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3336" name="Oval 25"/>
          <p:cNvSpPr>
            <a:spLocks noChangeArrowheads="1"/>
          </p:cNvSpPr>
          <p:nvPr/>
        </p:nvSpPr>
        <p:spPr bwMode="auto">
          <a:xfrm>
            <a:off x="3805238" y="1497013"/>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3337" name="Oval 26"/>
          <p:cNvSpPr>
            <a:spLocks noChangeArrowheads="1"/>
          </p:cNvSpPr>
          <p:nvPr/>
        </p:nvSpPr>
        <p:spPr bwMode="auto">
          <a:xfrm>
            <a:off x="3805238" y="1133475"/>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3338" name="Oval 27"/>
          <p:cNvSpPr>
            <a:spLocks noChangeArrowheads="1"/>
          </p:cNvSpPr>
          <p:nvPr/>
        </p:nvSpPr>
        <p:spPr bwMode="auto">
          <a:xfrm>
            <a:off x="4468813" y="1855788"/>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3339" name="Group 28"/>
          <p:cNvGrpSpPr>
            <a:grpSpLocks/>
          </p:cNvGrpSpPr>
          <p:nvPr/>
        </p:nvGrpSpPr>
        <p:grpSpPr bwMode="auto">
          <a:xfrm>
            <a:off x="2384425" y="650875"/>
            <a:ext cx="419100" cy="427038"/>
            <a:chOff x="2214" y="9158"/>
            <a:chExt cx="1080" cy="360"/>
          </a:xfrm>
        </p:grpSpPr>
        <p:grpSp>
          <p:nvGrpSpPr>
            <p:cNvPr id="13419" name="Group 29"/>
            <p:cNvGrpSpPr>
              <a:grpSpLocks/>
            </p:cNvGrpSpPr>
            <p:nvPr/>
          </p:nvGrpSpPr>
          <p:grpSpPr bwMode="auto">
            <a:xfrm>
              <a:off x="2574" y="9158"/>
              <a:ext cx="360" cy="360"/>
              <a:chOff x="2214" y="9158"/>
              <a:chExt cx="360" cy="360"/>
            </a:xfrm>
          </p:grpSpPr>
          <p:sp>
            <p:nvSpPr>
              <p:cNvPr id="13428" name="Line 30"/>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9" name="Line 31"/>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30" name="Line 32"/>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420" name="Group 33"/>
            <p:cNvGrpSpPr>
              <a:grpSpLocks/>
            </p:cNvGrpSpPr>
            <p:nvPr/>
          </p:nvGrpSpPr>
          <p:grpSpPr bwMode="auto">
            <a:xfrm>
              <a:off x="2934" y="9158"/>
              <a:ext cx="360" cy="360"/>
              <a:chOff x="2214" y="9158"/>
              <a:chExt cx="360" cy="360"/>
            </a:xfrm>
          </p:grpSpPr>
          <p:sp>
            <p:nvSpPr>
              <p:cNvPr id="13425" name="Line 34"/>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6" name="Line 35"/>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7" name="Line 36"/>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421" name="Group 37"/>
            <p:cNvGrpSpPr>
              <a:grpSpLocks/>
            </p:cNvGrpSpPr>
            <p:nvPr/>
          </p:nvGrpSpPr>
          <p:grpSpPr bwMode="auto">
            <a:xfrm>
              <a:off x="2214" y="9158"/>
              <a:ext cx="360" cy="360"/>
              <a:chOff x="2214" y="9158"/>
              <a:chExt cx="360" cy="360"/>
            </a:xfrm>
          </p:grpSpPr>
          <p:sp>
            <p:nvSpPr>
              <p:cNvPr id="13422" name="Line 38"/>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3" name="Line 39"/>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24" name="Line 40"/>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3340" name="Group 41"/>
          <p:cNvGrpSpPr>
            <a:grpSpLocks/>
          </p:cNvGrpSpPr>
          <p:nvPr/>
        </p:nvGrpSpPr>
        <p:grpSpPr bwMode="auto">
          <a:xfrm>
            <a:off x="2384425" y="1541463"/>
            <a:ext cx="419100" cy="427037"/>
            <a:chOff x="2214" y="9158"/>
            <a:chExt cx="1080" cy="360"/>
          </a:xfrm>
        </p:grpSpPr>
        <p:grpSp>
          <p:nvGrpSpPr>
            <p:cNvPr id="13407" name="Group 42"/>
            <p:cNvGrpSpPr>
              <a:grpSpLocks/>
            </p:cNvGrpSpPr>
            <p:nvPr/>
          </p:nvGrpSpPr>
          <p:grpSpPr bwMode="auto">
            <a:xfrm>
              <a:off x="2574" y="9158"/>
              <a:ext cx="360" cy="360"/>
              <a:chOff x="2214" y="9158"/>
              <a:chExt cx="360" cy="360"/>
            </a:xfrm>
          </p:grpSpPr>
          <p:sp>
            <p:nvSpPr>
              <p:cNvPr id="13416" name="Line 4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7" name="Line 4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8" name="Line 4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408" name="Group 46"/>
            <p:cNvGrpSpPr>
              <a:grpSpLocks/>
            </p:cNvGrpSpPr>
            <p:nvPr/>
          </p:nvGrpSpPr>
          <p:grpSpPr bwMode="auto">
            <a:xfrm>
              <a:off x="2934" y="9158"/>
              <a:ext cx="360" cy="360"/>
              <a:chOff x="2214" y="9158"/>
              <a:chExt cx="360" cy="360"/>
            </a:xfrm>
          </p:grpSpPr>
          <p:sp>
            <p:nvSpPr>
              <p:cNvPr id="13413" name="Line 4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4" name="Line 4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5" name="Line 4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409" name="Group 50"/>
            <p:cNvGrpSpPr>
              <a:grpSpLocks/>
            </p:cNvGrpSpPr>
            <p:nvPr/>
          </p:nvGrpSpPr>
          <p:grpSpPr bwMode="auto">
            <a:xfrm>
              <a:off x="2214" y="9158"/>
              <a:ext cx="360" cy="360"/>
              <a:chOff x="2214" y="9158"/>
              <a:chExt cx="360" cy="360"/>
            </a:xfrm>
          </p:grpSpPr>
          <p:sp>
            <p:nvSpPr>
              <p:cNvPr id="13410" name="Line 51"/>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1" name="Line 52"/>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412" name="Line 53"/>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13342" name="Group 67"/>
          <p:cNvGrpSpPr>
            <a:grpSpLocks/>
          </p:cNvGrpSpPr>
          <p:nvPr/>
        </p:nvGrpSpPr>
        <p:grpSpPr bwMode="auto">
          <a:xfrm rot="5400000">
            <a:off x="4895056" y="1534319"/>
            <a:ext cx="427038" cy="419100"/>
            <a:chOff x="2214" y="9158"/>
            <a:chExt cx="1080" cy="360"/>
          </a:xfrm>
        </p:grpSpPr>
        <p:grpSp>
          <p:nvGrpSpPr>
            <p:cNvPr id="13383" name="Group 68"/>
            <p:cNvGrpSpPr>
              <a:grpSpLocks/>
            </p:cNvGrpSpPr>
            <p:nvPr/>
          </p:nvGrpSpPr>
          <p:grpSpPr bwMode="auto">
            <a:xfrm>
              <a:off x="2574" y="9158"/>
              <a:ext cx="360" cy="360"/>
              <a:chOff x="2214" y="9158"/>
              <a:chExt cx="360" cy="360"/>
            </a:xfrm>
          </p:grpSpPr>
          <p:sp>
            <p:nvSpPr>
              <p:cNvPr id="13392" name="Line 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3" name="Line 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4" name="Line 71"/>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384" name="Group 72"/>
            <p:cNvGrpSpPr>
              <a:grpSpLocks/>
            </p:cNvGrpSpPr>
            <p:nvPr/>
          </p:nvGrpSpPr>
          <p:grpSpPr bwMode="auto">
            <a:xfrm>
              <a:off x="2934" y="9158"/>
              <a:ext cx="360" cy="360"/>
              <a:chOff x="2214" y="9158"/>
              <a:chExt cx="360" cy="360"/>
            </a:xfrm>
          </p:grpSpPr>
          <p:sp>
            <p:nvSpPr>
              <p:cNvPr id="13389" name="Line 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0" name="Line 74"/>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91" name="Line 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3385" name="Group 76"/>
            <p:cNvGrpSpPr>
              <a:grpSpLocks/>
            </p:cNvGrpSpPr>
            <p:nvPr/>
          </p:nvGrpSpPr>
          <p:grpSpPr bwMode="auto">
            <a:xfrm>
              <a:off x="2214" y="9158"/>
              <a:ext cx="360" cy="360"/>
              <a:chOff x="2214" y="9158"/>
              <a:chExt cx="360" cy="360"/>
            </a:xfrm>
          </p:grpSpPr>
          <p:sp>
            <p:nvSpPr>
              <p:cNvPr id="13386" name="Line 77"/>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87" name="Line 78"/>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88" name="Line 79"/>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13343" name="Line 80"/>
          <p:cNvSpPr>
            <a:spLocks noChangeShapeType="1"/>
          </p:cNvSpPr>
          <p:nvPr/>
        </p:nvSpPr>
        <p:spPr bwMode="auto">
          <a:xfrm>
            <a:off x="5108575"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4" name="Line 81"/>
          <p:cNvSpPr>
            <a:spLocks noChangeShapeType="1"/>
          </p:cNvSpPr>
          <p:nvPr/>
        </p:nvSpPr>
        <p:spPr bwMode="auto">
          <a:xfrm>
            <a:off x="5108575" y="1960563"/>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5" name="Line 82"/>
          <p:cNvSpPr>
            <a:spLocks noChangeShapeType="1"/>
          </p:cNvSpPr>
          <p:nvPr/>
        </p:nvSpPr>
        <p:spPr bwMode="auto">
          <a:xfrm flipV="1">
            <a:off x="4497388"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6" name="Line 83"/>
          <p:cNvSpPr>
            <a:spLocks noChangeShapeType="1"/>
          </p:cNvSpPr>
          <p:nvPr/>
        </p:nvSpPr>
        <p:spPr bwMode="auto">
          <a:xfrm>
            <a:off x="4510088" y="1947863"/>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47" name="Line 84"/>
          <p:cNvSpPr>
            <a:spLocks noChangeShapeType="1"/>
          </p:cNvSpPr>
          <p:nvPr/>
        </p:nvSpPr>
        <p:spPr bwMode="auto">
          <a:xfrm flipV="1">
            <a:off x="3852863" y="1246188"/>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350" name="Rectangle 87"/>
          <p:cNvSpPr>
            <a:spLocks noChangeArrowheads="1"/>
          </p:cNvSpPr>
          <p:nvPr/>
        </p:nvSpPr>
        <p:spPr bwMode="auto">
          <a:xfrm>
            <a:off x="1951038" y="125730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13351" name="Rectangle 88"/>
          <p:cNvSpPr>
            <a:spLocks noChangeArrowheads="1"/>
          </p:cNvSpPr>
          <p:nvPr/>
        </p:nvSpPr>
        <p:spPr bwMode="auto">
          <a:xfrm>
            <a:off x="1947863" y="350838"/>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3</a:t>
            </a:r>
            <a:endParaRPr lang="es-ES" sz="2000" b="1">
              <a:solidFill>
                <a:srgbClr val="008000"/>
              </a:solidFill>
              <a:latin typeface="Arial" panose="020B0604020202020204" pitchFamily="34" charset="0"/>
              <a:sym typeface="Symbol" panose="05050102010706020507" pitchFamily="18" charset="2"/>
            </a:endParaRPr>
          </a:p>
        </p:txBody>
      </p:sp>
      <p:sp>
        <p:nvSpPr>
          <p:cNvPr id="13352" name="Rectangle 89"/>
          <p:cNvSpPr>
            <a:spLocks noChangeArrowheads="1"/>
          </p:cNvSpPr>
          <p:nvPr/>
        </p:nvSpPr>
        <p:spPr bwMode="auto">
          <a:xfrm>
            <a:off x="4648547" y="1025425"/>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sp>
        <p:nvSpPr>
          <p:cNvPr id="13355" name="Oval 96"/>
          <p:cNvSpPr>
            <a:spLocks noChangeArrowheads="1"/>
          </p:cNvSpPr>
          <p:nvPr/>
        </p:nvSpPr>
        <p:spPr bwMode="auto">
          <a:xfrm>
            <a:off x="1497013" y="1746250"/>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3356" name="Rectangle 97"/>
          <p:cNvSpPr>
            <a:spLocks noChangeArrowheads="1"/>
          </p:cNvSpPr>
          <p:nvPr/>
        </p:nvSpPr>
        <p:spPr bwMode="auto">
          <a:xfrm>
            <a:off x="1143000" y="149542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13358" name="Text Box 145"/>
          <p:cNvSpPr txBox="1">
            <a:spLocks noChangeArrowheads="1"/>
          </p:cNvSpPr>
          <p:nvPr/>
        </p:nvSpPr>
        <p:spPr bwMode="auto">
          <a:xfrm>
            <a:off x="3536950" y="1106488"/>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13359" name="Text Box 146"/>
          <p:cNvSpPr txBox="1">
            <a:spLocks noChangeArrowheads="1"/>
          </p:cNvSpPr>
          <p:nvPr/>
        </p:nvSpPr>
        <p:spPr bwMode="auto">
          <a:xfrm>
            <a:off x="4186238" y="1462088"/>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grpSp>
        <p:nvGrpSpPr>
          <p:cNvPr id="13364" name="Group 217"/>
          <p:cNvGrpSpPr>
            <a:grpSpLocks/>
          </p:cNvGrpSpPr>
          <p:nvPr/>
        </p:nvGrpSpPr>
        <p:grpSpPr bwMode="auto">
          <a:xfrm>
            <a:off x="1519238" y="325826"/>
            <a:ext cx="2984499" cy="2266950"/>
            <a:chOff x="957" y="105"/>
            <a:chExt cx="1880" cy="1428"/>
          </a:xfrm>
        </p:grpSpPr>
        <p:sp>
          <p:nvSpPr>
            <p:cNvPr id="13369" name="Line 100"/>
            <p:cNvSpPr>
              <a:spLocks noChangeShapeType="1"/>
            </p:cNvSpPr>
            <p:nvPr/>
          </p:nvSpPr>
          <p:spPr bwMode="auto">
            <a:xfrm flipH="1" flipV="1">
              <a:off x="1884" y="1531"/>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3370" name="Text Box 101"/>
            <p:cNvSpPr txBox="1">
              <a:spLocks noChangeArrowheads="1"/>
            </p:cNvSpPr>
            <p:nvPr/>
          </p:nvSpPr>
          <p:spPr bwMode="auto">
            <a:xfrm>
              <a:off x="1856" y="1163"/>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r>
                <a:rPr lang="es-ES" sz="2000" b="1">
                  <a:solidFill>
                    <a:srgbClr val="3333FF"/>
                  </a:solidFill>
                  <a:latin typeface="Comic Sans MS" panose="030F0702030302020204" pitchFamily="66" charset="0"/>
                </a:rPr>
                <a:t>’</a:t>
              </a:r>
            </a:p>
          </p:txBody>
        </p:sp>
        <p:sp>
          <p:nvSpPr>
            <p:cNvPr id="13371" name="Text Box 102"/>
            <p:cNvSpPr txBox="1">
              <a:spLocks noChangeArrowheads="1"/>
            </p:cNvSpPr>
            <p:nvPr/>
          </p:nvSpPr>
          <p:spPr bwMode="auto">
            <a:xfrm>
              <a:off x="957" y="105"/>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dirty="0">
                  <a:solidFill>
                    <a:srgbClr val="3333FF"/>
                  </a:solidFill>
                  <a:latin typeface="Comic Sans MS" panose="030F0702030302020204" pitchFamily="66" charset="0"/>
                </a:rPr>
                <a:t>I</a:t>
              </a:r>
              <a:r>
                <a:rPr lang="es-ES" sz="2000" b="1" baseline="-25000" dirty="0">
                  <a:solidFill>
                    <a:srgbClr val="3333FF"/>
                  </a:solidFill>
                  <a:latin typeface="Comic Sans MS" panose="030F0702030302020204" pitchFamily="66" charset="0"/>
                </a:rPr>
                <a:t>3</a:t>
              </a:r>
              <a:r>
                <a:rPr lang="es-ES" sz="2000" b="1" dirty="0">
                  <a:solidFill>
                    <a:srgbClr val="3333FF"/>
                  </a:solidFill>
                  <a:latin typeface="Comic Sans MS" panose="030F0702030302020204" pitchFamily="66" charset="0"/>
                </a:rPr>
                <a:t>’</a:t>
              </a:r>
            </a:p>
          </p:txBody>
        </p:sp>
        <p:sp>
          <p:nvSpPr>
            <p:cNvPr id="13372" name="Line 103"/>
            <p:cNvSpPr>
              <a:spLocks noChangeShapeType="1"/>
            </p:cNvSpPr>
            <p:nvPr/>
          </p:nvSpPr>
          <p:spPr bwMode="auto">
            <a:xfrm flipV="1">
              <a:off x="1085" y="434"/>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3373" name="Text Box 104"/>
            <p:cNvSpPr txBox="1">
              <a:spLocks noChangeArrowheads="1"/>
            </p:cNvSpPr>
            <p:nvPr/>
          </p:nvSpPr>
          <p:spPr bwMode="auto">
            <a:xfrm>
              <a:off x="967" y="591"/>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r>
                <a:rPr lang="es-ES" sz="2000" b="1">
                  <a:solidFill>
                    <a:srgbClr val="3333FF"/>
                  </a:solidFill>
                  <a:latin typeface="Comic Sans MS" panose="030F0702030302020204" pitchFamily="66" charset="0"/>
                </a:rPr>
                <a:t>’</a:t>
              </a:r>
            </a:p>
          </p:txBody>
        </p:sp>
        <p:sp>
          <p:nvSpPr>
            <p:cNvPr id="13374" name="Line 111"/>
            <p:cNvSpPr>
              <a:spLocks noChangeShapeType="1"/>
            </p:cNvSpPr>
            <p:nvPr/>
          </p:nvSpPr>
          <p:spPr bwMode="auto">
            <a:xfrm flipV="1">
              <a:off x="1105" y="1022"/>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3375" name="Line 100"/>
            <p:cNvSpPr>
              <a:spLocks noChangeShapeType="1"/>
            </p:cNvSpPr>
            <p:nvPr/>
          </p:nvSpPr>
          <p:spPr bwMode="auto">
            <a:xfrm rot="16200000" flipH="1" flipV="1">
              <a:off x="2769" y="1297"/>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3376" name="Text Box 101"/>
            <p:cNvSpPr txBox="1">
              <a:spLocks noChangeArrowheads="1"/>
            </p:cNvSpPr>
            <p:nvPr/>
          </p:nvSpPr>
          <p:spPr bwMode="auto">
            <a:xfrm>
              <a:off x="2537" y="1161"/>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13377" name="Line 100"/>
            <p:cNvSpPr>
              <a:spLocks noChangeShapeType="1"/>
            </p:cNvSpPr>
            <p:nvPr/>
          </p:nvSpPr>
          <p:spPr bwMode="auto">
            <a:xfrm flipH="1" flipV="1">
              <a:off x="2221" y="1533"/>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3378" name="Text Box 101"/>
            <p:cNvSpPr txBox="1">
              <a:spLocks noChangeArrowheads="1"/>
            </p:cNvSpPr>
            <p:nvPr/>
          </p:nvSpPr>
          <p:spPr bwMode="auto">
            <a:xfrm>
              <a:off x="2193" y="1165"/>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grpSp>
      <p:sp>
        <p:nvSpPr>
          <p:cNvPr id="2" name="Text Box 126"/>
          <p:cNvSpPr txBox="1">
            <a:spLocks noChangeArrowheads="1"/>
          </p:cNvSpPr>
          <p:nvPr/>
        </p:nvSpPr>
        <p:spPr bwMode="auto">
          <a:xfrm>
            <a:off x="6510651" y="3729609"/>
            <a:ext cx="1854332"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V</a:t>
            </a:r>
            <a:r>
              <a:rPr lang="es-ES" sz="2400" baseline="-25000" dirty="0">
                <a:solidFill>
                  <a:srgbClr val="000000"/>
                </a:solidFill>
                <a:latin typeface="Arial" panose="020B0604020202020204" pitchFamily="34" charset="0"/>
              </a:rPr>
              <a:t>1</a:t>
            </a:r>
            <a:r>
              <a:rPr lang="es-ES" sz="2400" dirty="0">
                <a:solidFill>
                  <a:srgbClr val="000000"/>
                </a:solidFill>
                <a:latin typeface="Arial" panose="020B0604020202020204" pitchFamily="34" charset="0"/>
              </a:rPr>
              <a:t>’ = </a:t>
            </a:r>
            <a:r>
              <a:rPr lang="es-ES" sz="28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 </a:t>
            </a:r>
            <a:r>
              <a:rPr lang="es-ES" sz="2400" dirty="0">
                <a:solidFill>
                  <a:srgbClr val="000000"/>
                </a:solidFill>
                <a:latin typeface="Arial" panose="020B0604020202020204" pitchFamily="34" charset="0"/>
              </a:rPr>
              <a:t>V</a:t>
            </a:r>
            <a:r>
              <a:rPr lang="es-ES" sz="2400" baseline="-25000" dirty="0">
                <a:solidFill>
                  <a:srgbClr val="000000"/>
                </a:solidFill>
                <a:latin typeface="Arial" panose="020B0604020202020204" pitchFamily="34" charset="0"/>
              </a:rPr>
              <a:t>3</a:t>
            </a:r>
            <a:r>
              <a:rPr lang="es-ES" sz="2400" dirty="0">
                <a:solidFill>
                  <a:srgbClr val="000000"/>
                </a:solidFill>
                <a:latin typeface="Arial" panose="020B0604020202020204" pitchFamily="34" charset="0"/>
              </a:rPr>
              <a:t>’</a:t>
            </a:r>
            <a:endParaRPr lang="es-ES" sz="2400" dirty="0">
              <a:solidFill>
                <a:srgbClr val="000000"/>
              </a:solidFill>
              <a:latin typeface="Arial" panose="020B0604020202020204" pitchFamily="34" charset="0"/>
              <a:sym typeface="Symbol" panose="05050102010706020507" pitchFamily="18" charset="2"/>
            </a:endParaRPr>
          </a:p>
        </p:txBody>
      </p:sp>
      <p:sp>
        <p:nvSpPr>
          <p:cNvPr id="486506" name="Text Box 106"/>
          <p:cNvSpPr txBox="1">
            <a:spLocks noChangeArrowheads="1"/>
          </p:cNvSpPr>
          <p:nvPr/>
        </p:nvSpPr>
        <p:spPr bwMode="auto">
          <a:xfrm>
            <a:off x="3472467" y="6206526"/>
            <a:ext cx="4850921" cy="536549"/>
          </a:xfrm>
          <a:prstGeom prst="rect">
            <a:avLst/>
          </a:prstGeom>
          <a:no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R</a:t>
            </a:r>
            <a:r>
              <a:rPr lang="es-ES" sz="2400" baseline="-25000" dirty="0">
                <a:solidFill>
                  <a:srgbClr val="000000"/>
                </a:solidFill>
                <a:latin typeface="Arial" panose="020B0604020202020204" pitchFamily="34" charset="0"/>
                <a:sym typeface="Symbol" panose="05050102010706020507" pitchFamily="18" charset="2"/>
              </a:rPr>
              <a:t>2</a:t>
            </a:r>
            <a:r>
              <a:rPr lang="es-ES" sz="2400" dirty="0">
                <a:solidFill>
                  <a:srgbClr val="000000"/>
                </a:solidFill>
                <a:latin typeface="Arial" panose="020B0604020202020204" pitchFamily="34" charset="0"/>
                <a:sym typeface="Symbol" panose="05050102010706020507" pitchFamily="18" charset="2"/>
              </a:rPr>
              <a:t> = V</a:t>
            </a:r>
            <a:r>
              <a:rPr lang="es-ES" sz="2400" baseline="-25000" dirty="0">
                <a:solidFill>
                  <a:srgbClr val="000000"/>
                </a:solidFill>
                <a:latin typeface="Arial" panose="020B0604020202020204" pitchFamily="34" charset="0"/>
                <a:sym typeface="Symbol" panose="05050102010706020507" pitchFamily="18" charset="2"/>
              </a:rPr>
              <a:t>2</a:t>
            </a:r>
            <a:r>
              <a:rPr lang="es-ES" sz="2400" dirty="0">
                <a:solidFill>
                  <a:srgbClr val="000000"/>
                </a:solidFill>
                <a:latin typeface="Arial" panose="020B0604020202020204" pitchFamily="34" charset="0"/>
                <a:sym typeface="Symbol" panose="05050102010706020507" pitchFamily="18" charset="2"/>
              </a:rPr>
              <a:t>’ / </a:t>
            </a:r>
            <a:r>
              <a:rPr lang="es-ES" sz="2400" dirty="0">
                <a:solidFill>
                  <a:srgbClr val="000000"/>
                </a:solidFill>
                <a:latin typeface="Comic Sans MS" panose="030F0702030302020204" pitchFamily="66" charset="0"/>
                <a:sym typeface="Symbol" panose="05050102010706020507" pitchFamily="18" charset="2"/>
              </a:rPr>
              <a:t>I</a:t>
            </a:r>
            <a:r>
              <a:rPr lang="es-ES" sz="2400" baseline="-25000" dirty="0">
                <a:solidFill>
                  <a:srgbClr val="000000"/>
                </a:solidFill>
                <a:latin typeface="Arial" panose="020B0604020202020204" pitchFamily="34" charset="0"/>
                <a:sym typeface="Symbol" panose="05050102010706020507" pitchFamily="18" charset="2"/>
              </a:rPr>
              <a:t>2</a:t>
            </a:r>
            <a:r>
              <a:rPr lang="es-ES" sz="2400" dirty="0">
                <a:solidFill>
                  <a:srgbClr val="000000"/>
                </a:solidFill>
                <a:latin typeface="Arial" panose="020B0604020202020204" pitchFamily="34" charset="0"/>
                <a:sym typeface="Symbol" panose="05050102010706020507" pitchFamily="18" charset="2"/>
              </a:rPr>
              <a:t>’ = (1,5 / 7) / (1,5</a:t>
            </a:r>
            <a:r>
              <a:rPr lang="es-ES" sz="2400" baseline="-250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Arial" panose="020B0604020202020204" pitchFamily="34" charset="0"/>
                <a:sym typeface="Symbol" panose="05050102010706020507" pitchFamily="18" charset="2"/>
              </a:rPr>
              <a:t>/</a:t>
            </a:r>
            <a:r>
              <a:rPr lang="es-ES" sz="2400" baseline="-250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Arial" panose="020B0604020202020204" pitchFamily="34" charset="0"/>
                <a:sym typeface="Symbol" panose="05050102010706020507" pitchFamily="18" charset="2"/>
              </a:rPr>
              <a:t>700)</a:t>
            </a:r>
            <a:endParaRPr lang="es-ES" sz="2400" baseline="-25000" dirty="0">
              <a:solidFill>
                <a:srgbClr val="FF0000"/>
              </a:solidFill>
              <a:latin typeface="Arial" panose="020B0604020202020204" pitchFamily="34" charset="0"/>
              <a:sym typeface="Symbol" panose="05050102010706020507" pitchFamily="18" charset="2"/>
            </a:endParaRPr>
          </a:p>
        </p:txBody>
      </p:sp>
      <p:sp>
        <p:nvSpPr>
          <p:cNvPr id="123" name="Rectangle 4"/>
          <p:cNvSpPr>
            <a:spLocks noChangeArrowheads="1"/>
          </p:cNvSpPr>
          <p:nvPr/>
        </p:nvSpPr>
        <p:spPr bwMode="auto">
          <a:xfrm>
            <a:off x="1246061" y="3240787"/>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1</a:t>
            </a:r>
            <a:r>
              <a:rPr lang="es-ES" sz="2400">
                <a:solidFill>
                  <a:srgbClr val="3333FF"/>
                </a:solidFill>
                <a:latin typeface="Arial" panose="020B0604020202020204" pitchFamily="34" charset="0"/>
                <a:sym typeface="Symbol" panose="05050102010706020507" pitchFamily="18" charset="2"/>
              </a:rPr>
              <a:t> = 300 </a:t>
            </a:r>
          </a:p>
        </p:txBody>
      </p:sp>
      <p:sp>
        <p:nvSpPr>
          <p:cNvPr id="126" name="Rectangle 7"/>
          <p:cNvSpPr>
            <a:spLocks noChangeArrowheads="1"/>
          </p:cNvSpPr>
          <p:nvPr/>
        </p:nvSpPr>
        <p:spPr bwMode="auto">
          <a:xfrm>
            <a:off x="1394207" y="3689432"/>
            <a:ext cx="1428894"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a:solidFill>
                  <a:srgbClr val="3333FF"/>
                </a:solidFill>
                <a:latin typeface="Arial" panose="020B0604020202020204" pitchFamily="34" charset="0"/>
                <a:sym typeface="Symbol" panose="05050102010706020507" pitchFamily="18" charset="2"/>
              </a:rPr>
              <a:t></a:t>
            </a:r>
            <a:r>
              <a:rPr lang="es-ES" sz="2400">
                <a:solidFill>
                  <a:srgbClr val="3333FF"/>
                </a:solidFill>
                <a:latin typeface="Arial" panose="020B0604020202020204" pitchFamily="34" charset="0"/>
                <a:sym typeface="Symbol" panose="05050102010706020507" pitchFamily="18" charset="2"/>
              </a:rPr>
              <a:t> = 1,5 V</a:t>
            </a:r>
          </a:p>
        </p:txBody>
      </p:sp>
      <p:sp>
        <p:nvSpPr>
          <p:cNvPr id="127" name="Text Box 122"/>
          <p:cNvSpPr txBox="1">
            <a:spLocks noChangeArrowheads="1"/>
          </p:cNvSpPr>
          <p:nvPr/>
        </p:nvSpPr>
        <p:spPr bwMode="auto">
          <a:xfrm>
            <a:off x="2899872" y="3776304"/>
            <a:ext cx="2851134" cy="587441"/>
          </a:xfrm>
          <a:prstGeom prst="rect">
            <a:avLst/>
          </a:prstGeom>
          <a:noFill/>
          <a:ln>
            <a:noFill/>
          </a:ln>
        </p:spPr>
        <p:txBody>
          <a:bodyPr wrap="square" lIns="108000" tIns="108000" rIns="108000" bIns="108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V</a:t>
            </a:r>
            <a:r>
              <a:rPr lang="es-ES" sz="2400" baseline="-25000">
                <a:solidFill>
                  <a:srgbClr val="3333FF"/>
                </a:solidFill>
                <a:latin typeface="Arial" panose="020B0604020202020204" pitchFamily="34" charset="0"/>
                <a:sym typeface="Symbol" panose="05050102010706020507" pitchFamily="18" charset="2"/>
              </a:rPr>
              <a:t>3</a:t>
            </a:r>
            <a:r>
              <a:rPr lang="es-ES" sz="2400">
                <a:solidFill>
                  <a:srgbClr val="3333FF"/>
                </a:solidFill>
                <a:latin typeface="Arial" panose="020B0604020202020204" pitchFamily="34" charset="0"/>
                <a:sym typeface="Symbol" panose="05050102010706020507" pitchFamily="18" charset="2"/>
              </a:rPr>
              <a:t>’ = V</a:t>
            </a:r>
            <a:r>
              <a:rPr lang="es-ES" sz="2400" baseline="-25000">
                <a:solidFill>
                  <a:srgbClr val="3333FF"/>
                </a:solidFill>
                <a:latin typeface="Arial" panose="020B0604020202020204" pitchFamily="34" charset="0"/>
                <a:sym typeface="Symbol" panose="05050102010706020507" pitchFamily="18" charset="2"/>
              </a:rPr>
              <a:t>2</a:t>
            </a:r>
            <a:r>
              <a:rPr lang="es-ES" sz="2400">
                <a:solidFill>
                  <a:srgbClr val="3333FF"/>
                </a:solidFill>
                <a:latin typeface="Arial" panose="020B0604020202020204" pitchFamily="34" charset="0"/>
                <a:sym typeface="Symbol" panose="05050102010706020507" pitchFamily="18" charset="2"/>
              </a:rPr>
              <a:t>’ = 1,5</a:t>
            </a:r>
            <a:r>
              <a:rPr lang="es-ES" sz="2400" baseline="-25000">
                <a:solidFill>
                  <a:srgbClr val="3333FF"/>
                </a:solidFill>
                <a:latin typeface="Arial" panose="020B0604020202020204" pitchFamily="34" charset="0"/>
                <a:sym typeface="Symbol" panose="05050102010706020507" pitchFamily="18" charset="2"/>
              </a:rPr>
              <a:t> </a:t>
            </a:r>
            <a:r>
              <a:rPr lang="es-ES" sz="2400">
                <a:solidFill>
                  <a:srgbClr val="3333FF"/>
                </a:solidFill>
                <a:latin typeface="Arial" panose="020B0604020202020204" pitchFamily="34" charset="0"/>
                <a:sym typeface="Symbol" panose="05050102010706020507" pitchFamily="18" charset="2"/>
              </a:rPr>
              <a:t>/</a:t>
            </a:r>
            <a:r>
              <a:rPr lang="es-ES" sz="2400" baseline="-25000">
                <a:solidFill>
                  <a:srgbClr val="3333FF"/>
                </a:solidFill>
                <a:latin typeface="Arial" panose="020B0604020202020204" pitchFamily="34" charset="0"/>
                <a:sym typeface="Symbol" panose="05050102010706020507" pitchFamily="18" charset="2"/>
              </a:rPr>
              <a:t> </a:t>
            </a:r>
            <a:r>
              <a:rPr lang="es-ES" sz="2400">
                <a:solidFill>
                  <a:srgbClr val="3333FF"/>
                </a:solidFill>
                <a:latin typeface="Arial" panose="020B0604020202020204" pitchFamily="34" charset="0"/>
                <a:sym typeface="Symbol" panose="05050102010706020507" pitchFamily="18" charset="2"/>
              </a:rPr>
              <a:t>7 V</a:t>
            </a:r>
            <a:endParaRPr lang="es-ES" sz="2400" baseline="-25000">
              <a:solidFill>
                <a:srgbClr val="3333FF"/>
              </a:solidFill>
              <a:latin typeface="Arial" panose="020B0604020202020204" pitchFamily="34" charset="0"/>
              <a:sym typeface="Symbol" panose="05050102010706020507" pitchFamily="18" charset="2"/>
            </a:endParaRPr>
          </a:p>
        </p:txBody>
      </p:sp>
      <p:sp>
        <p:nvSpPr>
          <p:cNvPr id="128" name="Text Box 129"/>
          <p:cNvSpPr txBox="1">
            <a:spLocks noChangeArrowheads="1"/>
          </p:cNvSpPr>
          <p:nvPr/>
        </p:nvSpPr>
        <p:spPr bwMode="auto">
          <a:xfrm>
            <a:off x="3000286" y="3234463"/>
            <a:ext cx="234145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Comic Sans MS" panose="030F0702030302020204" pitchFamily="66" charset="0"/>
                <a:sym typeface="Symbol" panose="05050102010706020507" pitchFamily="18" charset="2"/>
              </a:rPr>
              <a:t>I</a:t>
            </a:r>
            <a:r>
              <a:rPr lang="es-ES" sz="2400" baseline="-25000">
                <a:solidFill>
                  <a:srgbClr val="3333FF"/>
                </a:solidFill>
                <a:latin typeface="Arial" panose="020B0604020202020204" pitchFamily="34" charset="0"/>
                <a:sym typeface="Symbol" panose="05050102010706020507" pitchFamily="18" charset="2"/>
              </a:rPr>
              <a:t>3</a:t>
            </a:r>
            <a:r>
              <a:rPr lang="es-ES" sz="2400">
                <a:solidFill>
                  <a:srgbClr val="3333FF"/>
                </a:solidFill>
                <a:latin typeface="Arial" panose="020B0604020202020204" pitchFamily="34" charset="0"/>
                <a:sym typeface="Symbol" panose="05050102010706020507" pitchFamily="18" charset="2"/>
              </a:rPr>
              <a:t>’ = 1,5 / 700 A</a:t>
            </a:r>
          </a:p>
        </p:txBody>
      </p:sp>
      <p:sp>
        <p:nvSpPr>
          <p:cNvPr id="122" name="Text Box 127"/>
          <p:cNvSpPr txBox="1">
            <a:spLocks noChangeArrowheads="1"/>
          </p:cNvSpPr>
          <p:nvPr/>
        </p:nvSpPr>
        <p:spPr bwMode="auto">
          <a:xfrm>
            <a:off x="4132226" y="4555986"/>
            <a:ext cx="304151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(1,5  1,5 / 7) / 300</a:t>
            </a:r>
            <a:endParaRPr lang="es-ES" sz="2400" dirty="0">
              <a:solidFill>
                <a:srgbClr val="FF0000"/>
              </a:solidFill>
              <a:latin typeface="Arial" panose="020B0604020202020204" pitchFamily="34" charset="0"/>
              <a:sym typeface="Symbol" panose="05050102010706020507" pitchFamily="18" charset="2"/>
            </a:endParaRPr>
          </a:p>
        </p:txBody>
      </p:sp>
      <p:sp>
        <p:nvSpPr>
          <p:cNvPr id="124" name="Text Box 112">
            <a:extLst>
              <a:ext uri="{FF2B5EF4-FFF2-40B4-BE49-F238E27FC236}">
                <a16:creationId xmlns:a16="http://schemas.microsoft.com/office/drawing/2014/main" id="{70C61919-5601-42C4-A303-2EF72AC7BCBF}"/>
              </a:ext>
            </a:extLst>
          </p:cNvPr>
          <p:cNvSpPr txBox="1">
            <a:spLocks noChangeArrowheads="1"/>
          </p:cNvSpPr>
          <p:nvPr/>
        </p:nvSpPr>
        <p:spPr bwMode="auto">
          <a:xfrm>
            <a:off x="8867289" y="1664092"/>
            <a:ext cx="1425171"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dirty="0">
                <a:solidFill>
                  <a:srgbClr val="000000"/>
                </a:solidFill>
                <a:latin typeface="Comic Sans MS" panose="030F0702030302020204" pitchFamily="66" charset="0"/>
              </a:rPr>
              <a:t>I </a:t>
            </a:r>
            <a:r>
              <a:rPr lang="es-ES" sz="2400" dirty="0">
                <a:solidFill>
                  <a:srgbClr val="000000"/>
                </a:solidFill>
                <a:latin typeface="Arial" panose="020B0604020202020204" pitchFamily="34" charset="0"/>
              </a:rPr>
              <a:t>= V / R</a:t>
            </a:r>
            <a:endParaRPr lang="es-ES" sz="2800" dirty="0">
              <a:solidFill>
                <a:srgbClr val="000000"/>
              </a:solidFill>
              <a:latin typeface="Arial" panose="020B0604020202020204" pitchFamily="34" charset="0"/>
            </a:endParaRPr>
          </a:p>
        </p:txBody>
      </p:sp>
      <p:sp>
        <p:nvSpPr>
          <p:cNvPr id="125" name="Text Box 127">
            <a:extLst>
              <a:ext uri="{FF2B5EF4-FFF2-40B4-BE49-F238E27FC236}">
                <a16:creationId xmlns:a16="http://schemas.microsoft.com/office/drawing/2014/main" id="{B7A45A49-E567-461D-8478-1E53F2FD0714}"/>
              </a:ext>
            </a:extLst>
          </p:cNvPr>
          <p:cNvSpPr txBox="1">
            <a:spLocks noChangeArrowheads="1"/>
          </p:cNvSpPr>
          <p:nvPr/>
        </p:nvSpPr>
        <p:spPr bwMode="auto">
          <a:xfrm>
            <a:off x="7056161" y="4548585"/>
            <a:ext cx="312230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9 / 2100 = 3 / 700 A</a:t>
            </a:r>
            <a:endParaRPr lang="es-ES" sz="2400" dirty="0">
              <a:solidFill>
                <a:srgbClr val="FF0000"/>
              </a:solidFill>
              <a:latin typeface="Arial" panose="020B0604020202020204" pitchFamily="34" charset="0"/>
              <a:sym typeface="Symbol" panose="05050102010706020507" pitchFamily="18" charset="2"/>
            </a:endParaRPr>
          </a:p>
        </p:txBody>
      </p:sp>
      <p:sp>
        <p:nvSpPr>
          <p:cNvPr id="129" name="Text Box 108">
            <a:extLst>
              <a:ext uri="{FF2B5EF4-FFF2-40B4-BE49-F238E27FC236}">
                <a16:creationId xmlns:a16="http://schemas.microsoft.com/office/drawing/2014/main" id="{C7C9B5B2-7D7E-4951-A065-0596B323D35D}"/>
              </a:ext>
            </a:extLst>
          </p:cNvPr>
          <p:cNvSpPr txBox="1">
            <a:spLocks noChangeArrowheads="1"/>
          </p:cNvSpPr>
          <p:nvPr/>
        </p:nvSpPr>
        <p:spPr bwMode="auto">
          <a:xfrm>
            <a:off x="6237403" y="5362304"/>
            <a:ext cx="191684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1,5 / 700 A</a:t>
            </a:r>
            <a:endParaRPr lang="es-ES" sz="2400" dirty="0">
              <a:solidFill>
                <a:srgbClr val="FF0000"/>
              </a:solidFill>
              <a:latin typeface="Arial" panose="020B0604020202020204" pitchFamily="34" charset="0"/>
              <a:sym typeface="Symbol" panose="05050102010706020507" pitchFamily="18" charset="2"/>
            </a:endParaRPr>
          </a:p>
        </p:txBody>
      </p:sp>
      <p:sp>
        <p:nvSpPr>
          <p:cNvPr id="130" name="Text Box 106">
            <a:extLst>
              <a:ext uri="{FF2B5EF4-FFF2-40B4-BE49-F238E27FC236}">
                <a16:creationId xmlns:a16="http://schemas.microsoft.com/office/drawing/2014/main" id="{1102A49F-C843-4B3E-86AA-18982B589F8F}"/>
              </a:ext>
            </a:extLst>
          </p:cNvPr>
          <p:cNvSpPr txBox="1">
            <a:spLocks noChangeArrowheads="1"/>
          </p:cNvSpPr>
          <p:nvPr/>
        </p:nvSpPr>
        <p:spPr bwMode="auto">
          <a:xfrm>
            <a:off x="8215736" y="6203536"/>
            <a:ext cx="1281418" cy="536549"/>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100 </a:t>
            </a:r>
            <a:endParaRPr lang="es-ES" sz="2400" baseline="-25000" dirty="0">
              <a:solidFill>
                <a:srgbClr val="FF0000"/>
              </a:solidFill>
              <a:latin typeface="Arial" panose="020B0604020202020204" pitchFamily="34" charset="0"/>
              <a:sym typeface="Symbol" panose="05050102010706020507" pitchFamily="18" charset="2"/>
            </a:endParaRPr>
          </a:p>
        </p:txBody>
      </p:sp>
      <p:sp>
        <p:nvSpPr>
          <p:cNvPr id="132" name="Text Box 112">
            <a:extLst>
              <a:ext uri="{FF2B5EF4-FFF2-40B4-BE49-F238E27FC236}">
                <a16:creationId xmlns:a16="http://schemas.microsoft.com/office/drawing/2014/main" id="{571A48CA-8FD9-4B74-A02A-B700817C9BDE}"/>
              </a:ext>
            </a:extLst>
          </p:cNvPr>
          <p:cNvSpPr txBox="1">
            <a:spLocks noChangeArrowheads="1"/>
          </p:cNvSpPr>
          <p:nvPr/>
        </p:nvSpPr>
        <p:spPr bwMode="auto">
          <a:xfrm>
            <a:off x="1756299" y="6156843"/>
            <a:ext cx="1418759" cy="587441"/>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108000" tIns="108000" rIns="108000" bIns="108000" anchor="ctr" anchorCtr="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 = V / </a:t>
            </a:r>
            <a:r>
              <a:rPr lang="es-ES" sz="2400" dirty="0">
                <a:solidFill>
                  <a:srgbClr val="000000"/>
                </a:solidFill>
                <a:latin typeface="Comic Sans MS" panose="030F0702030302020204" pitchFamily="66" charset="0"/>
              </a:rPr>
              <a:t>I</a:t>
            </a:r>
            <a:endParaRPr lang="es-ES" sz="2800" dirty="0">
              <a:solidFill>
                <a:srgbClr val="000000"/>
              </a:solidFill>
              <a:latin typeface="Arial" panose="020B0604020202020204" pitchFamily="34" charset="0"/>
            </a:endParaRPr>
          </a:p>
        </p:txBody>
      </p:sp>
      <p:sp>
        <p:nvSpPr>
          <p:cNvPr id="133" name="CuadroTexto 132">
            <a:extLst>
              <a:ext uri="{FF2B5EF4-FFF2-40B4-BE49-F238E27FC236}">
                <a16:creationId xmlns:a16="http://schemas.microsoft.com/office/drawing/2014/main" id="{A8FDFA4C-D0CD-4817-A016-DE0BCAB4C2DA}"/>
              </a:ext>
            </a:extLst>
          </p:cNvPr>
          <p:cNvSpPr txBox="1">
            <a:spLocks noChangeArrowheads="1"/>
          </p:cNvSpPr>
          <p:nvPr/>
        </p:nvSpPr>
        <p:spPr bwMode="auto">
          <a:xfrm>
            <a:off x="5652029" y="462959"/>
            <a:ext cx="94609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a:t>
            </a:r>
            <a:r>
              <a:rPr lang="es-ES" sz="2400">
                <a:solidFill>
                  <a:srgbClr val="FF0000"/>
                </a:solidFill>
                <a:latin typeface="Comic Sans MS" panose="030F0702030302020204" pitchFamily="66" charset="0"/>
              </a:rPr>
              <a:t>I</a:t>
            </a:r>
            <a:r>
              <a:rPr lang="es-ES" sz="2400" baseline="-25000">
                <a:solidFill>
                  <a:srgbClr val="FF0000"/>
                </a:solidFill>
              </a:rPr>
              <a:t>2</a:t>
            </a:r>
            <a:r>
              <a:rPr lang="es-ES" sz="2400">
                <a:solidFill>
                  <a:srgbClr val="FF0000"/>
                </a:solidFill>
                <a:latin typeface="Comic Sans MS" panose="030F0702030302020204" pitchFamily="66" charset="0"/>
              </a:rPr>
              <a:t>'</a:t>
            </a:r>
            <a:r>
              <a:rPr lang="es-ES" sz="2400">
                <a:solidFill>
                  <a:srgbClr val="FF0000"/>
                </a:solidFill>
              </a:rPr>
              <a:t>?</a:t>
            </a:r>
            <a:endParaRPr lang="es-ES" sz="2400" dirty="0">
              <a:solidFill>
                <a:srgbClr val="FF0000"/>
              </a:solidFill>
            </a:endParaRPr>
          </a:p>
        </p:txBody>
      </p:sp>
      <p:sp>
        <p:nvSpPr>
          <p:cNvPr id="134" name="Text Box 123">
            <a:extLst>
              <a:ext uri="{FF2B5EF4-FFF2-40B4-BE49-F238E27FC236}">
                <a16:creationId xmlns:a16="http://schemas.microsoft.com/office/drawing/2014/main" id="{C6887411-F6DE-4B8D-8F49-B52B4AEF6B85}"/>
              </a:ext>
            </a:extLst>
          </p:cNvPr>
          <p:cNvSpPr txBox="1">
            <a:spLocks noChangeArrowheads="1"/>
          </p:cNvSpPr>
          <p:nvPr/>
        </p:nvSpPr>
        <p:spPr bwMode="auto">
          <a:xfrm>
            <a:off x="6745807" y="465702"/>
            <a:ext cx="2109401"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8000"/>
                </a:solidFill>
                <a:latin typeface="Arial" panose="020B0604020202020204" pitchFamily="34" charset="0"/>
                <a:sym typeface="Symbol" panose="05050102010706020507" pitchFamily="18" charset="2"/>
              </a:rPr>
              <a:t>Kirchhoff en P</a:t>
            </a:r>
          </a:p>
        </p:txBody>
      </p:sp>
      <p:sp>
        <p:nvSpPr>
          <p:cNvPr id="135" name="Text Box 126">
            <a:extLst>
              <a:ext uri="{FF2B5EF4-FFF2-40B4-BE49-F238E27FC236}">
                <a16:creationId xmlns:a16="http://schemas.microsoft.com/office/drawing/2014/main" id="{E2DF7200-F13F-46A1-B453-65F1413514F4}"/>
              </a:ext>
            </a:extLst>
          </p:cNvPr>
          <p:cNvSpPr txBox="1">
            <a:spLocks noChangeArrowheads="1"/>
          </p:cNvSpPr>
          <p:nvPr/>
        </p:nvSpPr>
        <p:spPr bwMode="auto">
          <a:xfrm>
            <a:off x="8563026" y="2408124"/>
            <a:ext cx="1763547"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008000"/>
                </a:solidFill>
                <a:latin typeface="Arial" panose="020B0604020202020204" pitchFamily="34" charset="0"/>
                <a:sym typeface="Symbol" panose="05050102010706020507" pitchFamily="18" charset="2"/>
              </a:rPr>
              <a:t>Kirchhoff en malla</a:t>
            </a:r>
          </a:p>
        </p:txBody>
      </p:sp>
      <p:sp>
        <p:nvSpPr>
          <p:cNvPr id="136" name="AutoShape 167">
            <a:extLst>
              <a:ext uri="{FF2B5EF4-FFF2-40B4-BE49-F238E27FC236}">
                <a16:creationId xmlns:a16="http://schemas.microsoft.com/office/drawing/2014/main" id="{65549070-E821-4E55-A466-EDAE1816D700}"/>
              </a:ext>
            </a:extLst>
          </p:cNvPr>
          <p:cNvSpPr>
            <a:spLocks noChangeArrowheads="1"/>
          </p:cNvSpPr>
          <p:nvPr/>
        </p:nvSpPr>
        <p:spPr bwMode="auto">
          <a:xfrm>
            <a:off x="10202433" y="2605609"/>
            <a:ext cx="427182" cy="49539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2147483646 w 21600"/>
              <a:gd name="T9" fmla="*/ 2147483646 h 21600"/>
              <a:gd name="T10" fmla="*/ 2147483646 w 21600"/>
              <a:gd name="T11" fmla="*/ 2147483646 h 21600"/>
              <a:gd name="T12" fmla="*/ 0 60000 65536"/>
              <a:gd name="T13" fmla="*/ 0 60000 65536"/>
              <a:gd name="T14" fmla="*/ 0 60000 65536"/>
              <a:gd name="T15" fmla="*/ 0 60000 65536"/>
              <a:gd name="T16" fmla="*/ 0 60000 65536"/>
              <a:gd name="T17" fmla="*/ 0 60000 65536"/>
              <a:gd name="T18" fmla="*/ 3163 w 21600"/>
              <a:gd name="T19" fmla="*/ 3163 h 21600"/>
              <a:gd name="T20" fmla="*/ 18437 w 21600"/>
              <a:gd name="T21" fmla="*/ 18437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362" y="15230"/>
                </a:moveTo>
                <a:cubicBezTo>
                  <a:pt x="10507" y="15244"/>
                  <a:pt x="10653" y="15252"/>
                  <a:pt x="10800" y="15252"/>
                </a:cubicBezTo>
                <a:cubicBezTo>
                  <a:pt x="13258" y="15252"/>
                  <a:pt x="15252" y="13258"/>
                  <a:pt x="15252" y="10800"/>
                </a:cubicBezTo>
                <a:cubicBezTo>
                  <a:pt x="15252" y="8341"/>
                  <a:pt x="13258" y="6348"/>
                  <a:pt x="10800" y="6348"/>
                </a:cubicBezTo>
                <a:cubicBezTo>
                  <a:pt x="8341" y="6348"/>
                  <a:pt x="6348" y="8341"/>
                  <a:pt x="6348" y="10800"/>
                </a:cubicBezTo>
                <a:lnTo>
                  <a:pt x="0" y="10800"/>
                </a:lnTo>
                <a:cubicBezTo>
                  <a:pt x="0" y="4835"/>
                  <a:pt x="4835" y="0"/>
                  <a:pt x="10800" y="0"/>
                </a:cubicBezTo>
                <a:cubicBezTo>
                  <a:pt x="16764" y="0"/>
                  <a:pt x="21600" y="4835"/>
                  <a:pt x="21600" y="10800"/>
                </a:cubicBezTo>
                <a:cubicBezTo>
                  <a:pt x="21600" y="16764"/>
                  <a:pt x="16764" y="21600"/>
                  <a:pt x="10800" y="21600"/>
                </a:cubicBezTo>
                <a:cubicBezTo>
                  <a:pt x="10445" y="21600"/>
                  <a:pt x="10090" y="21582"/>
                  <a:pt x="9737" y="21547"/>
                </a:cubicBezTo>
                <a:lnTo>
                  <a:pt x="9472" y="24234"/>
                </a:lnTo>
                <a:lnTo>
                  <a:pt x="4203" y="17811"/>
                </a:lnTo>
                <a:lnTo>
                  <a:pt x="10627" y="12543"/>
                </a:lnTo>
                <a:lnTo>
                  <a:pt x="10362" y="15230"/>
                </a:lnTo>
                <a:close/>
              </a:path>
            </a:pathLst>
          </a:custGeom>
          <a:solidFill>
            <a:srgbClr val="FF0000"/>
          </a:solidFill>
          <a:ln>
            <a:noFill/>
          </a:ln>
        </p:spPr>
        <p:txBody>
          <a:bodyPr wrap="none" lIns="90000" tIns="82800" rIns="90000" bIns="82800" anchor="ctr"/>
          <a:lstStyle/>
          <a:p>
            <a:endParaRPr lang="es-ES"/>
          </a:p>
        </p:txBody>
      </p:sp>
      <p:sp>
        <p:nvSpPr>
          <p:cNvPr id="138" name="Text Box 126">
            <a:extLst>
              <a:ext uri="{FF2B5EF4-FFF2-40B4-BE49-F238E27FC236}">
                <a16:creationId xmlns:a16="http://schemas.microsoft.com/office/drawing/2014/main" id="{E5FC0089-5A05-4F89-A642-E1857D969545}"/>
              </a:ext>
            </a:extLst>
          </p:cNvPr>
          <p:cNvSpPr txBox="1">
            <a:spLocks noChangeArrowheads="1"/>
          </p:cNvSpPr>
          <p:nvPr/>
        </p:nvSpPr>
        <p:spPr bwMode="auto">
          <a:xfrm>
            <a:off x="8193419" y="3730515"/>
            <a:ext cx="1329508"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 </a:t>
            </a:r>
            <a:r>
              <a:rPr lang="es-ES" sz="28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 </a:t>
            </a:r>
            <a:r>
              <a:rPr lang="es-ES" sz="2400" dirty="0">
                <a:solidFill>
                  <a:srgbClr val="000000"/>
                </a:solidFill>
                <a:latin typeface="Arial" panose="020B0604020202020204" pitchFamily="34" charset="0"/>
              </a:rPr>
              <a:t>V</a:t>
            </a:r>
            <a:r>
              <a:rPr lang="es-ES" sz="2400" baseline="-25000" dirty="0">
                <a:solidFill>
                  <a:srgbClr val="000000"/>
                </a:solidFill>
                <a:latin typeface="Arial" panose="020B0604020202020204" pitchFamily="34" charset="0"/>
              </a:rPr>
              <a:t>2</a:t>
            </a:r>
            <a:r>
              <a:rPr lang="es-ES" sz="2400" dirty="0">
                <a:solidFill>
                  <a:srgbClr val="000000"/>
                </a:solidFill>
                <a:latin typeface="Arial" panose="020B0604020202020204" pitchFamily="34" charset="0"/>
              </a:rPr>
              <a:t>’</a:t>
            </a:r>
            <a:endParaRPr lang="es-ES" sz="2400" dirty="0">
              <a:solidFill>
                <a:srgbClr val="000000"/>
              </a:solidFill>
              <a:latin typeface="Arial" panose="020B0604020202020204" pitchFamily="34" charset="0"/>
              <a:sym typeface="Symbol" panose="05050102010706020507" pitchFamily="18" charset="2"/>
            </a:endParaRPr>
          </a:p>
        </p:txBody>
      </p:sp>
      <p:sp>
        <p:nvSpPr>
          <p:cNvPr id="3" name="Line 23">
            <a:extLst>
              <a:ext uri="{FF2B5EF4-FFF2-40B4-BE49-F238E27FC236}">
                <a16:creationId xmlns:a16="http://schemas.microsoft.com/office/drawing/2014/main" id="{848E074F-5E3D-3C52-6DA8-E900EB7A1653}"/>
              </a:ext>
            </a:extLst>
          </p:cNvPr>
          <p:cNvSpPr>
            <a:spLocks noChangeShapeType="1"/>
          </p:cNvSpPr>
          <p:nvPr/>
        </p:nvSpPr>
        <p:spPr bwMode="auto">
          <a:xfrm flipH="1">
            <a:off x="3936619" y="2601024"/>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4" name="Group 11">
            <a:extLst>
              <a:ext uri="{FF2B5EF4-FFF2-40B4-BE49-F238E27FC236}">
                <a16:creationId xmlns:a16="http://schemas.microsoft.com/office/drawing/2014/main" id="{75698FB7-5014-DB48-8992-2B8A4443B47A}"/>
              </a:ext>
            </a:extLst>
          </p:cNvPr>
          <p:cNvGrpSpPr>
            <a:grpSpLocks/>
          </p:cNvGrpSpPr>
          <p:nvPr/>
        </p:nvGrpSpPr>
        <p:grpSpPr bwMode="auto">
          <a:xfrm>
            <a:off x="3860419" y="2366074"/>
            <a:ext cx="73025" cy="427037"/>
            <a:chOff x="5153" y="6274"/>
            <a:chExt cx="63" cy="360"/>
          </a:xfrm>
        </p:grpSpPr>
        <p:sp>
          <p:nvSpPr>
            <p:cNvPr id="5" name="Line 12">
              <a:extLst>
                <a:ext uri="{FF2B5EF4-FFF2-40B4-BE49-F238E27FC236}">
                  <a16:creationId xmlns:a16="http://schemas.microsoft.com/office/drawing/2014/main" id="{47A67C73-9C6F-F9B8-C592-1E4E89F1232C}"/>
                </a:ext>
              </a:extLst>
            </p:cNvPr>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 name="Line 13">
              <a:extLst>
                <a:ext uri="{FF2B5EF4-FFF2-40B4-BE49-F238E27FC236}">
                  <a16:creationId xmlns:a16="http://schemas.microsoft.com/office/drawing/2014/main" id="{AE322A84-A1E2-6726-F28C-961D1908A9CB}"/>
                </a:ext>
              </a:extLst>
            </p:cNvPr>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 name="Line 21">
            <a:extLst>
              <a:ext uri="{FF2B5EF4-FFF2-40B4-BE49-F238E27FC236}">
                <a16:creationId xmlns:a16="http://schemas.microsoft.com/office/drawing/2014/main" id="{9DB9A951-B52F-B0C0-1028-20CC5D35D297}"/>
              </a:ext>
            </a:extLst>
          </p:cNvPr>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 name="Line 22">
            <a:extLst>
              <a:ext uri="{FF2B5EF4-FFF2-40B4-BE49-F238E27FC236}">
                <a16:creationId xmlns:a16="http://schemas.microsoft.com/office/drawing/2014/main" id="{F76B4376-2DE5-4606-C098-45DDE315CCB0}"/>
              </a:ext>
            </a:extLst>
          </p:cNvPr>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9" name="Group 54">
            <a:extLst>
              <a:ext uri="{FF2B5EF4-FFF2-40B4-BE49-F238E27FC236}">
                <a16:creationId xmlns:a16="http://schemas.microsoft.com/office/drawing/2014/main" id="{6E40E661-3AEA-9CC8-7FA6-46554C1A8630}"/>
              </a:ext>
            </a:extLst>
          </p:cNvPr>
          <p:cNvGrpSpPr>
            <a:grpSpLocks/>
          </p:cNvGrpSpPr>
          <p:nvPr/>
        </p:nvGrpSpPr>
        <p:grpSpPr bwMode="auto">
          <a:xfrm>
            <a:off x="2393569" y="2391016"/>
            <a:ext cx="419100" cy="427037"/>
            <a:chOff x="2214" y="9158"/>
            <a:chExt cx="1080" cy="360"/>
          </a:xfrm>
        </p:grpSpPr>
        <p:grpSp>
          <p:nvGrpSpPr>
            <p:cNvPr id="10" name="Group 55">
              <a:extLst>
                <a:ext uri="{FF2B5EF4-FFF2-40B4-BE49-F238E27FC236}">
                  <a16:creationId xmlns:a16="http://schemas.microsoft.com/office/drawing/2014/main" id="{FEE81D96-1244-6656-08C8-C3E4E1A38C34}"/>
                </a:ext>
              </a:extLst>
            </p:cNvPr>
            <p:cNvGrpSpPr>
              <a:grpSpLocks/>
            </p:cNvGrpSpPr>
            <p:nvPr/>
          </p:nvGrpSpPr>
          <p:grpSpPr bwMode="auto">
            <a:xfrm>
              <a:off x="2574" y="9158"/>
              <a:ext cx="360" cy="360"/>
              <a:chOff x="2214" y="9158"/>
              <a:chExt cx="360" cy="360"/>
            </a:xfrm>
          </p:grpSpPr>
          <p:sp>
            <p:nvSpPr>
              <p:cNvPr id="19" name="Line 56">
                <a:extLst>
                  <a:ext uri="{FF2B5EF4-FFF2-40B4-BE49-F238E27FC236}">
                    <a16:creationId xmlns:a16="http://schemas.microsoft.com/office/drawing/2014/main" id="{0CBB4052-2845-03BC-48A9-88BB7D1552EF}"/>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0" name="Line 57">
                <a:extLst>
                  <a:ext uri="{FF2B5EF4-FFF2-40B4-BE49-F238E27FC236}">
                    <a16:creationId xmlns:a16="http://schemas.microsoft.com/office/drawing/2014/main" id="{42D94C23-5B13-7A00-E7AC-4ACC492BF58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1" name="Line 58">
                <a:extLst>
                  <a:ext uri="{FF2B5EF4-FFF2-40B4-BE49-F238E27FC236}">
                    <a16:creationId xmlns:a16="http://schemas.microsoft.com/office/drawing/2014/main" id="{0AD43A0C-DA36-F80C-11D1-44F060BB436C}"/>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1" name="Group 59">
              <a:extLst>
                <a:ext uri="{FF2B5EF4-FFF2-40B4-BE49-F238E27FC236}">
                  <a16:creationId xmlns:a16="http://schemas.microsoft.com/office/drawing/2014/main" id="{41F8E64E-B281-6FB3-A9DA-A8D39E06880F}"/>
                </a:ext>
              </a:extLst>
            </p:cNvPr>
            <p:cNvGrpSpPr>
              <a:grpSpLocks/>
            </p:cNvGrpSpPr>
            <p:nvPr/>
          </p:nvGrpSpPr>
          <p:grpSpPr bwMode="auto">
            <a:xfrm>
              <a:off x="2934" y="9158"/>
              <a:ext cx="360" cy="360"/>
              <a:chOff x="2214" y="9158"/>
              <a:chExt cx="360" cy="360"/>
            </a:xfrm>
          </p:grpSpPr>
          <p:sp>
            <p:nvSpPr>
              <p:cNvPr id="16" name="Line 60">
                <a:extLst>
                  <a:ext uri="{FF2B5EF4-FFF2-40B4-BE49-F238E27FC236}">
                    <a16:creationId xmlns:a16="http://schemas.microsoft.com/office/drawing/2014/main" id="{F0161E4E-8191-F5A3-EAFC-136FB802C810}"/>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 name="Line 61">
                <a:extLst>
                  <a:ext uri="{FF2B5EF4-FFF2-40B4-BE49-F238E27FC236}">
                    <a16:creationId xmlns:a16="http://schemas.microsoft.com/office/drawing/2014/main" id="{579E0E09-55A0-07B5-A2FC-A24449E3FAD0}"/>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8" name="Line 62">
                <a:extLst>
                  <a:ext uri="{FF2B5EF4-FFF2-40B4-BE49-F238E27FC236}">
                    <a16:creationId xmlns:a16="http://schemas.microsoft.com/office/drawing/2014/main" id="{E6EBA42D-DFEF-E2BC-4023-14F50ACC8DB5}"/>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2" name="Group 63">
              <a:extLst>
                <a:ext uri="{FF2B5EF4-FFF2-40B4-BE49-F238E27FC236}">
                  <a16:creationId xmlns:a16="http://schemas.microsoft.com/office/drawing/2014/main" id="{774FF316-7BCF-E7EE-8BA7-53773845788B}"/>
                </a:ext>
              </a:extLst>
            </p:cNvPr>
            <p:cNvGrpSpPr>
              <a:grpSpLocks/>
            </p:cNvGrpSpPr>
            <p:nvPr/>
          </p:nvGrpSpPr>
          <p:grpSpPr bwMode="auto">
            <a:xfrm>
              <a:off x="2214" y="9158"/>
              <a:ext cx="360" cy="360"/>
              <a:chOff x="2214" y="9158"/>
              <a:chExt cx="360" cy="360"/>
            </a:xfrm>
          </p:grpSpPr>
          <p:sp>
            <p:nvSpPr>
              <p:cNvPr id="13" name="Line 64">
                <a:extLst>
                  <a:ext uri="{FF2B5EF4-FFF2-40B4-BE49-F238E27FC236}">
                    <a16:creationId xmlns:a16="http://schemas.microsoft.com/office/drawing/2014/main" id="{62AAE749-166C-3869-4B99-3260ECBBE23B}"/>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 name="Line 65">
                <a:extLst>
                  <a:ext uri="{FF2B5EF4-FFF2-40B4-BE49-F238E27FC236}">
                    <a16:creationId xmlns:a16="http://schemas.microsoft.com/office/drawing/2014/main" id="{6A7587E6-D831-51F4-C7BD-566A54E72145}"/>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 name="Line 66">
                <a:extLst>
                  <a:ext uri="{FF2B5EF4-FFF2-40B4-BE49-F238E27FC236}">
                    <a16:creationId xmlns:a16="http://schemas.microsoft.com/office/drawing/2014/main" id="{2EBDFC95-EDCA-29AA-F1FF-417EC4127E3D}"/>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22" name="Text Box 85">
            <a:extLst>
              <a:ext uri="{FF2B5EF4-FFF2-40B4-BE49-F238E27FC236}">
                <a16:creationId xmlns:a16="http://schemas.microsoft.com/office/drawing/2014/main" id="{DCC5DDF9-F1C1-1D41-75F3-F5EE0E0519B2}"/>
              </a:ext>
            </a:extLst>
          </p:cNvPr>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grpSp>
        <p:nvGrpSpPr>
          <p:cNvPr id="23" name="Group 90">
            <a:extLst>
              <a:ext uri="{FF2B5EF4-FFF2-40B4-BE49-F238E27FC236}">
                <a16:creationId xmlns:a16="http://schemas.microsoft.com/office/drawing/2014/main" id="{164AF98C-E89C-C25E-B9E9-72DC2B458BFA}"/>
              </a:ext>
            </a:extLst>
          </p:cNvPr>
          <p:cNvGrpSpPr>
            <a:grpSpLocks/>
          </p:cNvGrpSpPr>
          <p:nvPr/>
        </p:nvGrpSpPr>
        <p:grpSpPr bwMode="auto">
          <a:xfrm>
            <a:off x="4366832" y="2596485"/>
            <a:ext cx="317500" cy="376237"/>
            <a:chOff x="8088" y="15201"/>
            <a:chExt cx="340" cy="280"/>
          </a:xfrm>
        </p:grpSpPr>
        <p:sp>
          <p:nvSpPr>
            <p:cNvPr id="24" name="Line 91">
              <a:extLst>
                <a:ext uri="{FF2B5EF4-FFF2-40B4-BE49-F238E27FC236}">
                  <a16:creationId xmlns:a16="http://schemas.microsoft.com/office/drawing/2014/main" id="{97657A64-72D2-60C3-3C25-C49D7F5B31D2}"/>
                </a:ext>
              </a:extLst>
            </p:cNvPr>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5" name="Line 92">
              <a:extLst>
                <a:ext uri="{FF2B5EF4-FFF2-40B4-BE49-F238E27FC236}">
                  <a16:creationId xmlns:a16="http://schemas.microsoft.com/office/drawing/2014/main" id="{3E178842-D98F-CE46-DCBC-DC5E2AE810BE}"/>
                </a:ext>
              </a:extLst>
            </p:cNvPr>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6" name="Line 93">
              <a:extLst>
                <a:ext uri="{FF2B5EF4-FFF2-40B4-BE49-F238E27FC236}">
                  <a16:creationId xmlns:a16="http://schemas.microsoft.com/office/drawing/2014/main" id="{A375F027-5C6F-8368-B8DA-3483169B3822}"/>
                </a:ext>
              </a:extLst>
            </p:cNvPr>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7" name="Line 94">
              <a:extLst>
                <a:ext uri="{FF2B5EF4-FFF2-40B4-BE49-F238E27FC236}">
                  <a16:creationId xmlns:a16="http://schemas.microsoft.com/office/drawing/2014/main" id="{0FA0A08A-EC6D-927F-559A-750615CAE51B}"/>
                </a:ext>
              </a:extLst>
            </p:cNvPr>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28" name="Oval 95">
            <a:extLst>
              <a:ext uri="{FF2B5EF4-FFF2-40B4-BE49-F238E27FC236}">
                <a16:creationId xmlns:a16="http://schemas.microsoft.com/office/drawing/2014/main" id="{AAC02269-B380-699F-BB32-D030C284BC7E}"/>
              </a:ext>
            </a:extLst>
          </p:cNvPr>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9" name="Rectangle 98">
            <a:extLst>
              <a:ext uri="{FF2B5EF4-FFF2-40B4-BE49-F238E27FC236}">
                <a16:creationId xmlns:a16="http://schemas.microsoft.com/office/drawing/2014/main" id="{8604DCEC-A908-2232-79EB-9DCBD066E4F2}"/>
              </a:ext>
            </a:extLst>
          </p:cNvPr>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30" name="Rectangle 86">
            <a:extLst>
              <a:ext uri="{FF2B5EF4-FFF2-40B4-BE49-F238E27FC236}">
                <a16:creationId xmlns:a16="http://schemas.microsoft.com/office/drawing/2014/main" id="{7F00720B-13B4-CF6E-BE1E-775611B90C99}"/>
              </a:ext>
            </a:extLst>
          </p:cNvPr>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p:cTn id="7" dur="500" fill="hold"/>
                                        <p:tgtEl>
                                          <p:spTgt spid="133"/>
                                        </p:tgtEl>
                                        <p:attrNameLst>
                                          <p:attrName>ppt_w</p:attrName>
                                        </p:attrNameLst>
                                      </p:cBhvr>
                                      <p:tavLst>
                                        <p:tav tm="0">
                                          <p:val>
                                            <p:fltVal val="0"/>
                                          </p:val>
                                        </p:tav>
                                        <p:tav tm="100000">
                                          <p:val>
                                            <p:strVal val="#ppt_w"/>
                                          </p:val>
                                        </p:tav>
                                      </p:tavLst>
                                    </p:anim>
                                    <p:anim calcmode="lin" valueType="num">
                                      <p:cBhvr>
                                        <p:cTn id="8" dur="500" fill="hold"/>
                                        <p:tgtEl>
                                          <p:spTgt spid="13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272" fill="hold" nodeType="clickEffect">
                                  <p:stCondLst>
                                    <p:cond delay="0"/>
                                  </p:stCondLst>
                                  <p:childTnLst>
                                    <p:set>
                                      <p:cBhvr>
                                        <p:cTn id="12" dur="1" fill="hold">
                                          <p:stCondLst>
                                            <p:cond delay="0"/>
                                          </p:stCondLst>
                                        </p:cTn>
                                        <p:tgtEl>
                                          <p:spTgt spid="13364"/>
                                        </p:tgtEl>
                                        <p:attrNameLst>
                                          <p:attrName>style.visibility</p:attrName>
                                        </p:attrNameLst>
                                      </p:cBhvr>
                                      <p:to>
                                        <p:strVal val="visible"/>
                                      </p:to>
                                    </p:set>
                                    <p:anim calcmode="lin" valueType="num">
                                      <p:cBhvr>
                                        <p:cTn id="13" dur="500" fill="hold"/>
                                        <p:tgtEl>
                                          <p:spTgt spid="13364"/>
                                        </p:tgtEl>
                                        <p:attrNameLst>
                                          <p:attrName>ppt_w</p:attrName>
                                        </p:attrNameLst>
                                      </p:cBhvr>
                                      <p:tavLst>
                                        <p:tav tm="0">
                                          <p:val>
                                            <p:strVal val="2/3*#ppt_w"/>
                                          </p:val>
                                        </p:tav>
                                        <p:tav tm="100000">
                                          <p:val>
                                            <p:strVal val="#ppt_w"/>
                                          </p:val>
                                        </p:tav>
                                      </p:tavLst>
                                    </p:anim>
                                    <p:anim calcmode="lin" valueType="num">
                                      <p:cBhvr>
                                        <p:cTn id="14" dur="500" fill="hold"/>
                                        <p:tgtEl>
                                          <p:spTgt spid="13364"/>
                                        </p:tgtEl>
                                        <p:attrNameLst>
                                          <p:attrName>ppt_h</p:attrName>
                                        </p:attrNameLst>
                                      </p:cBhvr>
                                      <p:tavLst>
                                        <p:tav tm="0">
                                          <p:val>
                                            <p:strVal val="2/3*#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34"/>
                                        </p:tgtEl>
                                        <p:attrNameLst>
                                          <p:attrName>style.visibility</p:attrName>
                                        </p:attrNameLst>
                                      </p:cBhvr>
                                      <p:to>
                                        <p:strVal val="visible"/>
                                      </p:to>
                                    </p:set>
                                    <p:anim calcmode="lin" valueType="num">
                                      <p:cBhvr additive="base">
                                        <p:cTn id="19" dur="500"/>
                                        <p:tgtEl>
                                          <p:spTgt spid="134"/>
                                        </p:tgtEl>
                                        <p:attrNameLst>
                                          <p:attrName>ppt_y</p:attrName>
                                        </p:attrNameLst>
                                      </p:cBhvr>
                                      <p:tavLst>
                                        <p:tav tm="0">
                                          <p:val>
                                            <p:strVal val="#ppt_y+#ppt_h*1.125000"/>
                                          </p:val>
                                        </p:tav>
                                        <p:tav tm="100000">
                                          <p:val>
                                            <p:strVal val="#ppt_y"/>
                                          </p:val>
                                        </p:tav>
                                      </p:tavLst>
                                    </p:anim>
                                    <p:animEffect transition="in" filter="wipe(up)">
                                      <p:cBhvr>
                                        <p:cTn id="20" dur="500"/>
                                        <p:tgtEl>
                                          <p:spTgt spid="134"/>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482427"/>
                                        </p:tgtEl>
                                        <p:attrNameLst>
                                          <p:attrName>style.visibility</p:attrName>
                                        </p:attrNameLst>
                                      </p:cBhvr>
                                      <p:to>
                                        <p:strVal val="visible"/>
                                      </p:to>
                                    </p:set>
                                    <p:anim calcmode="lin" valueType="num">
                                      <p:cBhvr additive="base">
                                        <p:cTn id="25" dur="500"/>
                                        <p:tgtEl>
                                          <p:spTgt spid="482427"/>
                                        </p:tgtEl>
                                        <p:attrNameLst>
                                          <p:attrName>ppt_y</p:attrName>
                                        </p:attrNameLst>
                                      </p:cBhvr>
                                      <p:tavLst>
                                        <p:tav tm="0">
                                          <p:val>
                                            <p:strVal val="#ppt_y+#ppt_h*1.125000"/>
                                          </p:val>
                                        </p:tav>
                                        <p:tav tm="100000">
                                          <p:val>
                                            <p:strVal val="#ppt_y"/>
                                          </p:val>
                                        </p:tav>
                                      </p:tavLst>
                                    </p:anim>
                                    <p:animEffect transition="in" filter="wipe(up)">
                                      <p:cBhvr>
                                        <p:cTn id="26" dur="500"/>
                                        <p:tgtEl>
                                          <p:spTgt spid="48242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82428"/>
                                        </p:tgtEl>
                                        <p:attrNameLst>
                                          <p:attrName>style.visibility</p:attrName>
                                        </p:attrNameLst>
                                      </p:cBhvr>
                                      <p:to>
                                        <p:strVal val="visible"/>
                                      </p:to>
                                    </p:set>
                                    <p:animEffect transition="in" filter="wipe(left)">
                                      <p:cBhvr>
                                        <p:cTn id="31" dur="500"/>
                                        <p:tgtEl>
                                          <p:spTgt spid="48242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272" fill="hold" grpId="0" nodeType="clickEffect">
                                  <p:stCondLst>
                                    <p:cond delay="0"/>
                                  </p:stCondLst>
                                  <p:childTnLst>
                                    <p:set>
                                      <p:cBhvr>
                                        <p:cTn id="35" dur="1" fill="hold">
                                          <p:stCondLst>
                                            <p:cond delay="0"/>
                                          </p:stCondLst>
                                        </p:cTn>
                                        <p:tgtEl>
                                          <p:spTgt spid="59506"/>
                                        </p:tgtEl>
                                        <p:attrNameLst>
                                          <p:attrName>style.visibility</p:attrName>
                                        </p:attrNameLst>
                                      </p:cBhvr>
                                      <p:to>
                                        <p:strVal val="visible"/>
                                      </p:to>
                                    </p:set>
                                    <p:anim calcmode="lin" valueType="num">
                                      <p:cBhvr>
                                        <p:cTn id="36" dur="500" fill="hold"/>
                                        <p:tgtEl>
                                          <p:spTgt spid="59506"/>
                                        </p:tgtEl>
                                        <p:attrNameLst>
                                          <p:attrName>ppt_w</p:attrName>
                                        </p:attrNameLst>
                                      </p:cBhvr>
                                      <p:tavLst>
                                        <p:tav tm="0">
                                          <p:val>
                                            <p:strVal val="2/3*#ppt_w"/>
                                          </p:val>
                                        </p:tav>
                                        <p:tav tm="100000">
                                          <p:val>
                                            <p:strVal val="#ppt_w"/>
                                          </p:val>
                                        </p:tav>
                                      </p:tavLst>
                                    </p:anim>
                                    <p:anim calcmode="lin" valueType="num">
                                      <p:cBhvr>
                                        <p:cTn id="37" dur="500" fill="hold"/>
                                        <p:tgtEl>
                                          <p:spTgt spid="59506"/>
                                        </p:tgtEl>
                                        <p:attrNameLst>
                                          <p:attrName>ppt_h</p:attrName>
                                        </p:attrNameLst>
                                      </p:cBhvr>
                                      <p:tavLst>
                                        <p:tav tm="0">
                                          <p:val>
                                            <p:strVal val="2/3*#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24"/>
                                        </p:tgtEl>
                                        <p:attrNameLst>
                                          <p:attrName>style.visibility</p:attrName>
                                        </p:attrNameLst>
                                      </p:cBhvr>
                                      <p:to>
                                        <p:strVal val="visible"/>
                                      </p:to>
                                    </p:set>
                                    <p:animEffect transition="in" filter="wipe(up)">
                                      <p:cBhvr>
                                        <p:cTn id="42" dur="500"/>
                                        <p:tgtEl>
                                          <p:spTgt spid="1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82435"/>
                                        </p:tgtEl>
                                        <p:attrNameLst>
                                          <p:attrName>style.visibility</p:attrName>
                                        </p:attrNameLst>
                                      </p:cBhvr>
                                      <p:to>
                                        <p:strVal val="visible"/>
                                      </p:to>
                                    </p:set>
                                    <p:animEffect transition="in" filter="wipe(left)">
                                      <p:cBhvr>
                                        <p:cTn id="47" dur="500"/>
                                        <p:tgtEl>
                                          <p:spTgt spid="48243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3" presetClass="entr" presetSubtype="272" fill="hold" grpId="0" nodeType="clickEffect">
                                  <p:stCondLst>
                                    <p:cond delay="0"/>
                                  </p:stCondLst>
                                  <p:childTnLst>
                                    <p:set>
                                      <p:cBhvr>
                                        <p:cTn id="51" dur="1" fill="hold">
                                          <p:stCondLst>
                                            <p:cond delay="0"/>
                                          </p:stCondLst>
                                        </p:cTn>
                                        <p:tgtEl>
                                          <p:spTgt spid="482438"/>
                                        </p:tgtEl>
                                        <p:attrNameLst>
                                          <p:attrName>style.visibility</p:attrName>
                                        </p:attrNameLst>
                                      </p:cBhvr>
                                      <p:to>
                                        <p:strVal val="visible"/>
                                      </p:to>
                                    </p:set>
                                    <p:anim calcmode="lin" valueType="num">
                                      <p:cBhvr>
                                        <p:cTn id="52" dur="500" fill="hold"/>
                                        <p:tgtEl>
                                          <p:spTgt spid="482438"/>
                                        </p:tgtEl>
                                        <p:attrNameLst>
                                          <p:attrName>ppt_w</p:attrName>
                                        </p:attrNameLst>
                                      </p:cBhvr>
                                      <p:tavLst>
                                        <p:tav tm="0">
                                          <p:val>
                                            <p:strVal val="2/3*#ppt_w"/>
                                          </p:val>
                                        </p:tav>
                                        <p:tav tm="100000">
                                          <p:val>
                                            <p:strVal val="#ppt_w"/>
                                          </p:val>
                                        </p:tav>
                                      </p:tavLst>
                                    </p:anim>
                                    <p:anim calcmode="lin" valueType="num">
                                      <p:cBhvr>
                                        <p:cTn id="53" dur="500" fill="hold"/>
                                        <p:tgtEl>
                                          <p:spTgt spid="482438"/>
                                        </p:tgtEl>
                                        <p:attrNameLst>
                                          <p:attrName>ppt_h</p:attrName>
                                        </p:attrNameLst>
                                      </p:cBhvr>
                                      <p:tavLst>
                                        <p:tav tm="0">
                                          <p:val>
                                            <p:strVal val="2/3*#ppt_h"/>
                                          </p:val>
                                        </p:tav>
                                        <p:tav tm="100000">
                                          <p:val>
                                            <p:strVal val="#ppt_h"/>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482429"/>
                                        </p:tgtEl>
                                        <p:attrNameLst>
                                          <p:attrName>style.visibility</p:attrName>
                                        </p:attrNameLst>
                                      </p:cBhvr>
                                      <p:to>
                                        <p:strVal val="visible"/>
                                      </p:to>
                                    </p:set>
                                    <p:animEffect transition="in" filter="dissolve">
                                      <p:cBhvr>
                                        <p:cTn id="58" dur="500"/>
                                        <p:tgtEl>
                                          <p:spTgt spid="482429"/>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35"/>
                                        </p:tgtEl>
                                        <p:attrNameLst>
                                          <p:attrName>style.visibility</p:attrName>
                                        </p:attrNameLst>
                                      </p:cBhvr>
                                      <p:to>
                                        <p:strVal val="visible"/>
                                      </p:to>
                                    </p:set>
                                    <p:animEffect transition="in" filter="wipe(up)">
                                      <p:cBhvr>
                                        <p:cTn id="63" dur="500"/>
                                        <p:tgtEl>
                                          <p:spTgt spid="135"/>
                                        </p:tgtEl>
                                      </p:cBhvr>
                                    </p:animEffect>
                                  </p:childTnLst>
                                </p:cTn>
                              </p:par>
                            </p:childTnLst>
                          </p:cTn>
                        </p:par>
                      </p:childTnLst>
                    </p:cTn>
                  </p:par>
                  <p:par>
                    <p:cTn id="64" fill="hold">
                      <p:stCondLst>
                        <p:cond delay="indefinite"/>
                      </p:stCondLst>
                      <p:childTnLst>
                        <p:par>
                          <p:cTn id="65" fill="hold">
                            <p:stCondLst>
                              <p:cond delay="0"/>
                            </p:stCondLst>
                            <p:childTnLst>
                              <p:par>
                                <p:cTn id="66" presetID="23" presetClass="entr" presetSubtype="288" fill="hold" grpId="0" nodeType="clickEffect">
                                  <p:stCondLst>
                                    <p:cond delay="0"/>
                                  </p:stCondLst>
                                  <p:childTnLst>
                                    <p:set>
                                      <p:cBhvr>
                                        <p:cTn id="67" dur="1" fill="hold">
                                          <p:stCondLst>
                                            <p:cond delay="0"/>
                                          </p:stCondLst>
                                        </p:cTn>
                                        <p:tgtEl>
                                          <p:spTgt spid="136"/>
                                        </p:tgtEl>
                                        <p:attrNameLst>
                                          <p:attrName>style.visibility</p:attrName>
                                        </p:attrNameLst>
                                      </p:cBhvr>
                                      <p:to>
                                        <p:strVal val="visible"/>
                                      </p:to>
                                    </p:set>
                                    <p:anim calcmode="lin" valueType="num">
                                      <p:cBhvr>
                                        <p:cTn id="68" dur="500" fill="hold"/>
                                        <p:tgtEl>
                                          <p:spTgt spid="136"/>
                                        </p:tgtEl>
                                        <p:attrNameLst>
                                          <p:attrName>ppt_w</p:attrName>
                                        </p:attrNameLst>
                                      </p:cBhvr>
                                      <p:tavLst>
                                        <p:tav tm="0">
                                          <p:val>
                                            <p:strVal val="4/3*#ppt_w"/>
                                          </p:val>
                                        </p:tav>
                                        <p:tav tm="100000">
                                          <p:val>
                                            <p:strVal val="#ppt_w"/>
                                          </p:val>
                                        </p:tav>
                                      </p:tavLst>
                                    </p:anim>
                                    <p:anim calcmode="lin" valueType="num">
                                      <p:cBhvr>
                                        <p:cTn id="69" dur="500" fill="hold"/>
                                        <p:tgtEl>
                                          <p:spTgt spid="136"/>
                                        </p:tgtEl>
                                        <p:attrNameLst>
                                          <p:attrName>ppt_h</p:attrName>
                                        </p:attrNameLst>
                                      </p:cBhvr>
                                      <p:tavLst>
                                        <p:tav tm="0">
                                          <p:val>
                                            <p:strVal val="4/3*#ppt_h"/>
                                          </p:val>
                                        </p:tav>
                                        <p:tav tm="100000">
                                          <p:val>
                                            <p:strVal val="#ppt_h"/>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482430"/>
                                        </p:tgtEl>
                                        <p:attrNameLst>
                                          <p:attrName>style.visibility</p:attrName>
                                        </p:attrNameLst>
                                      </p:cBhvr>
                                      <p:to>
                                        <p:strVal val="visible"/>
                                      </p:to>
                                    </p:set>
                                    <p:animEffect transition="in" filter="wipe(left)">
                                      <p:cBhvr>
                                        <p:cTn id="74" dur="500"/>
                                        <p:tgtEl>
                                          <p:spTgt spid="48243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
                                        </p:tgtEl>
                                        <p:attrNameLst>
                                          <p:attrName>style.visibility</p:attrName>
                                        </p:attrNameLst>
                                      </p:cBhvr>
                                      <p:to>
                                        <p:strVal val="visible"/>
                                      </p:to>
                                    </p:set>
                                    <p:animEffect transition="in" filter="wipe(left)">
                                      <p:cBhvr>
                                        <p:cTn id="79" dur="500"/>
                                        <p:tgtEl>
                                          <p:spTgt spid="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38"/>
                                        </p:tgtEl>
                                        <p:attrNameLst>
                                          <p:attrName>style.visibility</p:attrName>
                                        </p:attrNameLst>
                                      </p:cBhvr>
                                      <p:to>
                                        <p:strVal val="visible"/>
                                      </p:to>
                                    </p:set>
                                    <p:animEffect transition="in" filter="wipe(left)">
                                      <p:cBhvr>
                                        <p:cTn id="84" dur="500"/>
                                        <p:tgtEl>
                                          <p:spTgt spid="138"/>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482431"/>
                                        </p:tgtEl>
                                        <p:attrNameLst>
                                          <p:attrName>style.visibility</p:attrName>
                                        </p:attrNameLst>
                                      </p:cBhvr>
                                      <p:to>
                                        <p:strVal val="visible"/>
                                      </p:to>
                                    </p:set>
                                    <p:animEffect transition="in" filter="wipe(up)">
                                      <p:cBhvr>
                                        <p:cTn id="89" dur="500"/>
                                        <p:tgtEl>
                                          <p:spTgt spid="48243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22"/>
                                        </p:tgtEl>
                                        <p:attrNameLst>
                                          <p:attrName>style.visibility</p:attrName>
                                        </p:attrNameLst>
                                      </p:cBhvr>
                                      <p:to>
                                        <p:strVal val="visible"/>
                                      </p:to>
                                    </p:set>
                                    <p:animEffect transition="in" filter="wipe(left)">
                                      <p:cBhvr>
                                        <p:cTn id="94" dur="500"/>
                                        <p:tgtEl>
                                          <p:spTgt spid="12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25"/>
                                        </p:tgtEl>
                                        <p:attrNameLst>
                                          <p:attrName>style.visibility</p:attrName>
                                        </p:attrNameLst>
                                      </p:cBhvr>
                                      <p:to>
                                        <p:strVal val="visible"/>
                                      </p:to>
                                    </p:set>
                                    <p:animEffect transition="in" filter="wipe(left)">
                                      <p:cBhvr>
                                        <p:cTn id="99" dur="500"/>
                                        <p:tgtEl>
                                          <p:spTgt spid="125"/>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59622"/>
                                        </p:tgtEl>
                                        <p:attrNameLst>
                                          <p:attrName>style.visibility</p:attrName>
                                        </p:attrNameLst>
                                      </p:cBhvr>
                                      <p:to>
                                        <p:strVal val="visible"/>
                                      </p:to>
                                    </p:set>
                                    <p:animEffect transition="in" filter="wipe(left)">
                                      <p:cBhvr>
                                        <p:cTn id="104" dur="500"/>
                                        <p:tgtEl>
                                          <p:spTgt spid="59622"/>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29"/>
                                        </p:tgtEl>
                                        <p:attrNameLst>
                                          <p:attrName>style.visibility</p:attrName>
                                        </p:attrNameLst>
                                      </p:cBhvr>
                                      <p:to>
                                        <p:strVal val="visible"/>
                                      </p:to>
                                    </p:set>
                                    <p:animEffect transition="in" filter="wipe(left)">
                                      <p:cBhvr>
                                        <p:cTn id="109" dur="500"/>
                                        <p:tgtEl>
                                          <p:spTgt spid="129"/>
                                        </p:tgtEl>
                                      </p:cBhvr>
                                    </p:animEffect>
                                  </p:childTnLst>
                                </p:cTn>
                              </p:par>
                            </p:childTnLst>
                          </p:cTn>
                        </p:par>
                        <p:par>
                          <p:cTn id="110" fill="hold">
                            <p:stCondLst>
                              <p:cond delay="500"/>
                            </p:stCondLst>
                            <p:childTnLst>
                              <p:par>
                                <p:cTn id="111" presetID="9" presetClass="entr" presetSubtype="0" fill="hold" nodeType="afterEffect">
                                  <p:stCondLst>
                                    <p:cond delay="0"/>
                                  </p:stCondLst>
                                  <p:childTnLst>
                                    <p:set>
                                      <p:cBhvr>
                                        <p:cTn id="112" dur="1" fill="hold">
                                          <p:stCondLst>
                                            <p:cond delay="0"/>
                                          </p:stCondLst>
                                        </p:cTn>
                                        <p:tgtEl>
                                          <p:spTgt spid="59626"/>
                                        </p:tgtEl>
                                        <p:attrNameLst>
                                          <p:attrName>style.visibility</p:attrName>
                                        </p:attrNameLst>
                                      </p:cBhvr>
                                      <p:to>
                                        <p:strVal val="visible"/>
                                      </p:to>
                                    </p:set>
                                    <p:animEffect transition="in" filter="dissolve">
                                      <p:cBhvr>
                                        <p:cTn id="113" dur="500"/>
                                        <p:tgtEl>
                                          <p:spTgt spid="59626"/>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grpId="0" nodeType="clickEffect">
                                  <p:stCondLst>
                                    <p:cond delay="0"/>
                                  </p:stCondLst>
                                  <p:childTnLst>
                                    <p:set>
                                      <p:cBhvr>
                                        <p:cTn id="117" dur="1" fill="hold">
                                          <p:stCondLst>
                                            <p:cond delay="0"/>
                                          </p:stCondLst>
                                        </p:cTn>
                                        <p:tgtEl>
                                          <p:spTgt spid="132"/>
                                        </p:tgtEl>
                                        <p:attrNameLst>
                                          <p:attrName>style.visibility</p:attrName>
                                        </p:attrNameLst>
                                      </p:cBhvr>
                                      <p:to>
                                        <p:strVal val="visible"/>
                                      </p:to>
                                    </p:set>
                                    <p:animEffect transition="in" filter="wipe(up)">
                                      <p:cBhvr>
                                        <p:cTn id="118" dur="500"/>
                                        <p:tgtEl>
                                          <p:spTgt spid="132"/>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486506"/>
                                        </p:tgtEl>
                                        <p:attrNameLst>
                                          <p:attrName>style.visibility</p:attrName>
                                        </p:attrNameLst>
                                      </p:cBhvr>
                                      <p:to>
                                        <p:strVal val="visible"/>
                                      </p:to>
                                    </p:set>
                                    <p:animEffect transition="in" filter="wipe(left)">
                                      <p:cBhvr>
                                        <p:cTn id="123" dur="500"/>
                                        <p:tgtEl>
                                          <p:spTgt spid="486506"/>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130"/>
                                        </p:tgtEl>
                                        <p:attrNameLst>
                                          <p:attrName>style.visibility</p:attrName>
                                        </p:attrNameLst>
                                      </p:cBhvr>
                                      <p:to>
                                        <p:strVal val="visible"/>
                                      </p:to>
                                    </p:set>
                                    <p:animEffect transition="in" filter="wipe(left)">
                                      <p:cBhvr>
                                        <p:cTn id="128" dur="500"/>
                                        <p:tgtEl>
                                          <p:spTgt spid="130"/>
                                        </p:tgtEl>
                                      </p:cBhvr>
                                    </p:animEffect>
                                  </p:childTnLst>
                                </p:cTn>
                              </p:par>
                              <p:par>
                                <p:cTn id="129" presetID="9" presetClass="entr" presetSubtype="0" fill="hold" grpId="0" nodeType="withEffect">
                                  <p:stCondLst>
                                    <p:cond delay="0"/>
                                  </p:stCondLst>
                                  <p:childTnLst>
                                    <p:set>
                                      <p:cBhvr>
                                        <p:cTn id="130" dur="1" fill="hold">
                                          <p:stCondLst>
                                            <p:cond delay="0"/>
                                          </p:stCondLst>
                                        </p:cTn>
                                        <p:tgtEl>
                                          <p:spTgt spid="131"/>
                                        </p:tgtEl>
                                        <p:attrNameLst>
                                          <p:attrName>style.visibility</p:attrName>
                                        </p:attrNameLst>
                                      </p:cBhvr>
                                      <p:to>
                                        <p:strVal val="visible"/>
                                      </p:to>
                                    </p:set>
                                    <p:animEffect transition="in" filter="dissolve">
                                      <p:cBhvr>
                                        <p:cTn id="131"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P spid="59622" grpId="0"/>
      <p:bldP spid="482427" grpId="0"/>
      <p:bldP spid="482428" grpId="0"/>
      <p:bldP spid="482429" grpId="0" animBg="1"/>
      <p:bldP spid="482430" grpId="0"/>
      <p:bldP spid="482431" grpId="0"/>
      <p:bldP spid="59506" grpId="0"/>
      <p:bldP spid="482435" grpId="0"/>
      <p:bldP spid="482438" grpId="0"/>
      <p:bldP spid="2" grpId="0"/>
      <p:bldP spid="486506" grpId="0"/>
      <p:bldP spid="122" grpId="0"/>
      <p:bldP spid="124" grpId="0" animBg="1"/>
      <p:bldP spid="125" grpId="0"/>
      <p:bldP spid="129" grpId="0"/>
      <p:bldP spid="130" grpId="0" animBg="1"/>
      <p:bldP spid="132" grpId="0" animBg="1"/>
      <p:bldP spid="133" grpId="0"/>
      <p:bldP spid="134" grpId="0"/>
      <p:bldP spid="135" grpId="0"/>
      <p:bldP spid="136" grpId="0" animBg="1"/>
      <p:bldP spid="1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87" name="Text Box 116"/>
          <p:cNvSpPr txBox="1">
            <a:spLocks noChangeArrowheads="1"/>
          </p:cNvSpPr>
          <p:nvPr/>
        </p:nvSpPr>
        <p:spPr bwMode="auto">
          <a:xfrm>
            <a:off x="5997133" y="3075773"/>
            <a:ext cx="3257921" cy="536549"/>
          </a:xfrm>
          <a:prstGeom prst="rect">
            <a:avLst/>
          </a:prstGeom>
          <a:solidFill>
            <a:srgbClr val="99CCFF"/>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P</a:t>
            </a:r>
            <a:r>
              <a:rPr lang="es-ES" sz="2400" baseline="-25000">
                <a:solidFill>
                  <a:srgbClr val="000000"/>
                </a:solidFill>
                <a:latin typeface="Arial" panose="020B0604020202020204" pitchFamily="34" charset="0"/>
              </a:rPr>
              <a:t>R</a:t>
            </a:r>
            <a:r>
              <a:rPr lang="es-ES" sz="2400">
                <a:solidFill>
                  <a:srgbClr val="000000"/>
                </a:solidFill>
                <a:latin typeface="Arial" panose="020B0604020202020204" pitchFamily="34" charset="0"/>
              </a:rPr>
              <a:t> = V </a:t>
            </a:r>
            <a:r>
              <a:rPr lang="es-ES" sz="2400">
                <a:solidFill>
                  <a:srgbClr val="000000"/>
                </a:solidFill>
                <a:latin typeface="Comic Sans MS" panose="030F0702030302020204" pitchFamily="66" charset="0"/>
              </a:rPr>
              <a:t>I</a:t>
            </a:r>
            <a:r>
              <a:rPr lang="es-ES" sz="2400">
                <a:solidFill>
                  <a:srgbClr val="000000"/>
                </a:solidFill>
                <a:latin typeface="Arial" panose="020B0604020202020204" pitchFamily="34" charset="0"/>
              </a:rPr>
              <a:t> = R </a:t>
            </a:r>
            <a:r>
              <a:rPr lang="es-ES" sz="2400">
                <a:solidFill>
                  <a:srgbClr val="000000"/>
                </a:solidFill>
                <a:latin typeface="Comic Sans MS" panose="030F0702030302020204" pitchFamily="66" charset="0"/>
              </a:rPr>
              <a:t>I</a:t>
            </a:r>
            <a:r>
              <a:rPr lang="es-ES" sz="2400" baseline="30000">
                <a:solidFill>
                  <a:srgbClr val="000000"/>
                </a:solidFill>
                <a:latin typeface="Arial" panose="020B0604020202020204" pitchFamily="34" charset="0"/>
              </a:rPr>
              <a:t>2</a:t>
            </a:r>
            <a:r>
              <a:rPr lang="es-ES" sz="2400">
                <a:solidFill>
                  <a:srgbClr val="000000"/>
                </a:solidFill>
                <a:latin typeface="Arial" panose="020B0604020202020204" pitchFamily="34" charset="0"/>
              </a:rPr>
              <a:t> = V</a:t>
            </a:r>
            <a:r>
              <a:rPr lang="es-ES" sz="2400" baseline="30000">
                <a:solidFill>
                  <a:srgbClr val="000000"/>
                </a:solidFill>
                <a:latin typeface="Arial" panose="020B0604020202020204" pitchFamily="34" charset="0"/>
              </a:rPr>
              <a:t>2</a:t>
            </a:r>
            <a:r>
              <a:rPr lang="es-ES" sz="2400">
                <a:solidFill>
                  <a:srgbClr val="000000"/>
                </a:solidFill>
                <a:latin typeface="Arial" panose="020B0604020202020204" pitchFamily="34" charset="0"/>
              </a:rPr>
              <a:t>/R</a:t>
            </a:r>
          </a:p>
        </p:txBody>
      </p:sp>
      <p:sp>
        <p:nvSpPr>
          <p:cNvPr id="484485" name="Text Box 133"/>
          <p:cNvSpPr txBox="1">
            <a:spLocks noChangeArrowheads="1"/>
          </p:cNvSpPr>
          <p:nvPr/>
        </p:nvSpPr>
        <p:spPr bwMode="auto">
          <a:xfrm>
            <a:off x="7258562" y="6314833"/>
            <a:ext cx="1659727" cy="536549"/>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P</a:t>
            </a:r>
            <a:r>
              <a:rPr lang="es-ES" sz="2400" baseline="-25000">
                <a:solidFill>
                  <a:srgbClr val="000000"/>
                </a:solidFill>
                <a:latin typeface="Arial" panose="020B0604020202020204" pitchFamily="34" charset="0"/>
                <a:sym typeface="Symbol" panose="05050102010706020507" pitchFamily="18" charset="2"/>
              </a:rPr>
              <a:t>sum</a:t>
            </a:r>
            <a:r>
              <a:rPr lang="es-ES" sz="2400">
                <a:solidFill>
                  <a:srgbClr val="000000"/>
                </a:solidFill>
                <a:latin typeface="Arial" panose="020B0604020202020204" pitchFamily="34" charset="0"/>
                <a:sym typeface="Symbol" panose="05050102010706020507" pitchFamily="18" charset="2"/>
              </a:rPr>
              <a:t> = P</a:t>
            </a:r>
            <a:r>
              <a:rPr lang="es-ES" sz="2400" baseline="-25000">
                <a:solidFill>
                  <a:srgbClr val="000000"/>
                </a:solidFill>
                <a:latin typeface="Arial" panose="020B0604020202020204" pitchFamily="34" charset="0"/>
                <a:sym typeface="Symbol" panose="05050102010706020507" pitchFamily="18" charset="2"/>
              </a:rPr>
              <a:t>con</a:t>
            </a:r>
            <a:endParaRPr lang="es-ES" sz="2400">
              <a:solidFill>
                <a:srgbClr val="000000"/>
              </a:solidFill>
              <a:latin typeface="Arial" panose="020B0604020202020204" pitchFamily="34" charset="0"/>
              <a:sym typeface="Symbol" panose="05050102010706020507" pitchFamily="18" charset="2"/>
            </a:endParaRPr>
          </a:p>
        </p:txBody>
      </p:sp>
      <p:sp>
        <p:nvSpPr>
          <p:cNvPr id="484486" name="Text Box 134"/>
          <p:cNvSpPr txBox="1">
            <a:spLocks noChangeArrowheads="1"/>
          </p:cNvSpPr>
          <p:nvPr/>
        </p:nvSpPr>
        <p:spPr bwMode="auto">
          <a:xfrm>
            <a:off x="1461479" y="5259081"/>
            <a:ext cx="1396374" cy="598104"/>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P</a:t>
            </a:r>
            <a:r>
              <a:rPr lang="es-ES" sz="2800" baseline="-250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Arial" panose="020B0604020202020204" pitchFamily="34" charset="0"/>
              </a:rPr>
              <a:t>= </a:t>
            </a:r>
            <a:r>
              <a:rPr lang="es-ES" sz="28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Comic Sans MS" panose="030F0702030302020204" pitchFamily="66" charset="0"/>
                <a:sym typeface="Symbol" panose="05050102010706020507" pitchFamily="18" charset="2"/>
              </a:rPr>
              <a:t>I</a:t>
            </a:r>
            <a:r>
              <a:rPr lang="es-ES" sz="2400" dirty="0">
                <a:solidFill>
                  <a:srgbClr val="000000"/>
                </a:solidFill>
                <a:latin typeface="Arial" panose="020B0604020202020204" pitchFamily="34" charset="0"/>
                <a:sym typeface="Symbol" panose="05050102010706020507" pitchFamily="18" charset="2"/>
              </a:rPr>
              <a:t>’</a:t>
            </a:r>
          </a:p>
        </p:txBody>
      </p:sp>
      <p:sp>
        <p:nvSpPr>
          <p:cNvPr id="484487" name="Text Box 135"/>
          <p:cNvSpPr txBox="1">
            <a:spLocks noChangeArrowheads="1"/>
          </p:cNvSpPr>
          <p:nvPr/>
        </p:nvSpPr>
        <p:spPr bwMode="auto">
          <a:xfrm>
            <a:off x="7953915" y="5652287"/>
            <a:ext cx="1933841"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 9 / 1400 W</a:t>
            </a:r>
            <a:endParaRPr lang="es-ES" sz="2400">
              <a:solidFill>
                <a:srgbClr val="000000"/>
              </a:solidFill>
              <a:latin typeface="Arial" panose="020B0604020202020204" pitchFamily="34" charset="0"/>
              <a:sym typeface="Symbol" panose="05050102010706020507" pitchFamily="18" charset="2"/>
            </a:endParaRPr>
          </a:p>
        </p:txBody>
      </p:sp>
      <p:sp>
        <p:nvSpPr>
          <p:cNvPr id="484473" name="Text Box 121"/>
          <p:cNvSpPr txBox="1">
            <a:spLocks noChangeArrowheads="1"/>
          </p:cNvSpPr>
          <p:nvPr/>
        </p:nvSpPr>
        <p:spPr bwMode="auto">
          <a:xfrm>
            <a:off x="5995299" y="4444494"/>
            <a:ext cx="1997961"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sym typeface="Symbol" panose="05050102010706020507" pitchFamily="18" charset="2"/>
              </a:rPr>
              <a:t>P</a:t>
            </a:r>
            <a:r>
              <a:rPr lang="es-ES" sz="2400" baseline="-25000" dirty="0" err="1">
                <a:solidFill>
                  <a:srgbClr val="000000"/>
                </a:solidFill>
                <a:latin typeface="Arial" panose="020B0604020202020204" pitchFamily="34" charset="0"/>
                <a:sym typeface="Symbol" panose="05050102010706020507" pitchFamily="18" charset="2"/>
              </a:rPr>
              <a:t>Req</a:t>
            </a:r>
            <a:r>
              <a:rPr lang="es-ES" sz="2400" dirty="0">
                <a:solidFill>
                  <a:srgbClr val="000000"/>
                </a:solidFill>
                <a:latin typeface="Arial" panose="020B0604020202020204" pitchFamily="34" charset="0"/>
                <a:sym typeface="Symbol" panose="05050102010706020507" pitchFamily="18" charset="2"/>
              </a:rPr>
              <a:t> = </a:t>
            </a:r>
            <a:r>
              <a:rPr lang="es-ES" sz="2400" dirty="0" err="1">
                <a:solidFill>
                  <a:srgbClr val="000000"/>
                </a:solidFill>
                <a:latin typeface="Arial" panose="020B0604020202020204" pitchFamily="34" charset="0"/>
              </a:rPr>
              <a:t>R</a:t>
            </a:r>
            <a:r>
              <a:rPr lang="es-ES" sz="2400" baseline="-25000" dirty="0" err="1">
                <a:solidFill>
                  <a:srgbClr val="000000"/>
                </a:solidFill>
                <a:latin typeface="Arial" panose="020B0604020202020204" pitchFamily="34" charset="0"/>
              </a:rPr>
              <a:t>eq</a:t>
            </a:r>
            <a:r>
              <a:rPr lang="es-ES" sz="2400" dirty="0">
                <a:solidFill>
                  <a:srgbClr val="000000"/>
                </a:solidFill>
                <a:latin typeface="Arial" panose="020B0604020202020204" pitchFamily="34" charset="0"/>
              </a:rPr>
              <a:t> </a:t>
            </a:r>
            <a:r>
              <a:rPr lang="es-ES" sz="2400" dirty="0">
                <a:solidFill>
                  <a:srgbClr val="000000"/>
                </a:solidFill>
                <a:latin typeface="Comic Sans MS" panose="030F0702030302020204" pitchFamily="66" charset="0"/>
              </a:rPr>
              <a:t>I</a:t>
            </a:r>
            <a:r>
              <a:rPr lang="es-ES" sz="2400" dirty="0">
                <a:solidFill>
                  <a:srgbClr val="000000"/>
                </a:solidFill>
                <a:latin typeface="Arial" panose="020B0604020202020204" pitchFamily="34" charset="0"/>
              </a:rPr>
              <a:t>’</a:t>
            </a:r>
            <a:r>
              <a:rPr lang="es-ES" sz="2400" baseline="30000" dirty="0">
                <a:solidFill>
                  <a:srgbClr val="000000"/>
                </a:solidFill>
                <a:latin typeface="Arial" panose="020B0604020202020204" pitchFamily="34" charset="0"/>
              </a:rPr>
              <a:t>2</a:t>
            </a:r>
          </a:p>
        </p:txBody>
      </p:sp>
      <p:grpSp>
        <p:nvGrpSpPr>
          <p:cNvPr id="20" name="Group 145"/>
          <p:cNvGrpSpPr>
            <a:grpSpLocks/>
          </p:cNvGrpSpPr>
          <p:nvPr/>
        </p:nvGrpSpPr>
        <p:grpSpPr bwMode="auto">
          <a:xfrm>
            <a:off x="9418066" y="1404888"/>
            <a:ext cx="757238" cy="982663"/>
            <a:chOff x="5062" y="1136"/>
            <a:chExt cx="477" cy="619"/>
          </a:xfrm>
        </p:grpSpPr>
        <p:sp>
          <p:nvSpPr>
            <p:cNvPr id="15439" name="Line 136"/>
            <p:cNvSpPr>
              <a:spLocks noChangeShapeType="1"/>
            </p:cNvSpPr>
            <p:nvPr/>
          </p:nvSpPr>
          <p:spPr bwMode="auto">
            <a:xfrm flipV="1">
              <a:off x="5062" y="1403"/>
              <a:ext cx="238" cy="352"/>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dirty="0"/>
            </a:p>
          </p:txBody>
        </p:sp>
        <p:sp>
          <p:nvSpPr>
            <p:cNvPr id="15440" name="Text Box 137"/>
            <p:cNvSpPr txBox="1">
              <a:spLocks noChangeArrowheads="1"/>
            </p:cNvSpPr>
            <p:nvPr/>
          </p:nvSpPr>
          <p:spPr bwMode="auto">
            <a:xfrm>
              <a:off x="5273" y="1136"/>
              <a:ext cx="26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0</a:t>
              </a:r>
            </a:p>
          </p:txBody>
        </p:sp>
      </p:grpSp>
      <p:sp>
        <p:nvSpPr>
          <p:cNvPr id="2" name="Text Box 133"/>
          <p:cNvSpPr txBox="1">
            <a:spLocks noChangeArrowheads="1"/>
          </p:cNvSpPr>
          <p:nvPr/>
        </p:nvSpPr>
        <p:spPr bwMode="auto">
          <a:xfrm>
            <a:off x="5772011" y="1005589"/>
            <a:ext cx="3676304" cy="536549"/>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sym typeface="Symbol" panose="05050102010706020507" pitchFamily="18" charset="2"/>
              </a:rPr>
              <a:t>¿P</a:t>
            </a:r>
            <a:r>
              <a:rPr lang="es-ES" sz="2400" b="1" baseline="-25000">
                <a:solidFill>
                  <a:srgbClr val="000000"/>
                </a:solidFill>
                <a:latin typeface="Arial" panose="020B0604020202020204" pitchFamily="34" charset="0"/>
                <a:sym typeface="Symbol" panose="05050102010706020507" pitchFamily="18" charset="2"/>
              </a:rPr>
              <a:t>suministrada</a:t>
            </a:r>
            <a:r>
              <a:rPr lang="es-ES" sz="2400" b="1">
                <a:solidFill>
                  <a:srgbClr val="000000"/>
                </a:solidFill>
                <a:latin typeface="Arial" panose="020B0604020202020204" pitchFamily="34" charset="0"/>
                <a:sym typeface="Symbol" panose="05050102010706020507" pitchFamily="18" charset="2"/>
              </a:rPr>
              <a:t> = P</a:t>
            </a:r>
            <a:r>
              <a:rPr lang="es-ES" sz="2400" b="1" baseline="-25000">
                <a:solidFill>
                  <a:srgbClr val="000000"/>
                </a:solidFill>
                <a:latin typeface="Arial" panose="020B0604020202020204" pitchFamily="34" charset="0"/>
                <a:sym typeface="Symbol" panose="05050102010706020507" pitchFamily="18" charset="2"/>
              </a:rPr>
              <a:t>consumida</a:t>
            </a:r>
            <a:r>
              <a:rPr lang="es-ES" sz="2400" b="1">
                <a:solidFill>
                  <a:srgbClr val="000000"/>
                </a:solidFill>
                <a:latin typeface="Arial" panose="020B0604020202020204" pitchFamily="34" charset="0"/>
                <a:sym typeface="Symbol" panose="05050102010706020507" pitchFamily="18" charset="2"/>
              </a:rPr>
              <a:t>?</a:t>
            </a:r>
          </a:p>
        </p:txBody>
      </p:sp>
      <p:sp>
        <p:nvSpPr>
          <p:cNvPr id="3" name="Text Box 121"/>
          <p:cNvSpPr txBox="1">
            <a:spLocks noChangeArrowheads="1"/>
          </p:cNvSpPr>
          <p:nvPr/>
        </p:nvSpPr>
        <p:spPr bwMode="auto">
          <a:xfrm>
            <a:off x="5991072" y="2355826"/>
            <a:ext cx="164690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sym typeface="Symbol" panose="05050102010706020507" pitchFamily="18" charset="2"/>
              </a:rPr>
              <a:t>P</a:t>
            </a:r>
            <a:r>
              <a:rPr lang="es-ES" sz="2400" baseline="-25000" dirty="0" err="1">
                <a:solidFill>
                  <a:srgbClr val="000000"/>
                </a:solidFill>
                <a:latin typeface="Arial" panose="020B0604020202020204" pitchFamily="34" charset="0"/>
                <a:sym typeface="Symbol" panose="05050102010706020507" pitchFamily="18" charset="2"/>
              </a:rPr>
              <a:t>con</a:t>
            </a:r>
            <a:r>
              <a:rPr lang="es-ES" sz="2400" dirty="0">
                <a:solidFill>
                  <a:srgbClr val="000000"/>
                </a:solidFill>
                <a:latin typeface="Arial" panose="020B0604020202020204" pitchFamily="34" charset="0"/>
                <a:sym typeface="Symbol" panose="05050102010706020507" pitchFamily="18" charset="2"/>
              </a:rPr>
              <a:t> = </a:t>
            </a:r>
            <a:r>
              <a:rPr lang="es-ES" sz="2400" dirty="0" err="1">
                <a:solidFill>
                  <a:srgbClr val="000000"/>
                </a:solidFill>
                <a:latin typeface="Arial" panose="020B0604020202020204" pitchFamily="34" charset="0"/>
              </a:rPr>
              <a:t>P</a:t>
            </a:r>
            <a:r>
              <a:rPr lang="es-ES" sz="2400" baseline="-25000" dirty="0" err="1">
                <a:solidFill>
                  <a:srgbClr val="000000"/>
                </a:solidFill>
                <a:latin typeface="Arial" panose="020B0604020202020204" pitchFamily="34" charset="0"/>
              </a:rPr>
              <a:t>Req</a:t>
            </a:r>
            <a:endParaRPr lang="es-ES" sz="2400" baseline="30000" dirty="0">
              <a:solidFill>
                <a:srgbClr val="000000"/>
              </a:solidFill>
              <a:latin typeface="Arial" panose="020B0604020202020204" pitchFamily="34" charset="0"/>
            </a:endParaRPr>
          </a:p>
        </p:txBody>
      </p:sp>
      <p:sp>
        <p:nvSpPr>
          <p:cNvPr id="4" name="Text Box 121"/>
          <p:cNvSpPr txBox="1">
            <a:spLocks noChangeArrowheads="1"/>
          </p:cNvSpPr>
          <p:nvPr/>
        </p:nvSpPr>
        <p:spPr bwMode="auto">
          <a:xfrm>
            <a:off x="1466696" y="3874582"/>
            <a:ext cx="3179373" cy="536549"/>
          </a:xfrm>
          <a:prstGeom prst="rect">
            <a:avLst/>
          </a:prstGeom>
          <a:no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sym typeface="Symbol" panose="05050102010706020507" pitchFamily="18" charset="2"/>
              </a:rPr>
              <a:t>P</a:t>
            </a:r>
            <a:r>
              <a:rPr lang="es-ES" sz="2400" baseline="-25000" dirty="0" err="1">
                <a:solidFill>
                  <a:srgbClr val="000000"/>
                </a:solidFill>
                <a:latin typeface="Arial" panose="020B0604020202020204" pitchFamily="34" charset="0"/>
                <a:sym typeface="Symbol" panose="05050102010706020507" pitchFamily="18" charset="2"/>
              </a:rPr>
              <a:t>sum</a:t>
            </a:r>
            <a:r>
              <a:rPr lang="es-ES" sz="2400" dirty="0">
                <a:solidFill>
                  <a:srgbClr val="000000"/>
                </a:solidFill>
                <a:latin typeface="Arial" panose="020B0604020202020204" pitchFamily="34" charset="0"/>
                <a:sym typeface="Symbol" panose="05050102010706020507" pitchFamily="18" charset="2"/>
              </a:rPr>
              <a:t> = </a:t>
            </a:r>
            <a:r>
              <a:rPr lang="es-ES" sz="2400" dirty="0" err="1">
                <a:solidFill>
                  <a:srgbClr val="000000"/>
                </a:solidFill>
                <a:latin typeface="Arial" panose="020B0604020202020204" pitchFamily="34" charset="0"/>
                <a:sym typeface="Symbol" panose="05050102010706020507" pitchFamily="18" charset="2"/>
              </a:rPr>
              <a:t>P</a:t>
            </a:r>
            <a:r>
              <a:rPr lang="es-ES" sz="2800" baseline="-25000" dirty="0" err="1">
                <a:solidFill>
                  <a:srgbClr val="000000"/>
                </a:solidFill>
                <a:latin typeface="Arial" panose="020B0604020202020204" pitchFamily="34" charset="0"/>
                <a:sym typeface="Symbol" panose="05050102010706020507" pitchFamily="18" charset="2"/>
              </a:rPr>
              <a:t></a:t>
            </a:r>
            <a:r>
              <a:rPr lang="es-ES" sz="2400" baseline="-25000" dirty="0" err="1">
                <a:solidFill>
                  <a:srgbClr val="000000"/>
                </a:solidFill>
                <a:latin typeface="Arial" panose="020B0604020202020204" pitchFamily="34" charset="0"/>
                <a:sym typeface="Symbol" panose="05050102010706020507" pitchFamily="18" charset="2"/>
              </a:rPr>
              <a:t>sum</a:t>
            </a:r>
            <a:r>
              <a:rPr lang="es-ES" sz="2400" dirty="0">
                <a:solidFill>
                  <a:srgbClr val="000000"/>
                </a:solidFill>
                <a:latin typeface="Arial" panose="020B0604020202020204" pitchFamily="34" charset="0"/>
                <a:sym typeface="Symbol" panose="05050102010706020507" pitchFamily="18" charset="2"/>
              </a:rPr>
              <a:t> - </a:t>
            </a:r>
            <a:r>
              <a:rPr lang="es-ES" sz="2400" dirty="0" err="1">
                <a:solidFill>
                  <a:srgbClr val="000000"/>
                </a:solidFill>
                <a:latin typeface="Arial" panose="020B0604020202020204" pitchFamily="34" charset="0"/>
                <a:sym typeface="Symbol" panose="05050102010706020507" pitchFamily="18" charset="2"/>
              </a:rPr>
              <a:t>P</a:t>
            </a:r>
            <a:r>
              <a:rPr lang="es-ES" sz="2800" baseline="-25000" dirty="0" err="1">
                <a:solidFill>
                  <a:srgbClr val="000000"/>
                </a:solidFill>
                <a:latin typeface="Arial" panose="020B0604020202020204" pitchFamily="34" charset="0"/>
                <a:sym typeface="Symbol" panose="05050102010706020507" pitchFamily="18" charset="2"/>
              </a:rPr>
              <a:t></a:t>
            </a:r>
            <a:r>
              <a:rPr lang="es-ES" sz="2400" baseline="-25000" dirty="0" err="1">
                <a:solidFill>
                  <a:srgbClr val="000000"/>
                </a:solidFill>
                <a:latin typeface="Arial" panose="020B0604020202020204" pitchFamily="34" charset="0"/>
                <a:sym typeface="Symbol" panose="05050102010706020507" pitchFamily="18" charset="2"/>
              </a:rPr>
              <a:t>con</a:t>
            </a:r>
            <a:endParaRPr lang="es-ES" sz="2400" baseline="-25000" dirty="0">
              <a:solidFill>
                <a:srgbClr val="000000"/>
              </a:solidFill>
              <a:latin typeface="Arial" panose="020B0604020202020204" pitchFamily="34" charset="0"/>
              <a:sym typeface="Symbol" panose="05050102010706020507" pitchFamily="18" charset="2"/>
            </a:endParaRPr>
          </a:p>
        </p:txBody>
      </p:sp>
      <p:grpSp>
        <p:nvGrpSpPr>
          <p:cNvPr id="5" name="Group 145"/>
          <p:cNvGrpSpPr>
            <a:grpSpLocks/>
          </p:cNvGrpSpPr>
          <p:nvPr/>
        </p:nvGrpSpPr>
        <p:grpSpPr bwMode="auto">
          <a:xfrm>
            <a:off x="3791612" y="3463800"/>
            <a:ext cx="774700" cy="911225"/>
            <a:chOff x="5277" y="1115"/>
            <a:chExt cx="488" cy="574"/>
          </a:xfrm>
        </p:grpSpPr>
        <p:sp>
          <p:nvSpPr>
            <p:cNvPr id="15427" name="Line 136"/>
            <p:cNvSpPr>
              <a:spLocks noChangeShapeType="1"/>
            </p:cNvSpPr>
            <p:nvPr/>
          </p:nvSpPr>
          <p:spPr bwMode="auto">
            <a:xfrm flipV="1">
              <a:off x="5277" y="1353"/>
              <a:ext cx="284" cy="336"/>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5428" name="Text Box 137"/>
            <p:cNvSpPr txBox="1">
              <a:spLocks noChangeArrowheads="1"/>
            </p:cNvSpPr>
            <p:nvPr/>
          </p:nvSpPr>
          <p:spPr bwMode="auto">
            <a:xfrm>
              <a:off x="5542" y="1115"/>
              <a:ext cx="223"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rPr>
                <a:t>0</a:t>
              </a:r>
            </a:p>
          </p:txBody>
        </p:sp>
      </p:grpSp>
      <p:sp>
        <p:nvSpPr>
          <p:cNvPr id="6" name="Text Box 134"/>
          <p:cNvSpPr txBox="1">
            <a:spLocks noChangeArrowheads="1"/>
          </p:cNvSpPr>
          <p:nvPr/>
        </p:nvSpPr>
        <p:spPr bwMode="auto">
          <a:xfrm>
            <a:off x="4658464" y="3812669"/>
            <a:ext cx="757236"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sym typeface="Symbol" panose="05050102010706020507" pitchFamily="18" charset="2"/>
              </a:rPr>
              <a:t>= P</a:t>
            </a:r>
            <a:r>
              <a:rPr lang="es-ES" sz="2800" baseline="-25000">
                <a:solidFill>
                  <a:srgbClr val="000000"/>
                </a:solidFill>
                <a:latin typeface="Arial" panose="020B0604020202020204" pitchFamily="34" charset="0"/>
                <a:sym typeface="Symbol" panose="05050102010706020507" pitchFamily="18" charset="2"/>
              </a:rPr>
              <a:t></a:t>
            </a:r>
            <a:endParaRPr lang="es-ES" sz="2400">
              <a:solidFill>
                <a:srgbClr val="000000"/>
              </a:solidFill>
              <a:latin typeface="Arial" panose="020B0604020202020204" pitchFamily="34" charset="0"/>
              <a:sym typeface="Symbol" panose="05050102010706020507" pitchFamily="18" charset="2"/>
            </a:endParaRPr>
          </a:p>
        </p:txBody>
      </p:sp>
      <p:sp>
        <p:nvSpPr>
          <p:cNvPr id="7" name="Text Box 121"/>
          <p:cNvSpPr txBox="1">
            <a:spLocks noChangeArrowheads="1"/>
          </p:cNvSpPr>
          <p:nvPr/>
        </p:nvSpPr>
        <p:spPr bwMode="auto">
          <a:xfrm>
            <a:off x="7927433" y="4443704"/>
            <a:ext cx="142568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 </a:t>
            </a:r>
            <a:r>
              <a:rPr lang="es-ES" sz="2400" dirty="0" err="1">
                <a:solidFill>
                  <a:srgbClr val="000000"/>
                </a:solidFill>
                <a:latin typeface="Arial" panose="020B0604020202020204" pitchFamily="34" charset="0"/>
              </a:rPr>
              <a:t>R</a:t>
            </a:r>
            <a:r>
              <a:rPr lang="es-ES" sz="2400" baseline="-25000" dirty="0" err="1">
                <a:solidFill>
                  <a:srgbClr val="000000"/>
                </a:solidFill>
                <a:latin typeface="Arial" panose="020B0604020202020204" pitchFamily="34" charset="0"/>
              </a:rPr>
              <a:t>eq</a:t>
            </a:r>
            <a:r>
              <a:rPr lang="es-ES" sz="2400" dirty="0">
                <a:solidFill>
                  <a:srgbClr val="000000"/>
                </a:solidFill>
                <a:latin typeface="Arial" panose="020B0604020202020204" pitchFamily="34" charset="0"/>
              </a:rPr>
              <a:t> </a:t>
            </a:r>
            <a:r>
              <a:rPr lang="es-ES" sz="2400" dirty="0">
                <a:solidFill>
                  <a:srgbClr val="000000"/>
                </a:solidFill>
                <a:latin typeface="Comic Sans MS" panose="030F0702030302020204" pitchFamily="66" charset="0"/>
              </a:rPr>
              <a:t>I</a:t>
            </a:r>
            <a:r>
              <a:rPr lang="es-ES" sz="2400" baseline="-25000" dirty="0">
                <a:solidFill>
                  <a:srgbClr val="000000"/>
                </a:solidFill>
                <a:latin typeface="Comic Sans MS" panose="030F0702030302020204" pitchFamily="66" charset="0"/>
              </a:rPr>
              <a:t>1</a:t>
            </a:r>
            <a:r>
              <a:rPr lang="es-ES" sz="2400" dirty="0">
                <a:solidFill>
                  <a:srgbClr val="000000"/>
                </a:solidFill>
                <a:latin typeface="Arial" panose="020B0604020202020204" pitchFamily="34" charset="0"/>
              </a:rPr>
              <a:t>’</a:t>
            </a:r>
            <a:r>
              <a:rPr lang="es-ES" sz="2400" baseline="30000" dirty="0">
                <a:solidFill>
                  <a:srgbClr val="000000"/>
                </a:solidFill>
                <a:latin typeface="Arial" panose="020B0604020202020204" pitchFamily="34" charset="0"/>
              </a:rPr>
              <a:t>2</a:t>
            </a:r>
          </a:p>
        </p:txBody>
      </p:sp>
      <p:sp>
        <p:nvSpPr>
          <p:cNvPr id="239" name="Text Box 102"/>
          <p:cNvSpPr txBox="1">
            <a:spLocks noChangeArrowheads="1"/>
          </p:cNvSpPr>
          <p:nvPr/>
        </p:nvSpPr>
        <p:spPr bwMode="auto">
          <a:xfrm>
            <a:off x="5765505" y="336571"/>
            <a:ext cx="3280363"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Cerrados</a:t>
            </a:r>
          </a:p>
        </p:txBody>
      </p:sp>
      <p:sp>
        <p:nvSpPr>
          <p:cNvPr id="241" name="Text Box 121"/>
          <p:cNvSpPr txBox="1">
            <a:spLocks noChangeArrowheads="1"/>
          </p:cNvSpPr>
          <p:nvPr/>
        </p:nvSpPr>
        <p:spPr bwMode="auto">
          <a:xfrm>
            <a:off x="6006090" y="1837008"/>
            <a:ext cx="3980875"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sym typeface="Symbol" panose="05050102010706020507" pitchFamily="18" charset="2"/>
              </a:rPr>
              <a:t>P</a:t>
            </a:r>
            <a:r>
              <a:rPr lang="es-ES" sz="2400" baseline="-25000" dirty="0" err="1">
                <a:solidFill>
                  <a:srgbClr val="000000"/>
                </a:solidFill>
                <a:latin typeface="Arial" panose="020B0604020202020204" pitchFamily="34" charset="0"/>
                <a:sym typeface="Symbol" panose="05050102010706020507" pitchFamily="18" charset="2"/>
              </a:rPr>
              <a:t>con</a:t>
            </a:r>
            <a:r>
              <a:rPr lang="es-ES" sz="2400" dirty="0">
                <a:solidFill>
                  <a:srgbClr val="000000"/>
                </a:solidFill>
                <a:latin typeface="Arial" panose="020B0604020202020204" pitchFamily="34" charset="0"/>
                <a:sym typeface="Symbol" panose="05050102010706020507" pitchFamily="18" charset="2"/>
              </a:rPr>
              <a:t> = P</a:t>
            </a:r>
            <a:r>
              <a:rPr lang="es-ES" sz="2400" baseline="-25000" dirty="0">
                <a:solidFill>
                  <a:srgbClr val="000000"/>
                </a:solidFill>
                <a:latin typeface="Arial" panose="020B0604020202020204" pitchFamily="34" charset="0"/>
                <a:sym typeface="Symbol" panose="05050102010706020507" pitchFamily="18" charset="2"/>
              </a:rPr>
              <a:t>R1</a:t>
            </a:r>
            <a:r>
              <a:rPr lang="es-ES" sz="2400" dirty="0">
                <a:solidFill>
                  <a:srgbClr val="000000"/>
                </a:solidFill>
                <a:latin typeface="Arial" panose="020B0604020202020204" pitchFamily="34" charset="0"/>
                <a:sym typeface="Symbol" panose="05050102010706020507" pitchFamily="18" charset="2"/>
              </a:rPr>
              <a:t> + P</a:t>
            </a:r>
            <a:r>
              <a:rPr lang="es-ES" sz="2400" baseline="-25000" dirty="0">
                <a:solidFill>
                  <a:srgbClr val="000000"/>
                </a:solidFill>
                <a:latin typeface="Arial" panose="020B0604020202020204" pitchFamily="34" charset="0"/>
                <a:sym typeface="Symbol" panose="05050102010706020507" pitchFamily="18" charset="2"/>
              </a:rPr>
              <a:t>R2</a:t>
            </a:r>
            <a:r>
              <a:rPr lang="es-ES" sz="2400" dirty="0">
                <a:solidFill>
                  <a:srgbClr val="000000"/>
                </a:solidFill>
                <a:latin typeface="Arial" panose="020B0604020202020204" pitchFamily="34" charset="0"/>
                <a:sym typeface="Symbol" panose="05050102010706020507" pitchFamily="18" charset="2"/>
              </a:rPr>
              <a:t> + P</a:t>
            </a:r>
            <a:r>
              <a:rPr lang="es-ES" sz="2400" baseline="-25000" dirty="0">
                <a:solidFill>
                  <a:srgbClr val="000000"/>
                </a:solidFill>
                <a:latin typeface="Arial" panose="020B0604020202020204" pitchFamily="34" charset="0"/>
                <a:sym typeface="Symbol" panose="05050102010706020507" pitchFamily="18" charset="2"/>
              </a:rPr>
              <a:t>R3</a:t>
            </a:r>
            <a:r>
              <a:rPr lang="es-ES" sz="2400" dirty="0">
                <a:solidFill>
                  <a:srgbClr val="000000"/>
                </a:solidFill>
                <a:latin typeface="Arial" panose="020B0604020202020204" pitchFamily="34" charset="0"/>
                <a:sym typeface="Symbol" panose="05050102010706020507" pitchFamily="18" charset="2"/>
              </a:rPr>
              <a:t> + P</a:t>
            </a:r>
            <a:r>
              <a:rPr lang="es-ES" sz="2400" baseline="-25000" dirty="0">
                <a:solidFill>
                  <a:srgbClr val="000000"/>
                </a:solidFill>
                <a:latin typeface="Arial" panose="020B0604020202020204" pitchFamily="34" charset="0"/>
                <a:sym typeface="Symbol" panose="05050102010706020507" pitchFamily="18" charset="2"/>
              </a:rPr>
              <a:t>R4</a:t>
            </a:r>
            <a:endParaRPr lang="es-ES" sz="2400" baseline="30000" dirty="0">
              <a:solidFill>
                <a:srgbClr val="000000"/>
              </a:solidFill>
              <a:latin typeface="Arial" panose="020B0604020202020204" pitchFamily="34" charset="0"/>
            </a:endParaRPr>
          </a:p>
        </p:txBody>
      </p:sp>
      <p:sp>
        <p:nvSpPr>
          <p:cNvPr id="243" name="Text Box 134"/>
          <p:cNvSpPr txBox="1">
            <a:spLocks noChangeArrowheads="1"/>
          </p:cNvSpPr>
          <p:nvPr/>
        </p:nvSpPr>
        <p:spPr bwMode="auto">
          <a:xfrm>
            <a:off x="2857853" y="5272359"/>
            <a:ext cx="1066752" cy="598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a:t>
            </a:r>
            <a:r>
              <a:rPr lang="es-ES" sz="2800" dirty="0">
                <a:solidFill>
                  <a:srgbClr val="000000"/>
                </a:solidFill>
                <a:latin typeface="Arial" panose="020B0604020202020204" pitchFamily="34" charset="0"/>
                <a:sym typeface="Symbol" panose="05050102010706020507" pitchFamily="18" charset="2"/>
              </a:rPr>
              <a:t></a:t>
            </a: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000000"/>
                </a:solidFill>
                <a:latin typeface="Comic Sans MS" panose="030F0702030302020204" pitchFamily="66" charset="0"/>
                <a:sym typeface="Symbol" panose="05050102010706020507" pitchFamily="18" charset="2"/>
              </a:rPr>
              <a:t>I</a:t>
            </a:r>
            <a:r>
              <a:rPr lang="es-ES" sz="2400" baseline="-25000" dirty="0">
                <a:solidFill>
                  <a:srgbClr val="000000"/>
                </a:solidFill>
                <a:latin typeface="Comic Sans MS" panose="030F0702030302020204" pitchFamily="66" charset="0"/>
                <a:sym typeface="Symbol" panose="05050102010706020507" pitchFamily="18" charset="2"/>
              </a:rPr>
              <a:t>1</a:t>
            </a:r>
            <a:r>
              <a:rPr lang="es-ES" sz="2400" dirty="0">
                <a:solidFill>
                  <a:srgbClr val="000000"/>
                </a:solidFill>
                <a:latin typeface="Arial" panose="020B0604020202020204" pitchFamily="34" charset="0"/>
                <a:sym typeface="Symbol" panose="05050102010706020507" pitchFamily="18" charset="2"/>
              </a:rPr>
              <a:t>’</a:t>
            </a:r>
          </a:p>
        </p:txBody>
      </p:sp>
      <p:sp>
        <p:nvSpPr>
          <p:cNvPr id="244" name="Text Box 134"/>
          <p:cNvSpPr txBox="1">
            <a:spLocks noChangeArrowheads="1"/>
          </p:cNvSpPr>
          <p:nvPr/>
        </p:nvSpPr>
        <p:spPr bwMode="auto">
          <a:xfrm>
            <a:off x="2909306" y="5867894"/>
            <a:ext cx="225253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1,5  3 / 700</a:t>
            </a:r>
          </a:p>
        </p:txBody>
      </p:sp>
      <p:sp>
        <p:nvSpPr>
          <p:cNvPr id="245" name="Text Box 135"/>
          <p:cNvSpPr txBox="1">
            <a:spLocks noChangeArrowheads="1"/>
          </p:cNvSpPr>
          <p:nvPr/>
        </p:nvSpPr>
        <p:spPr bwMode="auto">
          <a:xfrm>
            <a:off x="7942064" y="5088748"/>
            <a:ext cx="255901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 350 </a:t>
            </a:r>
            <a:r>
              <a:rPr lang="es-ES" sz="2400">
                <a:solidFill>
                  <a:srgbClr val="000000"/>
                </a:solidFill>
                <a:latin typeface="Arial" panose="020B0604020202020204" pitchFamily="34" charset="0"/>
                <a:sym typeface="Symbol" panose="05050102010706020507" pitchFamily="18" charset="2"/>
              </a:rPr>
              <a:t> (3 / 700)</a:t>
            </a:r>
            <a:r>
              <a:rPr lang="es-ES" sz="2400" baseline="30000">
                <a:solidFill>
                  <a:srgbClr val="000000"/>
                </a:solidFill>
                <a:latin typeface="Arial" panose="020B0604020202020204" pitchFamily="34" charset="0"/>
                <a:sym typeface="Symbol" panose="05050102010706020507" pitchFamily="18" charset="2"/>
              </a:rPr>
              <a:t>2</a:t>
            </a:r>
          </a:p>
        </p:txBody>
      </p:sp>
      <p:sp>
        <p:nvSpPr>
          <p:cNvPr id="128" name="Text Box 129"/>
          <p:cNvSpPr txBox="1">
            <a:spLocks noChangeArrowheads="1"/>
          </p:cNvSpPr>
          <p:nvPr/>
        </p:nvSpPr>
        <p:spPr bwMode="auto">
          <a:xfrm>
            <a:off x="1514644" y="2844019"/>
            <a:ext cx="2084971"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3333FF"/>
                </a:solidFill>
                <a:latin typeface="Comic Sans MS" panose="030F0702030302020204" pitchFamily="66" charset="0"/>
                <a:sym typeface="Symbol" panose="05050102010706020507" pitchFamily="18" charset="2"/>
              </a:rPr>
              <a:t>I</a:t>
            </a:r>
            <a:r>
              <a:rPr lang="es-ES" sz="2400" baseline="-25000" dirty="0">
                <a:solidFill>
                  <a:srgbClr val="3333FF"/>
                </a:solidFill>
                <a:latin typeface="Arial" panose="020B0604020202020204" pitchFamily="34" charset="0"/>
                <a:sym typeface="Symbol" panose="05050102010706020507" pitchFamily="18" charset="2"/>
              </a:rPr>
              <a:t>1</a:t>
            </a:r>
            <a:r>
              <a:rPr lang="es-ES" sz="2400" dirty="0">
                <a:solidFill>
                  <a:srgbClr val="3333FF"/>
                </a:solidFill>
                <a:latin typeface="Arial" panose="020B0604020202020204" pitchFamily="34" charset="0"/>
                <a:sym typeface="Symbol" panose="05050102010706020507" pitchFamily="18" charset="2"/>
              </a:rPr>
              <a:t>’ = 3 / 700 A</a:t>
            </a:r>
          </a:p>
        </p:txBody>
      </p:sp>
      <p:sp>
        <p:nvSpPr>
          <p:cNvPr id="129" name="Text Box 129"/>
          <p:cNvSpPr txBox="1">
            <a:spLocks noChangeArrowheads="1"/>
          </p:cNvSpPr>
          <p:nvPr/>
        </p:nvSpPr>
        <p:spPr bwMode="auto">
          <a:xfrm>
            <a:off x="9002693" y="2403022"/>
            <a:ext cx="1425688"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dirty="0">
                <a:solidFill>
                  <a:srgbClr val="FF0000"/>
                </a:solidFill>
                <a:latin typeface="Comic Sans MS" panose="030F0702030302020204" pitchFamily="66" charset="0"/>
                <a:sym typeface="Symbol" panose="05050102010706020507" pitchFamily="18" charset="2"/>
              </a:rPr>
              <a:t>(V</a:t>
            </a:r>
            <a:r>
              <a:rPr lang="es-ES" sz="2400" baseline="-25000" dirty="0">
                <a:solidFill>
                  <a:srgbClr val="FF0000"/>
                </a:solidFill>
                <a:latin typeface="Arial" panose="020B0604020202020204" pitchFamily="34" charset="0"/>
                <a:sym typeface="Symbol" panose="05050102010706020507" pitchFamily="18" charset="2"/>
              </a:rPr>
              <a:t>4</a:t>
            </a:r>
            <a:r>
              <a:rPr lang="es-ES" sz="2400" dirty="0">
                <a:solidFill>
                  <a:srgbClr val="FF0000"/>
                </a:solidFill>
                <a:latin typeface="Arial" panose="020B0604020202020204" pitchFamily="34" charset="0"/>
                <a:sym typeface="Symbol" panose="05050102010706020507" pitchFamily="18" charset="2"/>
              </a:rPr>
              <a:t>’ = 0</a:t>
            </a:r>
          </a:p>
          <a:p>
            <a:pPr algn="ctr" eaLnBrk="1" hangingPunct="1">
              <a:spcBef>
                <a:spcPts val="0"/>
              </a:spcBef>
              <a:buFontTx/>
              <a:buNone/>
            </a:pPr>
            <a:r>
              <a:rPr lang="es-ES" sz="2400" dirty="0">
                <a:solidFill>
                  <a:srgbClr val="FF0000"/>
                </a:solidFill>
                <a:latin typeface="Comic Sans MS" panose="030F0702030302020204" pitchFamily="66" charset="0"/>
                <a:sym typeface="Symbol" panose="05050102010706020507" pitchFamily="18" charset="2"/>
              </a:rPr>
              <a:t>   I</a:t>
            </a:r>
            <a:r>
              <a:rPr lang="es-ES" sz="2400" baseline="-25000" dirty="0">
                <a:solidFill>
                  <a:srgbClr val="FF0000"/>
                </a:solidFill>
                <a:latin typeface="Arial" panose="020B0604020202020204" pitchFamily="34" charset="0"/>
                <a:sym typeface="Symbol" panose="05050102010706020507" pitchFamily="18" charset="2"/>
              </a:rPr>
              <a:t>4</a:t>
            </a:r>
            <a:r>
              <a:rPr lang="es-ES" sz="2400" dirty="0">
                <a:solidFill>
                  <a:srgbClr val="FF0000"/>
                </a:solidFill>
                <a:latin typeface="Arial" panose="020B0604020202020204" pitchFamily="34" charset="0"/>
                <a:sym typeface="Symbol" panose="05050102010706020507" pitchFamily="18" charset="2"/>
              </a:rPr>
              <a:t>’ = 0)</a:t>
            </a:r>
          </a:p>
        </p:txBody>
      </p:sp>
      <p:sp>
        <p:nvSpPr>
          <p:cNvPr id="130" name="Text Box 129"/>
          <p:cNvSpPr txBox="1">
            <a:spLocks noChangeArrowheads="1"/>
          </p:cNvSpPr>
          <p:nvPr/>
        </p:nvSpPr>
        <p:spPr bwMode="auto">
          <a:xfrm>
            <a:off x="1639548" y="4420340"/>
            <a:ext cx="3854238"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FontTx/>
              <a:buNone/>
            </a:pPr>
            <a:r>
              <a:rPr lang="es-ES" sz="2400" dirty="0">
                <a:solidFill>
                  <a:srgbClr val="FF0000"/>
                </a:solidFill>
                <a:latin typeface="Arial" panose="020B0604020202020204" pitchFamily="34" charset="0"/>
                <a:cs typeface="Arial" panose="020B0604020202020204" pitchFamily="34" charset="0"/>
                <a:sym typeface="Symbol" panose="05050102010706020507" pitchFamily="18" charset="2"/>
              </a:rPr>
              <a:t>(solo hay uno y suministra:</a:t>
            </a:r>
          </a:p>
          <a:p>
            <a:pPr eaLnBrk="1" hangingPunct="1">
              <a:spcBef>
                <a:spcPts val="0"/>
              </a:spcBef>
              <a:buFontTx/>
              <a:buNone/>
            </a:pPr>
            <a:r>
              <a:rPr lang="es-ES" sz="2400" dirty="0">
                <a:solidFill>
                  <a:srgbClr val="FF0000"/>
                </a:solidFill>
                <a:latin typeface="Comic Sans MS" panose="030F0702030302020204" pitchFamily="66" charset="0"/>
                <a:sym typeface="Symbol" panose="05050102010706020507" pitchFamily="18" charset="2"/>
              </a:rPr>
              <a:t>I’ </a:t>
            </a:r>
            <a:r>
              <a:rPr lang="es-ES" sz="2400" dirty="0">
                <a:solidFill>
                  <a:srgbClr val="FF0000"/>
                </a:solidFill>
                <a:latin typeface="Arial" panose="020B0604020202020204" pitchFamily="34" charset="0"/>
                <a:cs typeface="Arial" panose="020B0604020202020204" pitchFamily="34" charset="0"/>
                <a:sym typeface="Wingdings 3" panose="05040102010807070707" pitchFamily="18" charset="2"/>
              </a:rPr>
              <a:t>entra por</a:t>
            </a:r>
            <a:r>
              <a:rPr lang="es-ES" sz="2400" dirty="0">
                <a:solidFill>
                  <a:srgbClr val="FF0000"/>
                </a:solidFill>
                <a:latin typeface="Arial" panose="020B0604020202020204" pitchFamily="34" charset="0"/>
                <a:cs typeface="Arial" panose="020B0604020202020204" pitchFamily="34" charset="0"/>
                <a:sym typeface="Symbol" panose="05050102010706020507" pitchFamily="18" charset="2"/>
              </a:rPr>
              <a:t> -  y sale por</a:t>
            </a:r>
            <a:r>
              <a:rPr lang="es-ES" sz="2400" dirty="0">
                <a:solidFill>
                  <a:srgbClr val="FF0000"/>
                </a:solidFill>
                <a:latin typeface="Arial" panose="020B0604020202020204" pitchFamily="34" charset="0"/>
                <a:cs typeface="Arial" panose="020B0604020202020204" pitchFamily="34" charset="0"/>
                <a:sym typeface="Wingdings 3" panose="05040102010807070707" pitchFamily="18" charset="2"/>
              </a:rPr>
              <a:t> +</a:t>
            </a:r>
            <a:r>
              <a:rPr lang="es-ES" sz="2400" dirty="0">
                <a:solidFill>
                  <a:srgbClr val="FF0000"/>
                </a:solidFill>
                <a:latin typeface="Arial" panose="020B0604020202020204" pitchFamily="34" charset="0"/>
                <a:cs typeface="Arial" panose="020B0604020202020204" pitchFamily="34" charset="0"/>
                <a:sym typeface="Symbol" panose="05050102010706020507" pitchFamily="18" charset="2"/>
              </a:rPr>
              <a:t>)</a:t>
            </a:r>
          </a:p>
        </p:txBody>
      </p:sp>
      <p:sp>
        <p:nvSpPr>
          <p:cNvPr id="8" name="Elipse 7"/>
          <p:cNvSpPr/>
          <p:nvPr/>
        </p:nvSpPr>
        <p:spPr bwMode="auto">
          <a:xfrm>
            <a:off x="8224718" y="5088748"/>
            <a:ext cx="640080" cy="536549"/>
          </a:xfrm>
          <a:prstGeom prst="ellipse">
            <a:avLst/>
          </a:prstGeom>
          <a:noFill/>
          <a:ln w="25400" cap="flat" cmpd="sng" algn="ctr">
            <a:solidFill>
              <a:srgbClr val="FF0000"/>
            </a:solidFill>
            <a:prstDash val="sysDash"/>
            <a:round/>
            <a:headEnd type="none" w="med" len="med"/>
            <a:tailEnd type="none" w="lg" len="lg"/>
          </a:ln>
          <a:effectLst/>
        </p:spPr>
        <p:txBody>
          <a:bodyPr vert="horz" wrap="none" lIns="90000" tIns="82800" rIns="90000" bIns="82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s-ES" sz="2000" b="0" i="0" u="none" strike="noStrike" cap="none" normalizeH="0" baseline="0">
              <a:ln>
                <a:noFill/>
              </a:ln>
              <a:solidFill>
                <a:srgbClr val="000000"/>
              </a:solidFill>
              <a:effectLst/>
              <a:latin typeface="Arial" charset="0"/>
            </a:endParaRPr>
          </a:p>
        </p:txBody>
      </p:sp>
      <p:sp>
        <p:nvSpPr>
          <p:cNvPr id="133" name="Text Box 129"/>
          <p:cNvSpPr txBox="1">
            <a:spLocks noChangeArrowheads="1"/>
          </p:cNvSpPr>
          <p:nvPr/>
        </p:nvSpPr>
        <p:spPr bwMode="auto">
          <a:xfrm>
            <a:off x="5797706" y="5328662"/>
            <a:ext cx="2265742"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cs typeface="Arial" panose="020B0604020202020204" pitchFamily="34" charset="0"/>
                <a:sym typeface="Symbol" panose="05050102010706020507" pitchFamily="18" charset="2"/>
              </a:rPr>
              <a:t>(lo vemos a continuación)</a:t>
            </a:r>
          </a:p>
        </p:txBody>
      </p:sp>
      <p:sp>
        <p:nvSpPr>
          <p:cNvPr id="134" name="Line 136"/>
          <p:cNvSpPr>
            <a:spLocks noChangeShapeType="1"/>
          </p:cNvSpPr>
          <p:nvPr/>
        </p:nvSpPr>
        <p:spPr bwMode="auto">
          <a:xfrm flipH="1">
            <a:off x="7655089" y="5532339"/>
            <a:ext cx="512399" cy="158131"/>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wrap="square" lIns="90000" tIns="82800" rIns="90000" bIns="82800">
            <a:spAutoFit/>
          </a:bodyPr>
          <a:lstStyle/>
          <a:p>
            <a:endParaRPr lang="es-ES"/>
          </a:p>
        </p:txBody>
      </p:sp>
      <p:sp>
        <p:nvSpPr>
          <p:cNvPr id="135" name="Rectangle 101">
            <a:extLst>
              <a:ext uri="{FF2B5EF4-FFF2-40B4-BE49-F238E27FC236}">
                <a16:creationId xmlns:a16="http://schemas.microsoft.com/office/drawing/2014/main" id="{C725308B-7FD0-407A-BF06-E3F0F4A50EA8}"/>
              </a:ext>
            </a:extLst>
          </p:cNvPr>
          <p:cNvSpPr>
            <a:spLocks noChangeArrowheads="1"/>
          </p:cNvSpPr>
          <p:nvPr/>
        </p:nvSpPr>
        <p:spPr bwMode="auto">
          <a:xfrm>
            <a:off x="1656069" y="3122314"/>
            <a:ext cx="1428894" cy="6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3200" dirty="0">
                <a:solidFill>
                  <a:srgbClr val="3333FF"/>
                </a:solidFill>
                <a:latin typeface="Arial" panose="020B0604020202020204" pitchFamily="34" charset="0"/>
                <a:sym typeface="Symbol" panose="05050102010706020507" pitchFamily="18" charset="2"/>
              </a:rPr>
              <a:t></a:t>
            </a:r>
            <a:r>
              <a:rPr lang="es-ES" sz="2400" dirty="0">
                <a:solidFill>
                  <a:srgbClr val="3333FF"/>
                </a:solidFill>
                <a:latin typeface="Arial" panose="020B0604020202020204" pitchFamily="34" charset="0"/>
                <a:sym typeface="Symbol" panose="05050102010706020507" pitchFamily="18" charset="2"/>
              </a:rPr>
              <a:t> = 1,5 V</a:t>
            </a:r>
          </a:p>
        </p:txBody>
      </p:sp>
      <p:sp>
        <p:nvSpPr>
          <p:cNvPr id="140" name="Text Box 134">
            <a:extLst>
              <a:ext uri="{FF2B5EF4-FFF2-40B4-BE49-F238E27FC236}">
                <a16:creationId xmlns:a16="http://schemas.microsoft.com/office/drawing/2014/main" id="{52B5D424-F443-45AD-9C8D-D823162EE7B8}"/>
              </a:ext>
            </a:extLst>
          </p:cNvPr>
          <p:cNvSpPr txBox="1">
            <a:spLocks noChangeArrowheads="1"/>
          </p:cNvSpPr>
          <p:nvPr/>
        </p:nvSpPr>
        <p:spPr bwMode="auto">
          <a:xfrm>
            <a:off x="2909306" y="6406049"/>
            <a:ext cx="2252532"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  4,5 / 700 W</a:t>
            </a:r>
          </a:p>
        </p:txBody>
      </p:sp>
      <p:cxnSp>
        <p:nvCxnSpPr>
          <p:cNvPr id="10" name="Conector recto 9">
            <a:extLst>
              <a:ext uri="{FF2B5EF4-FFF2-40B4-BE49-F238E27FC236}">
                <a16:creationId xmlns:a16="http://schemas.microsoft.com/office/drawing/2014/main" id="{C80E046B-3BC9-70C7-8C5E-5548C08143C1}"/>
              </a:ext>
            </a:extLst>
          </p:cNvPr>
          <p:cNvCxnSpPr/>
          <p:nvPr/>
        </p:nvCxnSpPr>
        <p:spPr bwMode="auto">
          <a:xfrm>
            <a:off x="5772011" y="2162175"/>
            <a:ext cx="0" cy="4314825"/>
          </a:xfrm>
          <a:prstGeom prst="line">
            <a:avLst/>
          </a:prstGeom>
          <a:noFill/>
          <a:ln w="38100" cap="flat" cmpd="sng" algn="ctr">
            <a:solidFill>
              <a:schemeClr val="tx1"/>
            </a:solidFill>
            <a:prstDash val="solid"/>
            <a:round/>
            <a:headEnd type="none" w="med" len="med"/>
            <a:tailEnd type="none" w="lg" len="lg"/>
          </a:ln>
          <a:effectLst/>
        </p:spPr>
      </p:cxnSp>
      <p:sp>
        <p:nvSpPr>
          <p:cNvPr id="12" name="Text Box 129">
            <a:extLst>
              <a:ext uri="{FF2B5EF4-FFF2-40B4-BE49-F238E27FC236}">
                <a16:creationId xmlns:a16="http://schemas.microsoft.com/office/drawing/2014/main" id="{B874FD17-2611-BFC4-CBFF-734EF3378020}"/>
              </a:ext>
            </a:extLst>
          </p:cNvPr>
          <p:cNvSpPr txBox="1">
            <a:spLocks noChangeArrowheads="1"/>
          </p:cNvSpPr>
          <p:nvPr/>
        </p:nvSpPr>
        <p:spPr bwMode="auto">
          <a:xfrm>
            <a:off x="5907038" y="3586161"/>
            <a:ext cx="4268263"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FF0000"/>
                </a:solidFill>
                <a:latin typeface="Arial" panose="020B0604020202020204" pitchFamily="34" charset="0"/>
                <a:cs typeface="Arial" panose="020B0604020202020204" pitchFamily="34" charset="0"/>
                <a:sym typeface="Symbol" panose="05050102010706020507" pitchFamily="18" charset="2"/>
              </a:rPr>
              <a:t>(no usamos V </a:t>
            </a:r>
            <a:r>
              <a:rPr lang="es-ES" sz="2400">
                <a:solidFill>
                  <a:srgbClr val="FF0000"/>
                </a:solidFill>
                <a:latin typeface="Comic Sans MS" panose="030F0702030302020204" pitchFamily="66" charset="0"/>
                <a:cs typeface="Arial" panose="020B0604020202020204" pitchFamily="34" charset="0"/>
                <a:sym typeface="Symbol" panose="05050102010706020507" pitchFamily="18" charset="2"/>
              </a:rPr>
              <a:t>I</a:t>
            </a:r>
            <a:r>
              <a:rPr lang="es-ES" sz="2400">
                <a:solidFill>
                  <a:srgbClr val="FF0000"/>
                </a:solidFill>
                <a:latin typeface="Arial" panose="020B0604020202020204" pitchFamily="34" charset="0"/>
                <a:cs typeface="Arial" panose="020B0604020202020204" pitchFamily="34" charset="0"/>
                <a:sym typeface="Symbol" panose="05050102010706020507" pitchFamily="18" charset="2"/>
              </a:rPr>
              <a:t>, porque sería hacer la misma cuenta)</a:t>
            </a:r>
            <a:endParaRPr lang="es-ES" sz="2400" dirty="0">
              <a:solidFill>
                <a:srgbClr val="FF0000"/>
              </a:solidFill>
              <a:latin typeface="Arial" panose="020B0604020202020204" pitchFamily="34" charset="0"/>
              <a:cs typeface="Arial" panose="020B0604020202020204" pitchFamily="34" charset="0"/>
              <a:sym typeface="Symbol" panose="05050102010706020507" pitchFamily="18" charset="2"/>
            </a:endParaRPr>
          </a:p>
        </p:txBody>
      </p:sp>
      <p:sp>
        <p:nvSpPr>
          <p:cNvPr id="11" name="Line 10">
            <a:extLst>
              <a:ext uri="{FF2B5EF4-FFF2-40B4-BE49-F238E27FC236}">
                <a16:creationId xmlns:a16="http://schemas.microsoft.com/office/drawing/2014/main" id="{8D76A220-D88C-5182-3893-F6DBEE85A9F1}"/>
              </a:ext>
            </a:extLst>
          </p:cNvPr>
          <p:cNvSpPr>
            <a:spLocks noChangeShapeType="1"/>
          </p:cNvSpPr>
          <p:nvPr/>
        </p:nvSpPr>
        <p:spPr bwMode="auto">
          <a:xfrm flipV="1">
            <a:off x="4513263" y="1590675"/>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 name="Line 14">
            <a:extLst>
              <a:ext uri="{FF2B5EF4-FFF2-40B4-BE49-F238E27FC236}">
                <a16:creationId xmlns:a16="http://schemas.microsoft.com/office/drawing/2014/main" id="{C75A60A0-C0D3-63A9-9B66-0B394D6E221C}"/>
              </a:ext>
            </a:extLst>
          </p:cNvPr>
          <p:cNvSpPr>
            <a:spLocks noChangeShapeType="1"/>
          </p:cNvSpPr>
          <p:nvPr/>
        </p:nvSpPr>
        <p:spPr bwMode="auto">
          <a:xfrm>
            <a:off x="2803525" y="857250"/>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 name="Line 15">
            <a:extLst>
              <a:ext uri="{FF2B5EF4-FFF2-40B4-BE49-F238E27FC236}">
                <a16:creationId xmlns:a16="http://schemas.microsoft.com/office/drawing/2014/main" id="{3A43E5EA-2DF2-AD39-FDE7-27EC1734C2ED}"/>
              </a:ext>
            </a:extLst>
          </p:cNvPr>
          <p:cNvSpPr>
            <a:spLocks noChangeShapeType="1"/>
          </p:cNvSpPr>
          <p:nvPr/>
        </p:nvSpPr>
        <p:spPr bwMode="auto">
          <a:xfrm rot="10800000">
            <a:off x="2803525" y="1784350"/>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5" name="Line 16">
            <a:extLst>
              <a:ext uri="{FF2B5EF4-FFF2-40B4-BE49-F238E27FC236}">
                <a16:creationId xmlns:a16="http://schemas.microsoft.com/office/drawing/2014/main" id="{FE9457A9-5E7D-9B01-6BF9-A79677D3AEF2}"/>
              </a:ext>
            </a:extLst>
          </p:cNvPr>
          <p:cNvSpPr>
            <a:spLocks noChangeShapeType="1"/>
          </p:cNvSpPr>
          <p:nvPr/>
        </p:nvSpPr>
        <p:spPr bwMode="auto">
          <a:xfrm>
            <a:off x="1546225" y="868363"/>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6" name="Line 17">
            <a:extLst>
              <a:ext uri="{FF2B5EF4-FFF2-40B4-BE49-F238E27FC236}">
                <a16:creationId xmlns:a16="http://schemas.microsoft.com/office/drawing/2014/main" id="{77A2D866-029B-B001-E9B8-D6EEEA8F4F69}"/>
              </a:ext>
            </a:extLst>
          </p:cNvPr>
          <p:cNvSpPr>
            <a:spLocks noChangeShapeType="1"/>
          </p:cNvSpPr>
          <p:nvPr/>
        </p:nvSpPr>
        <p:spPr bwMode="auto">
          <a:xfrm>
            <a:off x="3851275" y="857250"/>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 name="Line 18">
            <a:extLst>
              <a:ext uri="{FF2B5EF4-FFF2-40B4-BE49-F238E27FC236}">
                <a16:creationId xmlns:a16="http://schemas.microsoft.com/office/drawing/2014/main" id="{9CAE4D6A-CB15-E681-648B-778E6E555855}"/>
              </a:ext>
            </a:extLst>
          </p:cNvPr>
          <p:cNvSpPr>
            <a:spLocks noChangeShapeType="1"/>
          </p:cNvSpPr>
          <p:nvPr/>
        </p:nvSpPr>
        <p:spPr bwMode="auto">
          <a:xfrm>
            <a:off x="3840163" y="1497013"/>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8" name="Line 19">
            <a:extLst>
              <a:ext uri="{FF2B5EF4-FFF2-40B4-BE49-F238E27FC236}">
                <a16:creationId xmlns:a16="http://schemas.microsoft.com/office/drawing/2014/main" id="{1A991EBD-49C4-966D-4175-C841FD70DBE2}"/>
              </a:ext>
            </a:extLst>
          </p:cNvPr>
          <p:cNvSpPr>
            <a:spLocks noChangeShapeType="1"/>
          </p:cNvSpPr>
          <p:nvPr/>
        </p:nvSpPr>
        <p:spPr bwMode="auto">
          <a:xfrm flipH="1">
            <a:off x="1546225" y="857250"/>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9" name="Line 20">
            <a:extLst>
              <a:ext uri="{FF2B5EF4-FFF2-40B4-BE49-F238E27FC236}">
                <a16:creationId xmlns:a16="http://schemas.microsoft.com/office/drawing/2014/main" id="{7C9673C3-4BDA-62E0-41DE-2DB6D9F20F8C}"/>
              </a:ext>
            </a:extLst>
          </p:cNvPr>
          <p:cNvSpPr>
            <a:spLocks noChangeShapeType="1"/>
          </p:cNvSpPr>
          <p:nvPr/>
        </p:nvSpPr>
        <p:spPr bwMode="auto">
          <a:xfrm flipH="1">
            <a:off x="1535113" y="1795463"/>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1" name="Oval 24">
            <a:extLst>
              <a:ext uri="{FF2B5EF4-FFF2-40B4-BE49-F238E27FC236}">
                <a16:creationId xmlns:a16="http://schemas.microsoft.com/office/drawing/2014/main" id="{54C8EB17-6A9E-8746-789F-193423128D5B}"/>
              </a:ext>
            </a:extLst>
          </p:cNvPr>
          <p:cNvSpPr>
            <a:spLocks noChangeArrowheads="1"/>
          </p:cNvSpPr>
          <p:nvPr/>
        </p:nvSpPr>
        <p:spPr bwMode="auto">
          <a:xfrm>
            <a:off x="4468813" y="1492250"/>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2" name="Oval 25">
            <a:extLst>
              <a:ext uri="{FF2B5EF4-FFF2-40B4-BE49-F238E27FC236}">
                <a16:creationId xmlns:a16="http://schemas.microsoft.com/office/drawing/2014/main" id="{81171AE4-832B-50BA-38BD-D480D31A6C97}"/>
              </a:ext>
            </a:extLst>
          </p:cNvPr>
          <p:cNvSpPr>
            <a:spLocks noChangeArrowheads="1"/>
          </p:cNvSpPr>
          <p:nvPr/>
        </p:nvSpPr>
        <p:spPr bwMode="auto">
          <a:xfrm>
            <a:off x="3805238" y="1497013"/>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3" name="Oval 26">
            <a:extLst>
              <a:ext uri="{FF2B5EF4-FFF2-40B4-BE49-F238E27FC236}">
                <a16:creationId xmlns:a16="http://schemas.microsoft.com/office/drawing/2014/main" id="{BDD493DA-7F7D-ACA0-69F6-9E30B3A5155F}"/>
              </a:ext>
            </a:extLst>
          </p:cNvPr>
          <p:cNvSpPr>
            <a:spLocks noChangeArrowheads="1"/>
          </p:cNvSpPr>
          <p:nvPr/>
        </p:nvSpPr>
        <p:spPr bwMode="auto">
          <a:xfrm>
            <a:off x="3805238" y="1133475"/>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24" name="Oval 27">
            <a:extLst>
              <a:ext uri="{FF2B5EF4-FFF2-40B4-BE49-F238E27FC236}">
                <a16:creationId xmlns:a16="http://schemas.microsoft.com/office/drawing/2014/main" id="{87BB7869-90B9-5028-E4B8-60B44E221EB8}"/>
              </a:ext>
            </a:extLst>
          </p:cNvPr>
          <p:cNvSpPr>
            <a:spLocks noChangeArrowheads="1"/>
          </p:cNvSpPr>
          <p:nvPr/>
        </p:nvSpPr>
        <p:spPr bwMode="auto">
          <a:xfrm>
            <a:off x="4468813" y="1855788"/>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25" name="Group 28">
            <a:extLst>
              <a:ext uri="{FF2B5EF4-FFF2-40B4-BE49-F238E27FC236}">
                <a16:creationId xmlns:a16="http://schemas.microsoft.com/office/drawing/2014/main" id="{CE0DE353-5651-ACCB-2523-1A8E09EEEE3C}"/>
              </a:ext>
            </a:extLst>
          </p:cNvPr>
          <p:cNvGrpSpPr>
            <a:grpSpLocks/>
          </p:cNvGrpSpPr>
          <p:nvPr/>
        </p:nvGrpSpPr>
        <p:grpSpPr bwMode="auto">
          <a:xfrm>
            <a:off x="2384425" y="650875"/>
            <a:ext cx="419100" cy="427038"/>
            <a:chOff x="2214" y="9158"/>
            <a:chExt cx="1080" cy="360"/>
          </a:xfrm>
        </p:grpSpPr>
        <p:grpSp>
          <p:nvGrpSpPr>
            <p:cNvPr id="26" name="Group 29">
              <a:extLst>
                <a:ext uri="{FF2B5EF4-FFF2-40B4-BE49-F238E27FC236}">
                  <a16:creationId xmlns:a16="http://schemas.microsoft.com/office/drawing/2014/main" id="{2A35D6E0-A6A6-24C1-03A9-2EDC7836F0AE}"/>
                </a:ext>
              </a:extLst>
            </p:cNvPr>
            <p:cNvGrpSpPr>
              <a:grpSpLocks/>
            </p:cNvGrpSpPr>
            <p:nvPr/>
          </p:nvGrpSpPr>
          <p:grpSpPr bwMode="auto">
            <a:xfrm>
              <a:off x="2574" y="9158"/>
              <a:ext cx="360" cy="360"/>
              <a:chOff x="2214" y="9158"/>
              <a:chExt cx="360" cy="360"/>
            </a:xfrm>
          </p:grpSpPr>
          <p:sp>
            <p:nvSpPr>
              <p:cNvPr id="35" name="Line 30">
                <a:extLst>
                  <a:ext uri="{FF2B5EF4-FFF2-40B4-BE49-F238E27FC236}">
                    <a16:creationId xmlns:a16="http://schemas.microsoft.com/office/drawing/2014/main" id="{0482A242-A19D-89EF-FB5A-80925D2DF41B}"/>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6" name="Line 31">
                <a:extLst>
                  <a:ext uri="{FF2B5EF4-FFF2-40B4-BE49-F238E27FC236}">
                    <a16:creationId xmlns:a16="http://schemas.microsoft.com/office/drawing/2014/main" id="{E7570978-7D86-12FF-C8C4-1AD57CDEEFDC}"/>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7" name="Line 32">
                <a:extLst>
                  <a:ext uri="{FF2B5EF4-FFF2-40B4-BE49-F238E27FC236}">
                    <a16:creationId xmlns:a16="http://schemas.microsoft.com/office/drawing/2014/main" id="{82F76500-57A5-02E4-407B-E15A4997FD99}"/>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27" name="Group 33">
              <a:extLst>
                <a:ext uri="{FF2B5EF4-FFF2-40B4-BE49-F238E27FC236}">
                  <a16:creationId xmlns:a16="http://schemas.microsoft.com/office/drawing/2014/main" id="{8CC2647F-DC72-8F9C-776D-AE37346AC89A}"/>
                </a:ext>
              </a:extLst>
            </p:cNvPr>
            <p:cNvGrpSpPr>
              <a:grpSpLocks/>
            </p:cNvGrpSpPr>
            <p:nvPr/>
          </p:nvGrpSpPr>
          <p:grpSpPr bwMode="auto">
            <a:xfrm>
              <a:off x="2934" y="9158"/>
              <a:ext cx="360" cy="360"/>
              <a:chOff x="2214" y="9158"/>
              <a:chExt cx="360" cy="360"/>
            </a:xfrm>
          </p:grpSpPr>
          <p:sp>
            <p:nvSpPr>
              <p:cNvPr id="32" name="Line 34">
                <a:extLst>
                  <a:ext uri="{FF2B5EF4-FFF2-40B4-BE49-F238E27FC236}">
                    <a16:creationId xmlns:a16="http://schemas.microsoft.com/office/drawing/2014/main" id="{72D23465-E579-2F09-F175-080A7EA5D88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3" name="Line 35">
                <a:extLst>
                  <a:ext uri="{FF2B5EF4-FFF2-40B4-BE49-F238E27FC236}">
                    <a16:creationId xmlns:a16="http://schemas.microsoft.com/office/drawing/2014/main" id="{1F234B23-C06D-B47D-692F-BC16B4F15922}"/>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4" name="Line 36">
                <a:extLst>
                  <a:ext uri="{FF2B5EF4-FFF2-40B4-BE49-F238E27FC236}">
                    <a16:creationId xmlns:a16="http://schemas.microsoft.com/office/drawing/2014/main" id="{C0F348AE-EB7E-2D25-FD0E-2631C9AEB7E7}"/>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28" name="Group 37">
              <a:extLst>
                <a:ext uri="{FF2B5EF4-FFF2-40B4-BE49-F238E27FC236}">
                  <a16:creationId xmlns:a16="http://schemas.microsoft.com/office/drawing/2014/main" id="{DB9E2D4C-130D-B7A6-7DA4-0B7EE3E48712}"/>
                </a:ext>
              </a:extLst>
            </p:cNvPr>
            <p:cNvGrpSpPr>
              <a:grpSpLocks/>
            </p:cNvGrpSpPr>
            <p:nvPr/>
          </p:nvGrpSpPr>
          <p:grpSpPr bwMode="auto">
            <a:xfrm>
              <a:off x="2214" y="9158"/>
              <a:ext cx="360" cy="360"/>
              <a:chOff x="2214" y="9158"/>
              <a:chExt cx="360" cy="360"/>
            </a:xfrm>
          </p:grpSpPr>
          <p:sp>
            <p:nvSpPr>
              <p:cNvPr id="29" name="Line 38">
                <a:extLst>
                  <a:ext uri="{FF2B5EF4-FFF2-40B4-BE49-F238E27FC236}">
                    <a16:creationId xmlns:a16="http://schemas.microsoft.com/office/drawing/2014/main" id="{623490C8-A817-031B-75CE-C32936FB89D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0" name="Line 39">
                <a:extLst>
                  <a:ext uri="{FF2B5EF4-FFF2-40B4-BE49-F238E27FC236}">
                    <a16:creationId xmlns:a16="http://schemas.microsoft.com/office/drawing/2014/main" id="{C3B0006C-2BFD-D112-77F1-9CAD66EDB62D}"/>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1" name="Line 40">
                <a:extLst>
                  <a:ext uri="{FF2B5EF4-FFF2-40B4-BE49-F238E27FC236}">
                    <a16:creationId xmlns:a16="http://schemas.microsoft.com/office/drawing/2014/main" id="{9737C07B-2D18-CBB5-8FFB-E1BD2D8A9348}"/>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8" name="Group 41">
            <a:extLst>
              <a:ext uri="{FF2B5EF4-FFF2-40B4-BE49-F238E27FC236}">
                <a16:creationId xmlns:a16="http://schemas.microsoft.com/office/drawing/2014/main" id="{2178C9C9-80F6-2468-8ADF-30F07D492DCE}"/>
              </a:ext>
            </a:extLst>
          </p:cNvPr>
          <p:cNvGrpSpPr>
            <a:grpSpLocks/>
          </p:cNvGrpSpPr>
          <p:nvPr/>
        </p:nvGrpSpPr>
        <p:grpSpPr bwMode="auto">
          <a:xfrm>
            <a:off x="2384425" y="1541463"/>
            <a:ext cx="419100" cy="427037"/>
            <a:chOff x="2214" y="9158"/>
            <a:chExt cx="1080" cy="360"/>
          </a:xfrm>
        </p:grpSpPr>
        <p:grpSp>
          <p:nvGrpSpPr>
            <p:cNvPr id="39" name="Group 42">
              <a:extLst>
                <a:ext uri="{FF2B5EF4-FFF2-40B4-BE49-F238E27FC236}">
                  <a16:creationId xmlns:a16="http://schemas.microsoft.com/office/drawing/2014/main" id="{64EFF408-E484-5ED4-9AED-730EBC4FB67D}"/>
                </a:ext>
              </a:extLst>
            </p:cNvPr>
            <p:cNvGrpSpPr>
              <a:grpSpLocks/>
            </p:cNvGrpSpPr>
            <p:nvPr/>
          </p:nvGrpSpPr>
          <p:grpSpPr bwMode="auto">
            <a:xfrm>
              <a:off x="2574" y="9158"/>
              <a:ext cx="360" cy="360"/>
              <a:chOff x="2214" y="9158"/>
              <a:chExt cx="360" cy="360"/>
            </a:xfrm>
          </p:grpSpPr>
          <p:sp>
            <p:nvSpPr>
              <p:cNvPr id="48" name="Line 43">
                <a:extLst>
                  <a:ext uri="{FF2B5EF4-FFF2-40B4-BE49-F238E27FC236}">
                    <a16:creationId xmlns:a16="http://schemas.microsoft.com/office/drawing/2014/main" id="{F7712AE3-038A-D25E-72A0-B870C68B929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9" name="Line 44">
                <a:extLst>
                  <a:ext uri="{FF2B5EF4-FFF2-40B4-BE49-F238E27FC236}">
                    <a16:creationId xmlns:a16="http://schemas.microsoft.com/office/drawing/2014/main" id="{BF948435-A145-8B75-D55C-B3F06F40F756}"/>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0" name="Line 45">
                <a:extLst>
                  <a:ext uri="{FF2B5EF4-FFF2-40B4-BE49-F238E27FC236}">
                    <a16:creationId xmlns:a16="http://schemas.microsoft.com/office/drawing/2014/main" id="{5D5F5784-CC7A-8402-FF71-7C5253BADF38}"/>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0" name="Group 46">
              <a:extLst>
                <a:ext uri="{FF2B5EF4-FFF2-40B4-BE49-F238E27FC236}">
                  <a16:creationId xmlns:a16="http://schemas.microsoft.com/office/drawing/2014/main" id="{500B0224-2E97-427F-976C-F4B6DE45F604}"/>
                </a:ext>
              </a:extLst>
            </p:cNvPr>
            <p:cNvGrpSpPr>
              <a:grpSpLocks/>
            </p:cNvGrpSpPr>
            <p:nvPr/>
          </p:nvGrpSpPr>
          <p:grpSpPr bwMode="auto">
            <a:xfrm>
              <a:off x="2934" y="9158"/>
              <a:ext cx="360" cy="360"/>
              <a:chOff x="2214" y="9158"/>
              <a:chExt cx="360" cy="360"/>
            </a:xfrm>
          </p:grpSpPr>
          <p:sp>
            <p:nvSpPr>
              <p:cNvPr id="45" name="Line 47">
                <a:extLst>
                  <a:ext uri="{FF2B5EF4-FFF2-40B4-BE49-F238E27FC236}">
                    <a16:creationId xmlns:a16="http://schemas.microsoft.com/office/drawing/2014/main" id="{C74F95D9-A0F4-E47B-220D-7333DF3CA31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6" name="Line 48">
                <a:extLst>
                  <a:ext uri="{FF2B5EF4-FFF2-40B4-BE49-F238E27FC236}">
                    <a16:creationId xmlns:a16="http://schemas.microsoft.com/office/drawing/2014/main" id="{41843B8B-F09A-AE46-8F1C-0E020652A1D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7" name="Line 49">
                <a:extLst>
                  <a:ext uri="{FF2B5EF4-FFF2-40B4-BE49-F238E27FC236}">
                    <a16:creationId xmlns:a16="http://schemas.microsoft.com/office/drawing/2014/main" id="{662FC0F4-6BE0-9CED-E3ED-7903F3551D53}"/>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1" name="Group 50">
              <a:extLst>
                <a:ext uri="{FF2B5EF4-FFF2-40B4-BE49-F238E27FC236}">
                  <a16:creationId xmlns:a16="http://schemas.microsoft.com/office/drawing/2014/main" id="{89431BEC-6B89-F7CA-C944-B62BACED8BC5}"/>
                </a:ext>
              </a:extLst>
            </p:cNvPr>
            <p:cNvGrpSpPr>
              <a:grpSpLocks/>
            </p:cNvGrpSpPr>
            <p:nvPr/>
          </p:nvGrpSpPr>
          <p:grpSpPr bwMode="auto">
            <a:xfrm>
              <a:off x="2214" y="9158"/>
              <a:ext cx="360" cy="360"/>
              <a:chOff x="2214" y="9158"/>
              <a:chExt cx="360" cy="360"/>
            </a:xfrm>
          </p:grpSpPr>
          <p:sp>
            <p:nvSpPr>
              <p:cNvPr id="42" name="Line 51">
                <a:extLst>
                  <a:ext uri="{FF2B5EF4-FFF2-40B4-BE49-F238E27FC236}">
                    <a16:creationId xmlns:a16="http://schemas.microsoft.com/office/drawing/2014/main" id="{B7566313-7BC4-9059-F3E5-672AFF9E5B7B}"/>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3" name="Line 52">
                <a:extLst>
                  <a:ext uri="{FF2B5EF4-FFF2-40B4-BE49-F238E27FC236}">
                    <a16:creationId xmlns:a16="http://schemas.microsoft.com/office/drawing/2014/main" id="{FB7F2BC1-0E43-42A6-3AB8-D66D0056D0AE}"/>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4" name="Line 53">
                <a:extLst>
                  <a:ext uri="{FF2B5EF4-FFF2-40B4-BE49-F238E27FC236}">
                    <a16:creationId xmlns:a16="http://schemas.microsoft.com/office/drawing/2014/main" id="{D448B5AA-89DA-FD1B-B359-F6E22916787F}"/>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51" name="Group 67">
            <a:extLst>
              <a:ext uri="{FF2B5EF4-FFF2-40B4-BE49-F238E27FC236}">
                <a16:creationId xmlns:a16="http://schemas.microsoft.com/office/drawing/2014/main" id="{C82C1788-BFCB-4146-DA45-553CA75CE174}"/>
              </a:ext>
            </a:extLst>
          </p:cNvPr>
          <p:cNvGrpSpPr>
            <a:grpSpLocks/>
          </p:cNvGrpSpPr>
          <p:nvPr/>
        </p:nvGrpSpPr>
        <p:grpSpPr bwMode="auto">
          <a:xfrm rot="5400000">
            <a:off x="4895056" y="1534319"/>
            <a:ext cx="427038" cy="419100"/>
            <a:chOff x="2214" y="9158"/>
            <a:chExt cx="1080" cy="360"/>
          </a:xfrm>
        </p:grpSpPr>
        <p:grpSp>
          <p:nvGrpSpPr>
            <p:cNvPr id="52" name="Group 68">
              <a:extLst>
                <a:ext uri="{FF2B5EF4-FFF2-40B4-BE49-F238E27FC236}">
                  <a16:creationId xmlns:a16="http://schemas.microsoft.com/office/drawing/2014/main" id="{1C8B3ABD-5EBE-E120-5764-965CA4CD6EF4}"/>
                </a:ext>
              </a:extLst>
            </p:cNvPr>
            <p:cNvGrpSpPr>
              <a:grpSpLocks/>
            </p:cNvGrpSpPr>
            <p:nvPr/>
          </p:nvGrpSpPr>
          <p:grpSpPr bwMode="auto">
            <a:xfrm>
              <a:off x="2574" y="9158"/>
              <a:ext cx="360" cy="360"/>
              <a:chOff x="2214" y="9158"/>
              <a:chExt cx="360" cy="360"/>
            </a:xfrm>
          </p:grpSpPr>
          <p:sp>
            <p:nvSpPr>
              <p:cNvPr id="61" name="Line 69">
                <a:extLst>
                  <a:ext uri="{FF2B5EF4-FFF2-40B4-BE49-F238E27FC236}">
                    <a16:creationId xmlns:a16="http://schemas.microsoft.com/office/drawing/2014/main" id="{ADE3C636-A248-0A1A-0B66-A13C4A88ABE7}"/>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2" name="Line 70">
                <a:extLst>
                  <a:ext uri="{FF2B5EF4-FFF2-40B4-BE49-F238E27FC236}">
                    <a16:creationId xmlns:a16="http://schemas.microsoft.com/office/drawing/2014/main" id="{6EFBD34B-6FCB-A8EE-0076-DECA43D333EB}"/>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3" name="Line 71">
                <a:extLst>
                  <a:ext uri="{FF2B5EF4-FFF2-40B4-BE49-F238E27FC236}">
                    <a16:creationId xmlns:a16="http://schemas.microsoft.com/office/drawing/2014/main" id="{4B4229D7-BA00-F7DD-A2F5-3F3EA440D0B5}"/>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3" name="Group 72">
              <a:extLst>
                <a:ext uri="{FF2B5EF4-FFF2-40B4-BE49-F238E27FC236}">
                  <a16:creationId xmlns:a16="http://schemas.microsoft.com/office/drawing/2014/main" id="{9C4CD3DD-40DF-9DCF-9D9A-44A9C7FEA6F8}"/>
                </a:ext>
              </a:extLst>
            </p:cNvPr>
            <p:cNvGrpSpPr>
              <a:grpSpLocks/>
            </p:cNvGrpSpPr>
            <p:nvPr/>
          </p:nvGrpSpPr>
          <p:grpSpPr bwMode="auto">
            <a:xfrm>
              <a:off x="2934" y="9158"/>
              <a:ext cx="360" cy="360"/>
              <a:chOff x="2214" y="9158"/>
              <a:chExt cx="360" cy="360"/>
            </a:xfrm>
          </p:grpSpPr>
          <p:sp>
            <p:nvSpPr>
              <p:cNvPr id="58" name="Line 73">
                <a:extLst>
                  <a:ext uri="{FF2B5EF4-FFF2-40B4-BE49-F238E27FC236}">
                    <a16:creationId xmlns:a16="http://schemas.microsoft.com/office/drawing/2014/main" id="{7F386B8A-DFDC-5773-5450-50C625576253}"/>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9" name="Line 74">
                <a:extLst>
                  <a:ext uri="{FF2B5EF4-FFF2-40B4-BE49-F238E27FC236}">
                    <a16:creationId xmlns:a16="http://schemas.microsoft.com/office/drawing/2014/main" id="{F9400651-4852-6D84-DCB2-9E333A9CB8E4}"/>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0" name="Line 75">
                <a:extLst>
                  <a:ext uri="{FF2B5EF4-FFF2-40B4-BE49-F238E27FC236}">
                    <a16:creationId xmlns:a16="http://schemas.microsoft.com/office/drawing/2014/main" id="{3C57A6E1-C6EF-1612-C87C-BE3B13D28273}"/>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54" name="Group 76">
              <a:extLst>
                <a:ext uri="{FF2B5EF4-FFF2-40B4-BE49-F238E27FC236}">
                  <a16:creationId xmlns:a16="http://schemas.microsoft.com/office/drawing/2014/main" id="{7211BFAF-2A34-BF19-6343-04F7ADC1EF1F}"/>
                </a:ext>
              </a:extLst>
            </p:cNvPr>
            <p:cNvGrpSpPr>
              <a:grpSpLocks/>
            </p:cNvGrpSpPr>
            <p:nvPr/>
          </p:nvGrpSpPr>
          <p:grpSpPr bwMode="auto">
            <a:xfrm>
              <a:off x="2214" y="9158"/>
              <a:ext cx="360" cy="360"/>
              <a:chOff x="2214" y="9158"/>
              <a:chExt cx="360" cy="360"/>
            </a:xfrm>
          </p:grpSpPr>
          <p:sp>
            <p:nvSpPr>
              <p:cNvPr id="55" name="Line 77">
                <a:extLst>
                  <a:ext uri="{FF2B5EF4-FFF2-40B4-BE49-F238E27FC236}">
                    <a16:creationId xmlns:a16="http://schemas.microsoft.com/office/drawing/2014/main" id="{3AD46FA9-9D8E-8372-135A-8C93D7FF59C9}"/>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6" name="Line 78">
                <a:extLst>
                  <a:ext uri="{FF2B5EF4-FFF2-40B4-BE49-F238E27FC236}">
                    <a16:creationId xmlns:a16="http://schemas.microsoft.com/office/drawing/2014/main" id="{F04B2496-D95B-4178-43CB-0AED4A450D31}"/>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7" name="Line 79">
                <a:extLst>
                  <a:ext uri="{FF2B5EF4-FFF2-40B4-BE49-F238E27FC236}">
                    <a16:creationId xmlns:a16="http://schemas.microsoft.com/office/drawing/2014/main" id="{DD3B1D59-7CED-7F97-E9B1-EBB136C02C15}"/>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484416" name="Line 80">
            <a:extLst>
              <a:ext uri="{FF2B5EF4-FFF2-40B4-BE49-F238E27FC236}">
                <a16:creationId xmlns:a16="http://schemas.microsoft.com/office/drawing/2014/main" id="{EC27A11A-C32F-2212-3B7D-A38054089456}"/>
              </a:ext>
            </a:extLst>
          </p:cNvPr>
          <p:cNvSpPr>
            <a:spLocks noChangeShapeType="1"/>
          </p:cNvSpPr>
          <p:nvPr/>
        </p:nvSpPr>
        <p:spPr bwMode="auto">
          <a:xfrm>
            <a:off x="5108575"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17" name="Line 81">
            <a:extLst>
              <a:ext uri="{FF2B5EF4-FFF2-40B4-BE49-F238E27FC236}">
                <a16:creationId xmlns:a16="http://schemas.microsoft.com/office/drawing/2014/main" id="{2D7E5A1D-5A6E-4575-5B5D-18DF625755D9}"/>
              </a:ext>
            </a:extLst>
          </p:cNvPr>
          <p:cNvSpPr>
            <a:spLocks noChangeShapeType="1"/>
          </p:cNvSpPr>
          <p:nvPr/>
        </p:nvSpPr>
        <p:spPr bwMode="auto">
          <a:xfrm>
            <a:off x="5108575" y="1960563"/>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18" name="Line 82">
            <a:extLst>
              <a:ext uri="{FF2B5EF4-FFF2-40B4-BE49-F238E27FC236}">
                <a16:creationId xmlns:a16="http://schemas.microsoft.com/office/drawing/2014/main" id="{9EC87CDA-E5C8-53F0-77A9-D3A8526F8A27}"/>
              </a:ext>
            </a:extLst>
          </p:cNvPr>
          <p:cNvSpPr>
            <a:spLocks noChangeShapeType="1"/>
          </p:cNvSpPr>
          <p:nvPr/>
        </p:nvSpPr>
        <p:spPr bwMode="auto">
          <a:xfrm flipV="1">
            <a:off x="4497388"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19" name="Line 83">
            <a:extLst>
              <a:ext uri="{FF2B5EF4-FFF2-40B4-BE49-F238E27FC236}">
                <a16:creationId xmlns:a16="http://schemas.microsoft.com/office/drawing/2014/main" id="{9537AE1E-6D40-A03A-9925-B5CF38EC1EFE}"/>
              </a:ext>
            </a:extLst>
          </p:cNvPr>
          <p:cNvSpPr>
            <a:spLocks noChangeShapeType="1"/>
          </p:cNvSpPr>
          <p:nvPr/>
        </p:nvSpPr>
        <p:spPr bwMode="auto">
          <a:xfrm>
            <a:off x="4510088" y="1947863"/>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20" name="Line 84">
            <a:extLst>
              <a:ext uri="{FF2B5EF4-FFF2-40B4-BE49-F238E27FC236}">
                <a16:creationId xmlns:a16="http://schemas.microsoft.com/office/drawing/2014/main" id="{6A5D6F4C-0CB4-54E4-5ABF-D93483C95920}"/>
              </a:ext>
            </a:extLst>
          </p:cNvPr>
          <p:cNvSpPr>
            <a:spLocks noChangeShapeType="1"/>
          </p:cNvSpPr>
          <p:nvPr/>
        </p:nvSpPr>
        <p:spPr bwMode="auto">
          <a:xfrm flipV="1">
            <a:off x="3852863" y="1246188"/>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21" name="Rectangle 87">
            <a:extLst>
              <a:ext uri="{FF2B5EF4-FFF2-40B4-BE49-F238E27FC236}">
                <a16:creationId xmlns:a16="http://schemas.microsoft.com/office/drawing/2014/main" id="{B2DCCDFA-B228-8BF6-75DE-55C034301B54}"/>
              </a:ext>
            </a:extLst>
          </p:cNvPr>
          <p:cNvSpPr>
            <a:spLocks noChangeArrowheads="1"/>
          </p:cNvSpPr>
          <p:nvPr/>
        </p:nvSpPr>
        <p:spPr bwMode="auto">
          <a:xfrm>
            <a:off x="1951038" y="125730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484422" name="Rectangle 89">
            <a:extLst>
              <a:ext uri="{FF2B5EF4-FFF2-40B4-BE49-F238E27FC236}">
                <a16:creationId xmlns:a16="http://schemas.microsoft.com/office/drawing/2014/main" id="{E04ACA12-CA00-6DAF-72AA-D482B73DC9CC}"/>
              </a:ext>
            </a:extLst>
          </p:cNvPr>
          <p:cNvSpPr>
            <a:spLocks noChangeArrowheads="1"/>
          </p:cNvSpPr>
          <p:nvPr/>
        </p:nvSpPr>
        <p:spPr bwMode="auto">
          <a:xfrm>
            <a:off x="4648547" y="1025425"/>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sp>
        <p:nvSpPr>
          <p:cNvPr id="484423" name="Oval 96">
            <a:extLst>
              <a:ext uri="{FF2B5EF4-FFF2-40B4-BE49-F238E27FC236}">
                <a16:creationId xmlns:a16="http://schemas.microsoft.com/office/drawing/2014/main" id="{97733C7A-839C-1391-A959-BDDA3D9D5D03}"/>
              </a:ext>
            </a:extLst>
          </p:cNvPr>
          <p:cNvSpPr>
            <a:spLocks noChangeArrowheads="1"/>
          </p:cNvSpPr>
          <p:nvPr/>
        </p:nvSpPr>
        <p:spPr bwMode="auto">
          <a:xfrm>
            <a:off x="1497013" y="1746250"/>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84424" name="Rectangle 97">
            <a:extLst>
              <a:ext uri="{FF2B5EF4-FFF2-40B4-BE49-F238E27FC236}">
                <a16:creationId xmlns:a16="http://schemas.microsoft.com/office/drawing/2014/main" id="{1F1D78B2-B2FA-A7F3-030B-6E243300CF18}"/>
              </a:ext>
            </a:extLst>
          </p:cNvPr>
          <p:cNvSpPr>
            <a:spLocks noChangeArrowheads="1"/>
          </p:cNvSpPr>
          <p:nvPr/>
        </p:nvSpPr>
        <p:spPr bwMode="auto">
          <a:xfrm>
            <a:off x="1143000" y="149542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484425" name="Text Box 145">
            <a:extLst>
              <a:ext uri="{FF2B5EF4-FFF2-40B4-BE49-F238E27FC236}">
                <a16:creationId xmlns:a16="http://schemas.microsoft.com/office/drawing/2014/main" id="{0E8BD7E6-DF91-9DF5-B014-50278EEAB132}"/>
              </a:ext>
            </a:extLst>
          </p:cNvPr>
          <p:cNvSpPr txBox="1">
            <a:spLocks noChangeArrowheads="1"/>
          </p:cNvSpPr>
          <p:nvPr/>
        </p:nvSpPr>
        <p:spPr bwMode="auto">
          <a:xfrm>
            <a:off x="3536950" y="1106488"/>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484426" name="Text Box 146">
            <a:extLst>
              <a:ext uri="{FF2B5EF4-FFF2-40B4-BE49-F238E27FC236}">
                <a16:creationId xmlns:a16="http://schemas.microsoft.com/office/drawing/2014/main" id="{AFCDE953-040A-4DA4-0AFC-2576AEE25C84}"/>
              </a:ext>
            </a:extLst>
          </p:cNvPr>
          <p:cNvSpPr txBox="1">
            <a:spLocks noChangeArrowheads="1"/>
          </p:cNvSpPr>
          <p:nvPr/>
        </p:nvSpPr>
        <p:spPr bwMode="auto">
          <a:xfrm>
            <a:off x="4186238" y="1462088"/>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484427" name="Line 23">
            <a:extLst>
              <a:ext uri="{FF2B5EF4-FFF2-40B4-BE49-F238E27FC236}">
                <a16:creationId xmlns:a16="http://schemas.microsoft.com/office/drawing/2014/main" id="{EEB0D3EA-ABC1-0E3E-9DEF-93FFB727CF69}"/>
              </a:ext>
            </a:extLst>
          </p:cNvPr>
          <p:cNvSpPr>
            <a:spLocks noChangeShapeType="1"/>
          </p:cNvSpPr>
          <p:nvPr/>
        </p:nvSpPr>
        <p:spPr bwMode="auto">
          <a:xfrm flipH="1">
            <a:off x="3936619" y="2601024"/>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484428" name="Group 11">
            <a:extLst>
              <a:ext uri="{FF2B5EF4-FFF2-40B4-BE49-F238E27FC236}">
                <a16:creationId xmlns:a16="http://schemas.microsoft.com/office/drawing/2014/main" id="{84746AF7-9FF4-7A91-199A-51240D392EE1}"/>
              </a:ext>
            </a:extLst>
          </p:cNvPr>
          <p:cNvGrpSpPr>
            <a:grpSpLocks/>
          </p:cNvGrpSpPr>
          <p:nvPr/>
        </p:nvGrpSpPr>
        <p:grpSpPr bwMode="auto">
          <a:xfrm>
            <a:off x="3860419" y="2366074"/>
            <a:ext cx="73025" cy="427037"/>
            <a:chOff x="5153" y="6274"/>
            <a:chExt cx="63" cy="360"/>
          </a:xfrm>
        </p:grpSpPr>
        <p:sp>
          <p:nvSpPr>
            <p:cNvPr id="484429" name="Line 12">
              <a:extLst>
                <a:ext uri="{FF2B5EF4-FFF2-40B4-BE49-F238E27FC236}">
                  <a16:creationId xmlns:a16="http://schemas.microsoft.com/office/drawing/2014/main" id="{337C678E-D36A-D4B9-B810-DA2C08CBB696}"/>
                </a:ext>
              </a:extLst>
            </p:cNvPr>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30" name="Line 13">
              <a:extLst>
                <a:ext uri="{FF2B5EF4-FFF2-40B4-BE49-F238E27FC236}">
                  <a16:creationId xmlns:a16="http://schemas.microsoft.com/office/drawing/2014/main" id="{98604278-96C9-E1F5-D238-1A60C0FCE8FD}"/>
                </a:ext>
              </a:extLst>
            </p:cNvPr>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84431" name="Line 21">
            <a:extLst>
              <a:ext uri="{FF2B5EF4-FFF2-40B4-BE49-F238E27FC236}">
                <a16:creationId xmlns:a16="http://schemas.microsoft.com/office/drawing/2014/main" id="{2B277119-E759-723D-7B8E-637E251C066A}"/>
              </a:ext>
            </a:extLst>
          </p:cNvPr>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32" name="Line 22">
            <a:extLst>
              <a:ext uri="{FF2B5EF4-FFF2-40B4-BE49-F238E27FC236}">
                <a16:creationId xmlns:a16="http://schemas.microsoft.com/office/drawing/2014/main" id="{841EE73B-18F6-0A62-5F41-27615D8EC445}"/>
              </a:ext>
            </a:extLst>
          </p:cNvPr>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484433" name="Group 54">
            <a:extLst>
              <a:ext uri="{FF2B5EF4-FFF2-40B4-BE49-F238E27FC236}">
                <a16:creationId xmlns:a16="http://schemas.microsoft.com/office/drawing/2014/main" id="{3F6E3A54-C86B-FC30-3D5B-C8631C85C392}"/>
              </a:ext>
            </a:extLst>
          </p:cNvPr>
          <p:cNvGrpSpPr>
            <a:grpSpLocks/>
          </p:cNvGrpSpPr>
          <p:nvPr/>
        </p:nvGrpSpPr>
        <p:grpSpPr bwMode="auto">
          <a:xfrm>
            <a:off x="2393569" y="2391016"/>
            <a:ext cx="419100" cy="427037"/>
            <a:chOff x="2214" y="9158"/>
            <a:chExt cx="1080" cy="360"/>
          </a:xfrm>
        </p:grpSpPr>
        <p:grpSp>
          <p:nvGrpSpPr>
            <p:cNvPr id="484434" name="Group 55">
              <a:extLst>
                <a:ext uri="{FF2B5EF4-FFF2-40B4-BE49-F238E27FC236}">
                  <a16:creationId xmlns:a16="http://schemas.microsoft.com/office/drawing/2014/main" id="{255C57D8-AB84-A977-3834-B28C9E588E3D}"/>
                </a:ext>
              </a:extLst>
            </p:cNvPr>
            <p:cNvGrpSpPr>
              <a:grpSpLocks/>
            </p:cNvGrpSpPr>
            <p:nvPr/>
          </p:nvGrpSpPr>
          <p:grpSpPr bwMode="auto">
            <a:xfrm>
              <a:off x="2574" y="9158"/>
              <a:ext cx="360" cy="360"/>
              <a:chOff x="2214" y="9158"/>
              <a:chExt cx="360" cy="360"/>
            </a:xfrm>
          </p:grpSpPr>
          <p:sp>
            <p:nvSpPr>
              <p:cNvPr id="484443" name="Line 56">
                <a:extLst>
                  <a:ext uri="{FF2B5EF4-FFF2-40B4-BE49-F238E27FC236}">
                    <a16:creationId xmlns:a16="http://schemas.microsoft.com/office/drawing/2014/main" id="{28EFE8A9-61E1-4B50-2264-0D5E5C7CC633}"/>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44" name="Line 57">
                <a:extLst>
                  <a:ext uri="{FF2B5EF4-FFF2-40B4-BE49-F238E27FC236}">
                    <a16:creationId xmlns:a16="http://schemas.microsoft.com/office/drawing/2014/main" id="{B1277495-81C2-A38F-3470-0A9215AD7BE3}"/>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45" name="Line 58">
                <a:extLst>
                  <a:ext uri="{FF2B5EF4-FFF2-40B4-BE49-F238E27FC236}">
                    <a16:creationId xmlns:a16="http://schemas.microsoft.com/office/drawing/2014/main" id="{9CAD02C1-7795-8684-256E-1D3A8D82FF00}"/>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84435" name="Group 59">
              <a:extLst>
                <a:ext uri="{FF2B5EF4-FFF2-40B4-BE49-F238E27FC236}">
                  <a16:creationId xmlns:a16="http://schemas.microsoft.com/office/drawing/2014/main" id="{E4D7A500-B938-C489-343F-03FE368CEFE9}"/>
                </a:ext>
              </a:extLst>
            </p:cNvPr>
            <p:cNvGrpSpPr>
              <a:grpSpLocks/>
            </p:cNvGrpSpPr>
            <p:nvPr/>
          </p:nvGrpSpPr>
          <p:grpSpPr bwMode="auto">
            <a:xfrm>
              <a:off x="2934" y="9158"/>
              <a:ext cx="360" cy="360"/>
              <a:chOff x="2214" y="9158"/>
              <a:chExt cx="360" cy="360"/>
            </a:xfrm>
          </p:grpSpPr>
          <p:sp>
            <p:nvSpPr>
              <p:cNvPr id="484440" name="Line 60">
                <a:extLst>
                  <a:ext uri="{FF2B5EF4-FFF2-40B4-BE49-F238E27FC236}">
                    <a16:creationId xmlns:a16="http://schemas.microsoft.com/office/drawing/2014/main" id="{BC0AE976-3ED9-04C6-EC82-A4958F325EE9}"/>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41" name="Line 61">
                <a:extLst>
                  <a:ext uri="{FF2B5EF4-FFF2-40B4-BE49-F238E27FC236}">
                    <a16:creationId xmlns:a16="http://schemas.microsoft.com/office/drawing/2014/main" id="{9E83A3CC-7464-8650-0F53-8C8034F96597}"/>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42" name="Line 62">
                <a:extLst>
                  <a:ext uri="{FF2B5EF4-FFF2-40B4-BE49-F238E27FC236}">
                    <a16:creationId xmlns:a16="http://schemas.microsoft.com/office/drawing/2014/main" id="{EF42EAAD-E854-27A6-ED48-397615FA35D1}"/>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84436" name="Group 63">
              <a:extLst>
                <a:ext uri="{FF2B5EF4-FFF2-40B4-BE49-F238E27FC236}">
                  <a16:creationId xmlns:a16="http://schemas.microsoft.com/office/drawing/2014/main" id="{5EEA82F8-B768-C262-24F4-AB7570C7A039}"/>
                </a:ext>
              </a:extLst>
            </p:cNvPr>
            <p:cNvGrpSpPr>
              <a:grpSpLocks/>
            </p:cNvGrpSpPr>
            <p:nvPr/>
          </p:nvGrpSpPr>
          <p:grpSpPr bwMode="auto">
            <a:xfrm>
              <a:off x="2214" y="9158"/>
              <a:ext cx="360" cy="360"/>
              <a:chOff x="2214" y="9158"/>
              <a:chExt cx="360" cy="360"/>
            </a:xfrm>
          </p:grpSpPr>
          <p:sp>
            <p:nvSpPr>
              <p:cNvPr id="484437" name="Line 64">
                <a:extLst>
                  <a:ext uri="{FF2B5EF4-FFF2-40B4-BE49-F238E27FC236}">
                    <a16:creationId xmlns:a16="http://schemas.microsoft.com/office/drawing/2014/main" id="{BBD27E72-C2BF-F2F8-E086-AE6E9CE31C40}"/>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38" name="Line 65">
                <a:extLst>
                  <a:ext uri="{FF2B5EF4-FFF2-40B4-BE49-F238E27FC236}">
                    <a16:creationId xmlns:a16="http://schemas.microsoft.com/office/drawing/2014/main" id="{FE90F084-3C79-2EB0-11BE-307009F54DC9}"/>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39" name="Line 66">
                <a:extLst>
                  <a:ext uri="{FF2B5EF4-FFF2-40B4-BE49-F238E27FC236}">
                    <a16:creationId xmlns:a16="http://schemas.microsoft.com/office/drawing/2014/main" id="{491A9EDE-1BA4-0847-0EB8-CF7C80FA0938}"/>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484447" name="Group 90">
            <a:extLst>
              <a:ext uri="{FF2B5EF4-FFF2-40B4-BE49-F238E27FC236}">
                <a16:creationId xmlns:a16="http://schemas.microsoft.com/office/drawing/2014/main" id="{B1061DE3-D5B8-69D0-9CC9-3F3F106BA17D}"/>
              </a:ext>
            </a:extLst>
          </p:cNvPr>
          <p:cNvGrpSpPr>
            <a:grpSpLocks/>
          </p:cNvGrpSpPr>
          <p:nvPr/>
        </p:nvGrpSpPr>
        <p:grpSpPr bwMode="auto">
          <a:xfrm>
            <a:off x="4366832" y="2596485"/>
            <a:ext cx="317500" cy="376237"/>
            <a:chOff x="8088" y="15201"/>
            <a:chExt cx="340" cy="280"/>
          </a:xfrm>
        </p:grpSpPr>
        <p:sp>
          <p:nvSpPr>
            <p:cNvPr id="484448" name="Line 91">
              <a:extLst>
                <a:ext uri="{FF2B5EF4-FFF2-40B4-BE49-F238E27FC236}">
                  <a16:creationId xmlns:a16="http://schemas.microsoft.com/office/drawing/2014/main" id="{CAAEA4EB-AFB8-59AB-719F-C333F892FDC9}"/>
                </a:ext>
              </a:extLst>
            </p:cNvPr>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49" name="Line 92">
              <a:extLst>
                <a:ext uri="{FF2B5EF4-FFF2-40B4-BE49-F238E27FC236}">
                  <a16:creationId xmlns:a16="http://schemas.microsoft.com/office/drawing/2014/main" id="{7D23469C-D11D-561E-8EB6-DE727A002188}"/>
                </a:ext>
              </a:extLst>
            </p:cNvPr>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50" name="Line 93">
              <a:extLst>
                <a:ext uri="{FF2B5EF4-FFF2-40B4-BE49-F238E27FC236}">
                  <a16:creationId xmlns:a16="http://schemas.microsoft.com/office/drawing/2014/main" id="{097E00AF-1843-A366-5870-0AC88A600653}"/>
                </a:ext>
              </a:extLst>
            </p:cNvPr>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4451" name="Line 94">
              <a:extLst>
                <a:ext uri="{FF2B5EF4-FFF2-40B4-BE49-F238E27FC236}">
                  <a16:creationId xmlns:a16="http://schemas.microsoft.com/office/drawing/2014/main" id="{66F59E17-6160-178D-B9E7-D91C0E3B0EE6}"/>
                </a:ext>
              </a:extLst>
            </p:cNvPr>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84452" name="Oval 95">
            <a:extLst>
              <a:ext uri="{FF2B5EF4-FFF2-40B4-BE49-F238E27FC236}">
                <a16:creationId xmlns:a16="http://schemas.microsoft.com/office/drawing/2014/main" id="{1CA2A9D6-BEE8-59D1-485D-F95B0CCE7898}"/>
              </a:ext>
            </a:extLst>
          </p:cNvPr>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84453" name="Rectangle 98">
            <a:extLst>
              <a:ext uri="{FF2B5EF4-FFF2-40B4-BE49-F238E27FC236}">
                <a16:creationId xmlns:a16="http://schemas.microsoft.com/office/drawing/2014/main" id="{40EA0F14-2D41-DF9C-E740-49EC10307619}"/>
              </a:ext>
            </a:extLst>
          </p:cNvPr>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484454" name="Rectangle 86">
            <a:extLst>
              <a:ext uri="{FF2B5EF4-FFF2-40B4-BE49-F238E27FC236}">
                <a16:creationId xmlns:a16="http://schemas.microsoft.com/office/drawing/2014/main" id="{836F2047-F60D-D525-F395-01668B6FE2A1}"/>
              </a:ext>
            </a:extLst>
          </p:cNvPr>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grpSp>
        <p:nvGrpSpPr>
          <p:cNvPr id="484455" name="Group 217">
            <a:extLst>
              <a:ext uri="{FF2B5EF4-FFF2-40B4-BE49-F238E27FC236}">
                <a16:creationId xmlns:a16="http://schemas.microsoft.com/office/drawing/2014/main" id="{78C14344-E5AB-ECE7-784E-1BB324B80FF8}"/>
              </a:ext>
            </a:extLst>
          </p:cNvPr>
          <p:cNvGrpSpPr>
            <a:grpSpLocks/>
          </p:cNvGrpSpPr>
          <p:nvPr/>
        </p:nvGrpSpPr>
        <p:grpSpPr bwMode="auto">
          <a:xfrm>
            <a:off x="1519238" y="325826"/>
            <a:ext cx="2884487" cy="2266950"/>
            <a:chOff x="957" y="105"/>
            <a:chExt cx="1817" cy="1428"/>
          </a:xfrm>
        </p:grpSpPr>
        <p:sp>
          <p:nvSpPr>
            <p:cNvPr id="484456" name="Line 100">
              <a:extLst>
                <a:ext uri="{FF2B5EF4-FFF2-40B4-BE49-F238E27FC236}">
                  <a16:creationId xmlns:a16="http://schemas.microsoft.com/office/drawing/2014/main" id="{2D8C5CD1-D92B-612F-0463-D7B155A86F1D}"/>
                </a:ext>
              </a:extLst>
            </p:cNvPr>
            <p:cNvSpPr>
              <a:spLocks noChangeShapeType="1"/>
            </p:cNvSpPr>
            <p:nvPr/>
          </p:nvSpPr>
          <p:spPr bwMode="auto">
            <a:xfrm flipH="1" flipV="1">
              <a:off x="1884" y="1531"/>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84457" name="Text Box 101">
              <a:extLst>
                <a:ext uri="{FF2B5EF4-FFF2-40B4-BE49-F238E27FC236}">
                  <a16:creationId xmlns:a16="http://schemas.microsoft.com/office/drawing/2014/main" id="{F22682F3-F5B5-694E-3F5E-0116E3C63BC5}"/>
                </a:ext>
              </a:extLst>
            </p:cNvPr>
            <p:cNvSpPr txBox="1">
              <a:spLocks noChangeArrowheads="1"/>
            </p:cNvSpPr>
            <p:nvPr/>
          </p:nvSpPr>
          <p:spPr bwMode="auto">
            <a:xfrm>
              <a:off x="1856" y="1163"/>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r>
                <a:rPr lang="es-ES" sz="2000" b="1">
                  <a:solidFill>
                    <a:srgbClr val="3333FF"/>
                  </a:solidFill>
                  <a:latin typeface="Comic Sans MS" panose="030F0702030302020204" pitchFamily="66" charset="0"/>
                </a:rPr>
                <a:t>’</a:t>
              </a:r>
            </a:p>
          </p:txBody>
        </p:sp>
        <p:sp>
          <p:nvSpPr>
            <p:cNvPr id="484458" name="Text Box 102">
              <a:extLst>
                <a:ext uri="{FF2B5EF4-FFF2-40B4-BE49-F238E27FC236}">
                  <a16:creationId xmlns:a16="http://schemas.microsoft.com/office/drawing/2014/main" id="{B952D01B-08F7-4C75-6578-538CB49C5B12}"/>
                </a:ext>
              </a:extLst>
            </p:cNvPr>
            <p:cNvSpPr txBox="1">
              <a:spLocks noChangeArrowheads="1"/>
            </p:cNvSpPr>
            <p:nvPr/>
          </p:nvSpPr>
          <p:spPr bwMode="auto">
            <a:xfrm>
              <a:off x="957" y="105"/>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dirty="0">
                  <a:solidFill>
                    <a:srgbClr val="3333FF"/>
                  </a:solidFill>
                  <a:latin typeface="Comic Sans MS" panose="030F0702030302020204" pitchFamily="66" charset="0"/>
                </a:rPr>
                <a:t>I</a:t>
              </a:r>
              <a:r>
                <a:rPr lang="es-ES" sz="2000" b="1" baseline="-25000" dirty="0">
                  <a:solidFill>
                    <a:srgbClr val="3333FF"/>
                  </a:solidFill>
                  <a:latin typeface="Comic Sans MS" panose="030F0702030302020204" pitchFamily="66" charset="0"/>
                </a:rPr>
                <a:t>3</a:t>
              </a:r>
              <a:r>
                <a:rPr lang="es-ES" sz="2000" b="1" dirty="0">
                  <a:solidFill>
                    <a:srgbClr val="3333FF"/>
                  </a:solidFill>
                  <a:latin typeface="Comic Sans MS" panose="030F0702030302020204" pitchFamily="66" charset="0"/>
                </a:rPr>
                <a:t>’</a:t>
              </a:r>
            </a:p>
          </p:txBody>
        </p:sp>
        <p:sp>
          <p:nvSpPr>
            <p:cNvPr id="484459" name="Line 103">
              <a:extLst>
                <a:ext uri="{FF2B5EF4-FFF2-40B4-BE49-F238E27FC236}">
                  <a16:creationId xmlns:a16="http://schemas.microsoft.com/office/drawing/2014/main" id="{1BA62C87-C35C-987D-DA5B-EBCEF0B141D9}"/>
                </a:ext>
              </a:extLst>
            </p:cNvPr>
            <p:cNvSpPr>
              <a:spLocks noChangeShapeType="1"/>
            </p:cNvSpPr>
            <p:nvPr/>
          </p:nvSpPr>
          <p:spPr bwMode="auto">
            <a:xfrm flipV="1">
              <a:off x="1085" y="434"/>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84460" name="Text Box 104">
              <a:extLst>
                <a:ext uri="{FF2B5EF4-FFF2-40B4-BE49-F238E27FC236}">
                  <a16:creationId xmlns:a16="http://schemas.microsoft.com/office/drawing/2014/main" id="{EBB99048-EACC-B173-001E-E1C075BB307F}"/>
                </a:ext>
              </a:extLst>
            </p:cNvPr>
            <p:cNvSpPr txBox="1">
              <a:spLocks noChangeArrowheads="1"/>
            </p:cNvSpPr>
            <p:nvPr/>
          </p:nvSpPr>
          <p:spPr bwMode="auto">
            <a:xfrm>
              <a:off x="967" y="591"/>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r>
                <a:rPr lang="es-ES" sz="2000" b="1">
                  <a:solidFill>
                    <a:srgbClr val="3333FF"/>
                  </a:solidFill>
                  <a:latin typeface="Comic Sans MS" panose="030F0702030302020204" pitchFamily="66" charset="0"/>
                </a:rPr>
                <a:t>’</a:t>
              </a:r>
            </a:p>
          </p:txBody>
        </p:sp>
        <p:sp>
          <p:nvSpPr>
            <p:cNvPr id="484461" name="Line 111">
              <a:extLst>
                <a:ext uri="{FF2B5EF4-FFF2-40B4-BE49-F238E27FC236}">
                  <a16:creationId xmlns:a16="http://schemas.microsoft.com/office/drawing/2014/main" id="{67C7C58E-5792-B713-7293-3C2CF18E22EA}"/>
                </a:ext>
              </a:extLst>
            </p:cNvPr>
            <p:cNvSpPr>
              <a:spLocks noChangeShapeType="1"/>
            </p:cNvSpPr>
            <p:nvPr/>
          </p:nvSpPr>
          <p:spPr bwMode="auto">
            <a:xfrm flipV="1">
              <a:off x="1105" y="1022"/>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84462" name="Line 100">
              <a:extLst>
                <a:ext uri="{FF2B5EF4-FFF2-40B4-BE49-F238E27FC236}">
                  <a16:creationId xmlns:a16="http://schemas.microsoft.com/office/drawing/2014/main" id="{30111D46-3373-DEDC-C108-4BA29C175A33}"/>
                </a:ext>
              </a:extLst>
            </p:cNvPr>
            <p:cNvSpPr>
              <a:spLocks noChangeShapeType="1"/>
            </p:cNvSpPr>
            <p:nvPr/>
          </p:nvSpPr>
          <p:spPr bwMode="auto">
            <a:xfrm flipH="1" flipV="1">
              <a:off x="2565" y="1529"/>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84463" name="Text Box 101">
              <a:extLst>
                <a:ext uri="{FF2B5EF4-FFF2-40B4-BE49-F238E27FC236}">
                  <a16:creationId xmlns:a16="http://schemas.microsoft.com/office/drawing/2014/main" id="{68781900-C186-F5C5-D019-AA2B258E17C4}"/>
                </a:ext>
              </a:extLst>
            </p:cNvPr>
            <p:cNvSpPr txBox="1">
              <a:spLocks noChangeArrowheads="1"/>
            </p:cNvSpPr>
            <p:nvPr/>
          </p:nvSpPr>
          <p:spPr bwMode="auto">
            <a:xfrm>
              <a:off x="2537" y="1161"/>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484464" name="Line 100">
              <a:extLst>
                <a:ext uri="{FF2B5EF4-FFF2-40B4-BE49-F238E27FC236}">
                  <a16:creationId xmlns:a16="http://schemas.microsoft.com/office/drawing/2014/main" id="{4AB69968-1A37-96C8-42B8-27AF2D6A94C8}"/>
                </a:ext>
              </a:extLst>
            </p:cNvPr>
            <p:cNvSpPr>
              <a:spLocks noChangeShapeType="1"/>
            </p:cNvSpPr>
            <p:nvPr/>
          </p:nvSpPr>
          <p:spPr bwMode="auto">
            <a:xfrm flipH="1" flipV="1">
              <a:off x="2221" y="1533"/>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84465" name="Text Box 101">
              <a:extLst>
                <a:ext uri="{FF2B5EF4-FFF2-40B4-BE49-F238E27FC236}">
                  <a16:creationId xmlns:a16="http://schemas.microsoft.com/office/drawing/2014/main" id="{CF5FAB71-B2FF-D240-B5BF-3E604AD8F151}"/>
                </a:ext>
              </a:extLst>
            </p:cNvPr>
            <p:cNvSpPr txBox="1">
              <a:spLocks noChangeArrowheads="1"/>
            </p:cNvSpPr>
            <p:nvPr/>
          </p:nvSpPr>
          <p:spPr bwMode="auto">
            <a:xfrm>
              <a:off x="2193" y="1165"/>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grpSp>
      <p:sp>
        <p:nvSpPr>
          <p:cNvPr id="484466" name="Text Box 85">
            <a:extLst>
              <a:ext uri="{FF2B5EF4-FFF2-40B4-BE49-F238E27FC236}">
                <a16:creationId xmlns:a16="http://schemas.microsoft.com/office/drawing/2014/main" id="{522C9D41-5045-40BC-2314-2FB567586B6A}"/>
              </a:ext>
            </a:extLst>
          </p:cNvPr>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spTree>
    <p:extLst>
      <p:ext uri="{BB962C8B-B14F-4D97-AF65-F5344CB8AC3E}">
        <p14:creationId xmlns:p14="http://schemas.microsoft.com/office/powerpoint/2010/main" val="7892628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30"/>
                                        </p:tgtEl>
                                        <p:attrNameLst>
                                          <p:attrName>style.visibility</p:attrName>
                                        </p:attrNameLst>
                                      </p:cBhvr>
                                      <p:to>
                                        <p:strVal val="visible"/>
                                      </p:to>
                                    </p:set>
                                    <p:animEffect transition="in" filter="wipe(up)">
                                      <p:cBhvr>
                                        <p:cTn id="21" dur="500"/>
                                        <p:tgtEl>
                                          <p:spTgt spid="13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wipe(down)">
                                      <p:cBhvr>
                                        <p:cTn id="26" dur="500"/>
                                        <p:tgtEl>
                                          <p:spTgt spid="5"/>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84486"/>
                                        </p:tgtEl>
                                        <p:attrNameLst>
                                          <p:attrName>style.visibility</p:attrName>
                                        </p:attrNameLst>
                                      </p:cBhvr>
                                      <p:to>
                                        <p:strVal val="visible"/>
                                      </p:to>
                                    </p:set>
                                    <p:animEffect transition="in" filter="wipe(left)">
                                      <p:cBhvr>
                                        <p:cTn id="35" dur="500"/>
                                        <p:tgtEl>
                                          <p:spTgt spid="48448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43"/>
                                        </p:tgtEl>
                                        <p:attrNameLst>
                                          <p:attrName>style.visibility</p:attrName>
                                        </p:attrNameLst>
                                      </p:cBhvr>
                                      <p:to>
                                        <p:strVal val="visible"/>
                                      </p:to>
                                    </p:set>
                                    <p:animEffect transition="in" filter="wipe(left)">
                                      <p:cBhvr>
                                        <p:cTn id="40" dur="500"/>
                                        <p:tgtEl>
                                          <p:spTgt spid="24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44"/>
                                        </p:tgtEl>
                                        <p:attrNameLst>
                                          <p:attrName>style.visibility</p:attrName>
                                        </p:attrNameLst>
                                      </p:cBhvr>
                                      <p:to>
                                        <p:strVal val="visible"/>
                                      </p:to>
                                    </p:set>
                                    <p:animEffect transition="in" filter="wipe(left)">
                                      <p:cBhvr>
                                        <p:cTn id="45" dur="500"/>
                                        <p:tgtEl>
                                          <p:spTgt spid="24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0"/>
                                        </p:tgtEl>
                                        <p:attrNameLst>
                                          <p:attrName>style.visibility</p:attrName>
                                        </p:attrNameLst>
                                      </p:cBhvr>
                                      <p:to>
                                        <p:strVal val="visible"/>
                                      </p:to>
                                    </p:set>
                                    <p:animEffect transition="in" filter="wipe(left)">
                                      <p:cBhvr>
                                        <p:cTn id="50" dur="500"/>
                                        <p:tgtEl>
                                          <p:spTgt spid="14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41"/>
                                        </p:tgtEl>
                                        <p:attrNameLst>
                                          <p:attrName>style.visibility</p:attrName>
                                        </p:attrNameLst>
                                      </p:cBhvr>
                                      <p:to>
                                        <p:strVal val="visible"/>
                                      </p:to>
                                    </p:set>
                                    <p:animEffect transition="in" filter="wipe(left)">
                                      <p:cBhvr>
                                        <p:cTn id="55" dur="500"/>
                                        <p:tgtEl>
                                          <p:spTgt spid="24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wipe(left)">
                                      <p:cBhvr>
                                        <p:cTn id="60" dur="500"/>
                                        <p:tgtEl>
                                          <p:spTgt spid="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63587"/>
                                        </p:tgtEl>
                                        <p:attrNameLst>
                                          <p:attrName>style.visibility</p:attrName>
                                        </p:attrNameLst>
                                      </p:cBhvr>
                                      <p:to>
                                        <p:strVal val="visible"/>
                                      </p:to>
                                    </p:set>
                                    <p:animEffect transition="in" filter="wipe(up)">
                                      <p:cBhvr>
                                        <p:cTn id="65" dur="500"/>
                                        <p:tgtEl>
                                          <p:spTgt spid="6358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29"/>
                                        </p:tgtEl>
                                        <p:attrNameLst>
                                          <p:attrName>style.visibility</p:attrName>
                                        </p:attrNameLst>
                                      </p:cBhvr>
                                      <p:to>
                                        <p:strVal val="visible"/>
                                      </p:to>
                                    </p:set>
                                    <p:animEffect transition="in" filter="wipe(left)">
                                      <p:cBhvr>
                                        <p:cTn id="70" dur="500"/>
                                        <p:tgtEl>
                                          <p:spTgt spid="12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down)">
                                      <p:cBhvr>
                                        <p:cTn id="75" dur="500"/>
                                        <p:tgtEl>
                                          <p:spTgt spid="2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wipe(up)">
                                      <p:cBhvr>
                                        <p:cTn id="80" dur="500"/>
                                        <p:tgtEl>
                                          <p:spTgt spid="12"/>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484473"/>
                                        </p:tgtEl>
                                        <p:attrNameLst>
                                          <p:attrName>style.visibility</p:attrName>
                                        </p:attrNameLst>
                                      </p:cBhvr>
                                      <p:to>
                                        <p:strVal val="visible"/>
                                      </p:to>
                                    </p:set>
                                    <p:animEffect transition="in" filter="wipe(left)">
                                      <p:cBhvr>
                                        <p:cTn id="85" dur="500"/>
                                        <p:tgtEl>
                                          <p:spTgt spid="48447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7"/>
                                        </p:tgtEl>
                                        <p:attrNameLst>
                                          <p:attrName>style.visibility</p:attrName>
                                        </p:attrNameLst>
                                      </p:cBhvr>
                                      <p:to>
                                        <p:strVal val="visible"/>
                                      </p:to>
                                    </p:set>
                                    <p:animEffect transition="in" filter="wipe(left)">
                                      <p:cBhvr>
                                        <p:cTn id="90" dur="500"/>
                                        <p:tgtEl>
                                          <p:spTgt spid="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45"/>
                                        </p:tgtEl>
                                        <p:attrNameLst>
                                          <p:attrName>style.visibility</p:attrName>
                                        </p:attrNameLst>
                                      </p:cBhvr>
                                      <p:to>
                                        <p:strVal val="visible"/>
                                      </p:to>
                                    </p:set>
                                    <p:animEffect transition="in" filter="wipe(left)">
                                      <p:cBhvr>
                                        <p:cTn id="95" dur="500"/>
                                        <p:tgtEl>
                                          <p:spTgt spid="245"/>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8"/>
                                        </p:tgtEl>
                                        <p:attrNameLst>
                                          <p:attrName>style.visibility</p:attrName>
                                        </p:attrNameLst>
                                      </p:cBhvr>
                                      <p:to>
                                        <p:strVal val="visible"/>
                                      </p:to>
                                    </p:set>
                                  </p:childTnLst>
                                </p:cTn>
                              </p:par>
                            </p:childTnLst>
                          </p:cTn>
                        </p:par>
                        <p:par>
                          <p:cTn id="100" fill="hold">
                            <p:stCondLst>
                              <p:cond delay="0"/>
                            </p:stCondLst>
                            <p:childTnLst>
                              <p:par>
                                <p:cTn id="101" presetID="22" presetClass="entr" presetSubtype="2" fill="hold" grpId="0" nodeType="afterEffect">
                                  <p:stCondLst>
                                    <p:cond delay="0"/>
                                  </p:stCondLst>
                                  <p:childTnLst>
                                    <p:set>
                                      <p:cBhvr>
                                        <p:cTn id="102" dur="1" fill="hold">
                                          <p:stCondLst>
                                            <p:cond delay="0"/>
                                          </p:stCondLst>
                                        </p:cTn>
                                        <p:tgtEl>
                                          <p:spTgt spid="134"/>
                                        </p:tgtEl>
                                        <p:attrNameLst>
                                          <p:attrName>style.visibility</p:attrName>
                                        </p:attrNameLst>
                                      </p:cBhvr>
                                      <p:to>
                                        <p:strVal val="visible"/>
                                      </p:to>
                                    </p:set>
                                    <p:animEffect transition="in" filter="wipe(right)">
                                      <p:cBhvr>
                                        <p:cTn id="103" dur="500"/>
                                        <p:tgtEl>
                                          <p:spTgt spid="134"/>
                                        </p:tgtEl>
                                      </p:cBhvr>
                                    </p:animEffect>
                                  </p:childTnLst>
                                </p:cTn>
                              </p:par>
                            </p:childTnLst>
                          </p:cTn>
                        </p:par>
                        <p:par>
                          <p:cTn id="104" fill="hold">
                            <p:stCondLst>
                              <p:cond delay="500"/>
                            </p:stCondLst>
                            <p:childTnLst>
                              <p:par>
                                <p:cTn id="105" presetID="22" presetClass="entr" presetSubtype="1" fill="hold" grpId="0" nodeType="afterEffect">
                                  <p:stCondLst>
                                    <p:cond delay="0"/>
                                  </p:stCondLst>
                                  <p:childTnLst>
                                    <p:set>
                                      <p:cBhvr>
                                        <p:cTn id="106" dur="1" fill="hold">
                                          <p:stCondLst>
                                            <p:cond delay="0"/>
                                          </p:stCondLst>
                                        </p:cTn>
                                        <p:tgtEl>
                                          <p:spTgt spid="133"/>
                                        </p:tgtEl>
                                        <p:attrNameLst>
                                          <p:attrName>style.visibility</p:attrName>
                                        </p:attrNameLst>
                                      </p:cBhvr>
                                      <p:to>
                                        <p:strVal val="visible"/>
                                      </p:to>
                                    </p:set>
                                    <p:animEffect transition="in" filter="wipe(up)">
                                      <p:cBhvr>
                                        <p:cTn id="107" dur="500"/>
                                        <p:tgtEl>
                                          <p:spTgt spid="13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484487"/>
                                        </p:tgtEl>
                                        <p:attrNameLst>
                                          <p:attrName>style.visibility</p:attrName>
                                        </p:attrNameLst>
                                      </p:cBhvr>
                                      <p:to>
                                        <p:strVal val="visible"/>
                                      </p:to>
                                    </p:set>
                                    <p:animEffect transition="in" filter="wipe(left)">
                                      <p:cBhvr>
                                        <p:cTn id="112" dur="500"/>
                                        <p:tgtEl>
                                          <p:spTgt spid="484487"/>
                                        </p:tgtEl>
                                      </p:cBhvr>
                                    </p:animEffect>
                                  </p:childTnLst>
                                </p:cTn>
                              </p:par>
                            </p:childTnLst>
                          </p:cTn>
                        </p:par>
                      </p:childTnLst>
                    </p:cTn>
                  </p:par>
                  <p:par>
                    <p:cTn id="113" fill="hold">
                      <p:stCondLst>
                        <p:cond delay="indefinite"/>
                      </p:stCondLst>
                      <p:childTnLst>
                        <p:par>
                          <p:cTn id="114" fill="hold">
                            <p:stCondLst>
                              <p:cond delay="0"/>
                            </p:stCondLst>
                            <p:childTnLst>
                              <p:par>
                                <p:cTn id="115" presetID="23" presetClass="entr" presetSubtype="272" fill="hold" grpId="0" nodeType="clickEffect">
                                  <p:stCondLst>
                                    <p:cond delay="0"/>
                                  </p:stCondLst>
                                  <p:childTnLst>
                                    <p:set>
                                      <p:cBhvr>
                                        <p:cTn id="116" dur="1" fill="hold">
                                          <p:stCondLst>
                                            <p:cond delay="0"/>
                                          </p:stCondLst>
                                        </p:cTn>
                                        <p:tgtEl>
                                          <p:spTgt spid="484485"/>
                                        </p:tgtEl>
                                        <p:attrNameLst>
                                          <p:attrName>style.visibility</p:attrName>
                                        </p:attrNameLst>
                                      </p:cBhvr>
                                      <p:to>
                                        <p:strVal val="visible"/>
                                      </p:to>
                                    </p:set>
                                    <p:anim calcmode="lin" valueType="num">
                                      <p:cBhvr>
                                        <p:cTn id="117" dur="500" fill="hold"/>
                                        <p:tgtEl>
                                          <p:spTgt spid="484485"/>
                                        </p:tgtEl>
                                        <p:attrNameLst>
                                          <p:attrName>ppt_w</p:attrName>
                                        </p:attrNameLst>
                                      </p:cBhvr>
                                      <p:tavLst>
                                        <p:tav tm="0">
                                          <p:val>
                                            <p:strVal val="2/3*#ppt_w"/>
                                          </p:val>
                                        </p:tav>
                                        <p:tav tm="100000">
                                          <p:val>
                                            <p:strVal val="#ppt_w"/>
                                          </p:val>
                                        </p:tav>
                                      </p:tavLst>
                                    </p:anim>
                                    <p:anim calcmode="lin" valueType="num">
                                      <p:cBhvr>
                                        <p:cTn id="118" dur="500" fill="hold"/>
                                        <p:tgtEl>
                                          <p:spTgt spid="484485"/>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87" grpId="0" animBg="1"/>
      <p:bldP spid="484485" grpId="0" animBg="1"/>
      <p:bldP spid="484486" grpId="0"/>
      <p:bldP spid="484487" grpId="0"/>
      <p:bldP spid="484473" grpId="0"/>
      <p:bldP spid="2" grpId="0" animBg="1"/>
      <p:bldP spid="3" grpId="0"/>
      <p:bldP spid="4" grpId="0"/>
      <p:bldP spid="6" grpId="0"/>
      <p:bldP spid="7" grpId="0"/>
      <p:bldP spid="241" grpId="0"/>
      <p:bldP spid="243" grpId="0"/>
      <p:bldP spid="244" grpId="0"/>
      <p:bldP spid="245" grpId="0"/>
      <p:bldP spid="129" grpId="0"/>
      <p:bldP spid="130" grpId="0"/>
      <p:bldP spid="8" grpId="0" animBg="1"/>
      <p:bldP spid="133" grpId="0"/>
      <p:bldP spid="134" grpId="0" animBg="1"/>
      <p:bldP spid="140"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 Box 123"/>
          <p:cNvSpPr txBox="1">
            <a:spLocks noChangeArrowheads="1"/>
          </p:cNvSpPr>
          <p:nvPr/>
        </p:nvSpPr>
        <p:spPr bwMode="auto">
          <a:xfrm>
            <a:off x="5672379" y="2166617"/>
            <a:ext cx="4759934"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1/</a:t>
            </a:r>
            <a:r>
              <a:rPr lang="es-ES" sz="2400" dirty="0">
                <a:solidFill>
                  <a:srgbClr val="000000"/>
                </a:solidFill>
                <a:latin typeface="Arial" panose="020B0604020202020204" pitchFamily="34" charset="0"/>
              </a:rPr>
              <a:t>R</a:t>
            </a:r>
            <a:r>
              <a:rPr lang="es-ES" sz="2400" baseline="-25000" dirty="0">
                <a:solidFill>
                  <a:srgbClr val="000000"/>
                </a:solidFill>
                <a:latin typeface="Arial" panose="020B0604020202020204" pitchFamily="34" charset="0"/>
              </a:rPr>
              <a:t>23</a:t>
            </a:r>
            <a:r>
              <a:rPr lang="es-ES" sz="2400" dirty="0">
                <a:solidFill>
                  <a:srgbClr val="000000"/>
                </a:solidFill>
                <a:latin typeface="Arial" panose="020B0604020202020204" pitchFamily="34" charset="0"/>
              </a:rPr>
              <a:t> = 1/R</a:t>
            </a:r>
            <a:r>
              <a:rPr lang="es-ES" sz="2400" baseline="-25000" dirty="0">
                <a:solidFill>
                  <a:srgbClr val="000000"/>
                </a:solidFill>
                <a:latin typeface="Arial" panose="020B0604020202020204" pitchFamily="34" charset="0"/>
              </a:rPr>
              <a:t>2</a:t>
            </a:r>
            <a:r>
              <a:rPr lang="es-ES" sz="2400" dirty="0">
                <a:solidFill>
                  <a:srgbClr val="000000"/>
                </a:solidFill>
                <a:latin typeface="Arial" panose="020B0604020202020204" pitchFamily="34" charset="0"/>
              </a:rPr>
              <a:t> + 1/R</a:t>
            </a:r>
            <a:r>
              <a:rPr lang="es-ES" sz="2400" baseline="-25000" dirty="0">
                <a:solidFill>
                  <a:srgbClr val="000000"/>
                </a:solidFill>
                <a:latin typeface="Arial" panose="020B0604020202020204" pitchFamily="34" charset="0"/>
              </a:rPr>
              <a:t>3</a:t>
            </a:r>
            <a:r>
              <a:rPr lang="es-ES" sz="2400" dirty="0">
                <a:solidFill>
                  <a:srgbClr val="000000"/>
                </a:solidFill>
                <a:latin typeface="Arial" panose="020B0604020202020204" pitchFamily="34" charset="0"/>
              </a:rPr>
              <a:t>  </a:t>
            </a:r>
            <a:r>
              <a:rPr lang="es-ES" sz="2400" dirty="0">
                <a:solidFill>
                  <a:srgbClr val="FF0000"/>
                </a:solidFill>
                <a:latin typeface="Arial" panose="020B0604020202020204" pitchFamily="34" charset="0"/>
              </a:rPr>
              <a:t>(en paralelo)</a:t>
            </a:r>
            <a:r>
              <a:rPr lang="es-ES" sz="2400" dirty="0">
                <a:solidFill>
                  <a:srgbClr val="000000"/>
                </a:solidFill>
                <a:latin typeface="Arial" panose="020B0604020202020204" pitchFamily="34" charset="0"/>
              </a:rPr>
              <a:t> </a:t>
            </a:r>
            <a:endParaRPr lang="es-ES" sz="2400" dirty="0">
              <a:solidFill>
                <a:srgbClr val="000000"/>
              </a:solidFill>
              <a:latin typeface="Arial" panose="020B0604020202020204" pitchFamily="34" charset="0"/>
              <a:sym typeface="Symbol" panose="05050102010706020507" pitchFamily="18" charset="2"/>
            </a:endParaRPr>
          </a:p>
        </p:txBody>
      </p:sp>
      <p:sp>
        <p:nvSpPr>
          <p:cNvPr id="129" name="Text Box 124"/>
          <p:cNvSpPr txBox="1">
            <a:spLocks noChangeArrowheads="1"/>
          </p:cNvSpPr>
          <p:nvPr/>
        </p:nvSpPr>
        <p:spPr bwMode="auto">
          <a:xfrm>
            <a:off x="5896568" y="3602780"/>
            <a:ext cx="1744686"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rPr>
              <a:t>R</a:t>
            </a:r>
            <a:r>
              <a:rPr lang="es-ES" sz="2400" baseline="-25000" dirty="0">
                <a:solidFill>
                  <a:srgbClr val="000000"/>
                </a:solidFill>
                <a:latin typeface="Arial" panose="020B0604020202020204" pitchFamily="34" charset="0"/>
              </a:rPr>
              <a:t>23</a:t>
            </a:r>
            <a:r>
              <a:rPr lang="es-ES" sz="2400" dirty="0">
                <a:solidFill>
                  <a:srgbClr val="000000"/>
                </a:solidFill>
                <a:latin typeface="Arial" panose="020B0604020202020204" pitchFamily="34" charset="0"/>
              </a:rPr>
              <a:t> = </a:t>
            </a: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2</a:t>
            </a:r>
            <a:r>
              <a:rPr lang="es-ES" sz="2400">
                <a:solidFill>
                  <a:srgbClr val="000000"/>
                </a:solidFill>
                <a:latin typeface="Arial" panose="020B0604020202020204" pitchFamily="34" charset="0"/>
              </a:rPr>
              <a:t> / 2</a:t>
            </a:r>
            <a:endParaRPr lang="es-ES" sz="2400" dirty="0">
              <a:solidFill>
                <a:srgbClr val="000000"/>
              </a:solidFill>
              <a:latin typeface="Arial" panose="020B0604020202020204" pitchFamily="34" charset="0"/>
            </a:endParaRPr>
          </a:p>
        </p:txBody>
      </p:sp>
      <p:sp>
        <p:nvSpPr>
          <p:cNvPr id="130" name="Text Box 125"/>
          <p:cNvSpPr txBox="1">
            <a:spLocks noChangeArrowheads="1"/>
          </p:cNvSpPr>
          <p:nvPr/>
        </p:nvSpPr>
        <p:spPr bwMode="auto">
          <a:xfrm>
            <a:off x="5906296" y="6133571"/>
            <a:ext cx="2188717"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err="1">
                <a:solidFill>
                  <a:srgbClr val="000000"/>
                </a:solidFill>
                <a:latin typeface="Arial" panose="020B0604020202020204" pitchFamily="34" charset="0"/>
              </a:rPr>
              <a:t>R</a:t>
            </a:r>
            <a:r>
              <a:rPr lang="es-ES" sz="2400" baseline="-25000" dirty="0" err="1">
                <a:solidFill>
                  <a:srgbClr val="000000"/>
                </a:solidFill>
                <a:latin typeface="Arial" panose="020B0604020202020204" pitchFamily="34" charset="0"/>
              </a:rPr>
              <a:t>eq</a:t>
            </a:r>
            <a:r>
              <a:rPr lang="es-ES" sz="2400" dirty="0">
                <a:solidFill>
                  <a:srgbClr val="000000"/>
                </a:solidFill>
                <a:latin typeface="Arial" panose="020B0604020202020204" pitchFamily="34" charset="0"/>
              </a:rPr>
              <a:t> = 300 + 50</a:t>
            </a:r>
            <a:endParaRPr lang="es-ES" sz="2400" dirty="0">
              <a:solidFill>
                <a:srgbClr val="FF0000"/>
              </a:solidFill>
              <a:latin typeface="Arial" panose="020B0604020202020204" pitchFamily="34" charset="0"/>
              <a:sym typeface="Symbol" panose="05050102010706020507" pitchFamily="18" charset="2"/>
            </a:endParaRPr>
          </a:p>
        </p:txBody>
      </p:sp>
      <p:sp>
        <p:nvSpPr>
          <p:cNvPr id="140" name="Rectangle 4"/>
          <p:cNvSpPr>
            <a:spLocks noChangeArrowheads="1"/>
          </p:cNvSpPr>
          <p:nvPr/>
        </p:nvSpPr>
        <p:spPr bwMode="auto">
          <a:xfrm>
            <a:off x="1721549" y="3825240"/>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1</a:t>
            </a:r>
            <a:r>
              <a:rPr lang="es-ES" sz="2400">
                <a:solidFill>
                  <a:srgbClr val="3333FF"/>
                </a:solidFill>
                <a:latin typeface="Arial" panose="020B0604020202020204" pitchFamily="34" charset="0"/>
                <a:sym typeface="Symbol" panose="05050102010706020507" pitchFamily="18" charset="2"/>
              </a:rPr>
              <a:t> = 300 </a:t>
            </a:r>
          </a:p>
        </p:txBody>
      </p:sp>
      <p:sp>
        <p:nvSpPr>
          <p:cNvPr id="246" name="Rectangle 5"/>
          <p:cNvSpPr>
            <a:spLocks noChangeArrowheads="1"/>
          </p:cNvSpPr>
          <p:nvPr/>
        </p:nvSpPr>
        <p:spPr bwMode="auto">
          <a:xfrm>
            <a:off x="1721549" y="3284347"/>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3</a:t>
            </a:r>
            <a:r>
              <a:rPr lang="es-ES" sz="2400">
                <a:solidFill>
                  <a:srgbClr val="3333FF"/>
                </a:solidFill>
                <a:latin typeface="Arial" panose="020B0604020202020204" pitchFamily="34" charset="0"/>
                <a:sym typeface="Symbol" panose="05050102010706020507" pitchFamily="18" charset="2"/>
              </a:rPr>
              <a:t> = 100 </a:t>
            </a:r>
          </a:p>
        </p:txBody>
      </p:sp>
      <p:sp>
        <p:nvSpPr>
          <p:cNvPr id="247" name="Rectangle 6"/>
          <p:cNvSpPr>
            <a:spLocks noChangeArrowheads="1"/>
          </p:cNvSpPr>
          <p:nvPr/>
        </p:nvSpPr>
        <p:spPr bwMode="auto">
          <a:xfrm>
            <a:off x="3560763" y="3841115"/>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4</a:t>
            </a:r>
            <a:r>
              <a:rPr lang="es-ES" sz="2400">
                <a:solidFill>
                  <a:srgbClr val="3333FF"/>
                </a:solidFill>
                <a:latin typeface="Arial" panose="020B0604020202020204" pitchFamily="34" charset="0"/>
                <a:sym typeface="Symbol" panose="05050102010706020507" pitchFamily="18" charset="2"/>
              </a:rPr>
              <a:t> = 300 </a:t>
            </a:r>
          </a:p>
        </p:txBody>
      </p:sp>
      <p:sp>
        <p:nvSpPr>
          <p:cNvPr id="249" name="Rectangle 6"/>
          <p:cNvSpPr>
            <a:spLocks noChangeArrowheads="1"/>
          </p:cNvSpPr>
          <p:nvPr/>
        </p:nvSpPr>
        <p:spPr bwMode="auto">
          <a:xfrm>
            <a:off x="3557715" y="3280283"/>
            <a:ext cx="170300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3333FF"/>
                </a:solidFill>
                <a:latin typeface="Arial" panose="020B0604020202020204" pitchFamily="34" charset="0"/>
                <a:sym typeface="Symbol" panose="05050102010706020507" pitchFamily="18" charset="2"/>
              </a:rPr>
              <a:t>R</a:t>
            </a:r>
            <a:r>
              <a:rPr lang="es-ES" sz="2400" baseline="-25000">
                <a:solidFill>
                  <a:srgbClr val="3333FF"/>
                </a:solidFill>
                <a:latin typeface="Arial" panose="020B0604020202020204" pitchFamily="34" charset="0"/>
                <a:sym typeface="Symbol" panose="05050102010706020507" pitchFamily="18" charset="2"/>
              </a:rPr>
              <a:t>2</a:t>
            </a:r>
            <a:r>
              <a:rPr lang="es-ES" sz="2400">
                <a:solidFill>
                  <a:srgbClr val="3333FF"/>
                </a:solidFill>
                <a:latin typeface="Arial" panose="020B0604020202020204" pitchFamily="34" charset="0"/>
                <a:sym typeface="Symbol" panose="05050102010706020507" pitchFamily="18" charset="2"/>
              </a:rPr>
              <a:t> = 100 </a:t>
            </a:r>
          </a:p>
        </p:txBody>
      </p:sp>
      <p:sp>
        <p:nvSpPr>
          <p:cNvPr id="116" name="Text Box 125"/>
          <p:cNvSpPr txBox="1">
            <a:spLocks noChangeArrowheads="1"/>
          </p:cNvSpPr>
          <p:nvPr/>
        </p:nvSpPr>
        <p:spPr bwMode="auto">
          <a:xfrm>
            <a:off x="5903007" y="1422827"/>
            <a:ext cx="4474600"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dirty="0" err="1">
                <a:solidFill>
                  <a:srgbClr val="000000"/>
                </a:solidFill>
                <a:latin typeface="Arial" panose="020B0604020202020204" pitchFamily="34" charset="0"/>
              </a:rPr>
              <a:t>R</a:t>
            </a:r>
            <a:r>
              <a:rPr lang="es-ES" sz="2400" baseline="-25000" dirty="0" err="1">
                <a:solidFill>
                  <a:srgbClr val="000000"/>
                </a:solidFill>
                <a:latin typeface="Arial" panose="020B0604020202020204" pitchFamily="34" charset="0"/>
              </a:rPr>
              <a:t>eq</a:t>
            </a:r>
            <a:r>
              <a:rPr lang="es-ES" sz="2400" dirty="0">
                <a:solidFill>
                  <a:srgbClr val="000000"/>
                </a:solidFill>
                <a:latin typeface="Arial" panose="020B0604020202020204" pitchFamily="34" charset="0"/>
              </a:rPr>
              <a:t> = </a:t>
            </a: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1</a:t>
            </a:r>
            <a:r>
              <a:rPr lang="es-ES" sz="2400">
                <a:solidFill>
                  <a:srgbClr val="000000"/>
                </a:solidFill>
                <a:latin typeface="Arial" panose="020B0604020202020204" pitchFamily="34" charset="0"/>
              </a:rPr>
              <a:t> + R</a:t>
            </a:r>
            <a:r>
              <a:rPr lang="es-ES" sz="2400" baseline="-25000">
                <a:solidFill>
                  <a:srgbClr val="000000"/>
                </a:solidFill>
                <a:latin typeface="Arial" panose="020B0604020202020204" pitchFamily="34" charset="0"/>
              </a:rPr>
              <a:t>23</a:t>
            </a:r>
            <a:r>
              <a:rPr lang="es-ES" sz="2400">
                <a:solidFill>
                  <a:srgbClr val="000000"/>
                </a:solidFill>
                <a:latin typeface="Arial" panose="020B0604020202020204" pitchFamily="34" charset="0"/>
                <a:sym typeface="Symbol" panose="05050102010706020507" pitchFamily="18" charset="2"/>
              </a:rPr>
              <a:t> </a:t>
            </a:r>
            <a:r>
              <a:rPr lang="es-ES" sz="2400">
                <a:solidFill>
                  <a:srgbClr val="000000"/>
                </a:solidFill>
                <a:latin typeface="Arial" panose="020B0604020202020204" pitchFamily="34" charset="0"/>
              </a:rPr>
              <a:t>+ R</a:t>
            </a:r>
            <a:r>
              <a:rPr lang="es-ES" sz="2400" baseline="-25000">
                <a:solidFill>
                  <a:srgbClr val="000000"/>
                </a:solidFill>
                <a:latin typeface="Arial" panose="020B0604020202020204" pitchFamily="34" charset="0"/>
              </a:rPr>
              <a:t>40</a:t>
            </a:r>
            <a:r>
              <a:rPr lang="es-ES" sz="2400">
                <a:solidFill>
                  <a:srgbClr val="000000"/>
                </a:solidFill>
                <a:latin typeface="Arial" panose="020B0604020202020204" pitchFamily="34" charset="0"/>
                <a:sym typeface="Symbol" panose="05050102010706020507" pitchFamily="18" charset="2"/>
              </a:rPr>
              <a:t>  </a:t>
            </a:r>
            <a:r>
              <a:rPr lang="es-ES" sz="2400">
                <a:solidFill>
                  <a:srgbClr val="FF0000"/>
                </a:solidFill>
                <a:latin typeface="Arial" panose="020B0604020202020204" pitchFamily="34" charset="0"/>
                <a:sym typeface="Symbol" panose="05050102010706020507" pitchFamily="18" charset="2"/>
              </a:rPr>
              <a:t>(</a:t>
            </a:r>
            <a:r>
              <a:rPr lang="es-ES" sz="2400" dirty="0">
                <a:solidFill>
                  <a:srgbClr val="FF0000"/>
                </a:solidFill>
                <a:latin typeface="Arial" panose="020B0604020202020204" pitchFamily="34" charset="0"/>
                <a:sym typeface="Symbol" panose="05050102010706020507" pitchFamily="18" charset="2"/>
              </a:rPr>
              <a:t>en serie)</a:t>
            </a:r>
          </a:p>
        </p:txBody>
      </p:sp>
      <p:sp>
        <p:nvSpPr>
          <p:cNvPr id="117" name="Text Box 125"/>
          <p:cNvSpPr txBox="1">
            <a:spLocks noChangeArrowheads="1"/>
          </p:cNvSpPr>
          <p:nvPr/>
        </p:nvSpPr>
        <p:spPr bwMode="auto">
          <a:xfrm>
            <a:off x="5485883" y="597962"/>
            <a:ext cx="4896190" cy="536549"/>
          </a:xfrm>
          <a:prstGeom prst="rect">
            <a:avLst/>
          </a:prstGeom>
          <a:solidFill>
            <a:schemeClr val="tx2">
              <a:lumMod val="25000"/>
              <a:lumOff val="75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None/>
            </a:pPr>
            <a:r>
              <a:rPr lang="es-ES" sz="2400">
                <a:solidFill>
                  <a:srgbClr val="000000"/>
                </a:solidFill>
                <a:latin typeface="Arial" panose="020B0604020202020204" pitchFamily="34" charset="0"/>
              </a:rPr>
              <a:t>R</a:t>
            </a:r>
            <a:r>
              <a:rPr lang="es-ES" sz="2400" baseline="-25000">
                <a:solidFill>
                  <a:srgbClr val="000000"/>
                </a:solidFill>
                <a:latin typeface="Arial" panose="020B0604020202020204" pitchFamily="34" charset="0"/>
              </a:rPr>
              <a:t>eq</a:t>
            </a:r>
            <a:r>
              <a:rPr lang="es-ES" sz="2400">
                <a:solidFill>
                  <a:srgbClr val="000000"/>
                </a:solidFill>
                <a:latin typeface="Arial" panose="020B0604020202020204" pitchFamily="34" charset="0"/>
              </a:rPr>
              <a:t> vista desde los polos de la pila</a:t>
            </a:r>
            <a:endParaRPr lang="es-ES" sz="2400">
              <a:solidFill>
                <a:srgbClr val="FF0000"/>
              </a:solidFill>
              <a:latin typeface="Arial" panose="020B0604020202020204" pitchFamily="34" charset="0"/>
              <a:sym typeface="Symbol" panose="05050102010706020507" pitchFamily="18" charset="2"/>
            </a:endParaRPr>
          </a:p>
        </p:txBody>
      </p:sp>
      <p:sp>
        <p:nvSpPr>
          <p:cNvPr id="119" name="Text Box 124"/>
          <p:cNvSpPr txBox="1">
            <a:spLocks noChangeArrowheads="1"/>
          </p:cNvSpPr>
          <p:nvPr/>
        </p:nvSpPr>
        <p:spPr bwMode="auto">
          <a:xfrm>
            <a:off x="6430927" y="4303966"/>
            <a:ext cx="3467914" cy="905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ts val="0"/>
              </a:spcBef>
              <a:buNone/>
            </a:pPr>
            <a:r>
              <a:rPr lang="es-ES" sz="2400" dirty="0">
                <a:solidFill>
                  <a:srgbClr val="000000"/>
                </a:solidFill>
                <a:latin typeface="Arial" panose="020B0604020202020204" pitchFamily="34" charset="0"/>
              </a:rPr>
              <a:t>= 50 </a:t>
            </a:r>
            <a:r>
              <a:rPr lang="es-ES" sz="2400" dirty="0">
                <a:solidFill>
                  <a:srgbClr val="000000"/>
                </a:solidFill>
                <a:latin typeface="Arial" panose="020B0604020202020204" pitchFamily="34" charset="0"/>
                <a:sym typeface="Symbol" panose="05050102010706020507" pitchFamily="18" charset="2"/>
              </a:rPr>
              <a:t>  </a:t>
            </a:r>
            <a:r>
              <a:rPr lang="es-ES" sz="2400" dirty="0">
                <a:solidFill>
                  <a:srgbClr val="FF0000"/>
                </a:solidFill>
                <a:latin typeface="Arial" panose="020B0604020202020204" pitchFamily="34" charset="0"/>
                <a:sym typeface="Symbol" panose="05050102010706020507" pitchFamily="18" charset="2"/>
              </a:rPr>
              <a:t>(sale la mitad</a:t>
            </a:r>
          </a:p>
          <a:p>
            <a:pPr eaLnBrk="1" hangingPunct="1">
              <a:spcBef>
                <a:spcPts val="0"/>
              </a:spcBef>
              <a:buNone/>
            </a:pPr>
            <a:r>
              <a:rPr lang="es-ES" sz="2400" dirty="0">
                <a:solidFill>
                  <a:srgbClr val="FF0000"/>
                </a:solidFill>
                <a:latin typeface="Arial" panose="020B0604020202020204" pitchFamily="34" charset="0"/>
                <a:sym typeface="Symbol" panose="05050102010706020507" pitchFamily="18" charset="2"/>
              </a:rPr>
              <a:t>             por ser iguales)</a:t>
            </a:r>
            <a:r>
              <a:rPr lang="es-ES" sz="2400" baseline="-25000" dirty="0">
                <a:solidFill>
                  <a:srgbClr val="000000"/>
                </a:solidFill>
                <a:latin typeface="Arial" panose="020B0604020202020204" pitchFamily="34" charset="0"/>
              </a:rPr>
              <a:t> </a:t>
            </a:r>
          </a:p>
        </p:txBody>
      </p:sp>
      <p:sp>
        <p:nvSpPr>
          <p:cNvPr id="121" name="Text Box 125"/>
          <p:cNvSpPr txBox="1">
            <a:spLocks noChangeArrowheads="1"/>
          </p:cNvSpPr>
          <p:nvPr/>
        </p:nvSpPr>
        <p:spPr bwMode="auto">
          <a:xfrm>
            <a:off x="8060474" y="6133570"/>
            <a:ext cx="128141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latin typeface="Arial" panose="020B0604020202020204" pitchFamily="34" charset="0"/>
                <a:sym typeface="Symbol" panose="05050102010706020507" pitchFamily="18" charset="2"/>
              </a:rPr>
              <a:t>= </a:t>
            </a:r>
            <a:r>
              <a:rPr lang="es-ES" sz="2400" dirty="0">
                <a:solidFill>
                  <a:srgbClr val="000000"/>
                </a:solidFill>
                <a:latin typeface="Arial" panose="020B0604020202020204" pitchFamily="34" charset="0"/>
              </a:rPr>
              <a:t>350 </a:t>
            </a:r>
            <a:r>
              <a:rPr lang="es-ES" sz="2400" dirty="0">
                <a:solidFill>
                  <a:srgbClr val="000000"/>
                </a:solidFill>
                <a:latin typeface="Arial" panose="020B0604020202020204" pitchFamily="34" charset="0"/>
                <a:sym typeface="Symbol" panose="05050102010706020507" pitchFamily="18" charset="2"/>
              </a:rPr>
              <a:t></a:t>
            </a:r>
            <a:endParaRPr lang="es-ES" sz="2400" dirty="0">
              <a:solidFill>
                <a:srgbClr val="FF0000"/>
              </a:solidFill>
              <a:latin typeface="Arial" panose="020B0604020202020204" pitchFamily="34" charset="0"/>
              <a:sym typeface="Symbol" panose="05050102010706020507" pitchFamily="18" charset="2"/>
            </a:endParaRPr>
          </a:p>
        </p:txBody>
      </p:sp>
      <p:sp>
        <p:nvSpPr>
          <p:cNvPr id="3" name="Text Box 123">
            <a:extLst>
              <a:ext uri="{FF2B5EF4-FFF2-40B4-BE49-F238E27FC236}">
                <a16:creationId xmlns:a16="http://schemas.microsoft.com/office/drawing/2014/main" id="{6044113B-00DD-F1FA-8DC7-934B23A60C6A}"/>
              </a:ext>
            </a:extLst>
          </p:cNvPr>
          <p:cNvSpPr txBox="1">
            <a:spLocks noChangeArrowheads="1"/>
          </p:cNvSpPr>
          <p:nvPr/>
        </p:nvSpPr>
        <p:spPr bwMode="auto">
          <a:xfrm>
            <a:off x="5662651" y="2891635"/>
            <a:ext cx="1831248" cy="536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000000"/>
                </a:solidFill>
                <a:latin typeface="Arial" panose="020B0604020202020204" pitchFamily="34" charset="0"/>
                <a:sym typeface="Symbol" panose="05050102010706020507" pitchFamily="18" charset="2"/>
              </a:rPr>
              <a:t>1/</a:t>
            </a:r>
            <a:r>
              <a:rPr lang="es-ES" sz="2400" dirty="0">
                <a:solidFill>
                  <a:srgbClr val="000000"/>
                </a:solidFill>
                <a:latin typeface="Arial" panose="020B0604020202020204" pitchFamily="34" charset="0"/>
              </a:rPr>
              <a:t>R</a:t>
            </a:r>
            <a:r>
              <a:rPr lang="es-ES" sz="2400" baseline="-25000" dirty="0">
                <a:solidFill>
                  <a:srgbClr val="000000"/>
                </a:solidFill>
                <a:latin typeface="Arial" panose="020B0604020202020204" pitchFamily="34" charset="0"/>
              </a:rPr>
              <a:t>23</a:t>
            </a:r>
            <a:r>
              <a:rPr lang="es-ES" sz="2400" dirty="0">
                <a:solidFill>
                  <a:srgbClr val="000000"/>
                </a:solidFill>
                <a:latin typeface="Arial" panose="020B0604020202020204" pitchFamily="34" charset="0"/>
              </a:rPr>
              <a:t> </a:t>
            </a:r>
            <a:r>
              <a:rPr lang="es-ES" sz="2400">
                <a:solidFill>
                  <a:srgbClr val="000000"/>
                </a:solidFill>
                <a:latin typeface="Arial" panose="020B0604020202020204" pitchFamily="34" charset="0"/>
              </a:rPr>
              <a:t>= 2/R</a:t>
            </a:r>
            <a:r>
              <a:rPr lang="es-ES" sz="2400" baseline="-25000">
                <a:solidFill>
                  <a:srgbClr val="000000"/>
                </a:solidFill>
                <a:latin typeface="Arial" panose="020B0604020202020204" pitchFamily="34" charset="0"/>
              </a:rPr>
              <a:t>2</a:t>
            </a:r>
            <a:endParaRPr lang="es-ES" sz="2400" dirty="0">
              <a:solidFill>
                <a:srgbClr val="000000"/>
              </a:solidFill>
              <a:latin typeface="Arial" panose="020B0604020202020204" pitchFamily="34" charset="0"/>
              <a:sym typeface="Symbol" panose="05050102010706020507" pitchFamily="18" charset="2"/>
            </a:endParaRPr>
          </a:p>
        </p:txBody>
      </p:sp>
      <p:sp>
        <p:nvSpPr>
          <p:cNvPr id="4" name="Text Box 119">
            <a:extLst>
              <a:ext uri="{FF2B5EF4-FFF2-40B4-BE49-F238E27FC236}">
                <a16:creationId xmlns:a16="http://schemas.microsoft.com/office/drawing/2014/main" id="{5A647C5F-FD05-00D5-2FA7-D60CF09DEEB1}"/>
              </a:ext>
            </a:extLst>
          </p:cNvPr>
          <p:cNvSpPr txBox="1">
            <a:spLocks noChangeArrowheads="1"/>
          </p:cNvSpPr>
          <p:nvPr/>
        </p:nvSpPr>
        <p:spPr bwMode="auto">
          <a:xfrm>
            <a:off x="3791583" y="5207615"/>
            <a:ext cx="1987271" cy="905881"/>
          </a:xfrm>
          <a:prstGeom prst="rect">
            <a:avLst/>
          </a:prstGeom>
          <a:noFill/>
          <a:ln>
            <a:noFill/>
          </a:ln>
        </p:spPr>
        <p:txBody>
          <a:bodyPr wrap="squar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solidFill>
                  <a:srgbClr val="FF0000"/>
                </a:solidFill>
                <a:latin typeface="Arial" panose="020B0604020202020204" pitchFamily="34" charset="0"/>
              </a:rPr>
              <a:t>R</a:t>
            </a:r>
            <a:r>
              <a:rPr lang="es-ES" sz="2400" baseline="-25000">
                <a:solidFill>
                  <a:srgbClr val="FF0000"/>
                </a:solidFill>
                <a:latin typeface="Arial" panose="020B0604020202020204" pitchFamily="34" charset="0"/>
              </a:rPr>
              <a:t>4</a:t>
            </a:r>
            <a:r>
              <a:rPr lang="es-ES" sz="2400">
                <a:solidFill>
                  <a:srgbClr val="FF0000"/>
                </a:solidFill>
                <a:latin typeface="Arial" panose="020B0604020202020204" pitchFamily="34" charset="0"/>
              </a:rPr>
              <a:t> no entra en juego</a:t>
            </a:r>
            <a:endParaRPr lang="es-ES" sz="2400">
              <a:latin typeface="Arial" panose="020B0604020202020204" pitchFamily="34" charset="0"/>
            </a:endParaRPr>
          </a:p>
        </p:txBody>
      </p:sp>
      <p:sp>
        <p:nvSpPr>
          <p:cNvPr id="5" name="Line 10">
            <a:extLst>
              <a:ext uri="{FF2B5EF4-FFF2-40B4-BE49-F238E27FC236}">
                <a16:creationId xmlns:a16="http://schemas.microsoft.com/office/drawing/2014/main" id="{9656D3AC-4013-3456-4A87-5A336577CAB2}"/>
              </a:ext>
            </a:extLst>
          </p:cNvPr>
          <p:cNvSpPr>
            <a:spLocks noChangeShapeType="1"/>
          </p:cNvSpPr>
          <p:nvPr/>
        </p:nvSpPr>
        <p:spPr bwMode="auto">
          <a:xfrm flipV="1">
            <a:off x="4513263" y="1590675"/>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 name="Line 14">
            <a:extLst>
              <a:ext uri="{FF2B5EF4-FFF2-40B4-BE49-F238E27FC236}">
                <a16:creationId xmlns:a16="http://schemas.microsoft.com/office/drawing/2014/main" id="{CFB7B599-981C-FBE8-C0BE-717EBC2AC17B}"/>
              </a:ext>
            </a:extLst>
          </p:cNvPr>
          <p:cNvSpPr>
            <a:spLocks noChangeShapeType="1"/>
          </p:cNvSpPr>
          <p:nvPr/>
        </p:nvSpPr>
        <p:spPr bwMode="auto">
          <a:xfrm>
            <a:off x="2803525" y="857250"/>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 name="Line 15">
            <a:extLst>
              <a:ext uri="{FF2B5EF4-FFF2-40B4-BE49-F238E27FC236}">
                <a16:creationId xmlns:a16="http://schemas.microsoft.com/office/drawing/2014/main" id="{ECE8F199-A26A-6134-9C53-B97C2F4D56D8}"/>
              </a:ext>
            </a:extLst>
          </p:cNvPr>
          <p:cNvSpPr>
            <a:spLocks noChangeShapeType="1"/>
          </p:cNvSpPr>
          <p:nvPr/>
        </p:nvSpPr>
        <p:spPr bwMode="auto">
          <a:xfrm rot="10800000">
            <a:off x="2803525" y="1784350"/>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 name="Line 16">
            <a:extLst>
              <a:ext uri="{FF2B5EF4-FFF2-40B4-BE49-F238E27FC236}">
                <a16:creationId xmlns:a16="http://schemas.microsoft.com/office/drawing/2014/main" id="{97A7112A-D815-A042-A35E-C947BBE7512C}"/>
              </a:ext>
            </a:extLst>
          </p:cNvPr>
          <p:cNvSpPr>
            <a:spLocks noChangeShapeType="1"/>
          </p:cNvSpPr>
          <p:nvPr/>
        </p:nvSpPr>
        <p:spPr bwMode="auto">
          <a:xfrm>
            <a:off x="1546225" y="868363"/>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 name="Line 17">
            <a:extLst>
              <a:ext uri="{FF2B5EF4-FFF2-40B4-BE49-F238E27FC236}">
                <a16:creationId xmlns:a16="http://schemas.microsoft.com/office/drawing/2014/main" id="{A32A9A6E-86ED-A199-9BDF-1E1C24757208}"/>
              </a:ext>
            </a:extLst>
          </p:cNvPr>
          <p:cNvSpPr>
            <a:spLocks noChangeShapeType="1"/>
          </p:cNvSpPr>
          <p:nvPr/>
        </p:nvSpPr>
        <p:spPr bwMode="auto">
          <a:xfrm>
            <a:off x="3851275" y="857250"/>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 name="Line 18">
            <a:extLst>
              <a:ext uri="{FF2B5EF4-FFF2-40B4-BE49-F238E27FC236}">
                <a16:creationId xmlns:a16="http://schemas.microsoft.com/office/drawing/2014/main" id="{2074BC54-05A6-E06C-E978-8DE10A5440C3}"/>
              </a:ext>
            </a:extLst>
          </p:cNvPr>
          <p:cNvSpPr>
            <a:spLocks noChangeShapeType="1"/>
          </p:cNvSpPr>
          <p:nvPr/>
        </p:nvSpPr>
        <p:spPr bwMode="auto">
          <a:xfrm>
            <a:off x="3840163" y="1497013"/>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 name="Line 19">
            <a:extLst>
              <a:ext uri="{FF2B5EF4-FFF2-40B4-BE49-F238E27FC236}">
                <a16:creationId xmlns:a16="http://schemas.microsoft.com/office/drawing/2014/main" id="{A769E0A0-2A94-851C-CF7D-D396283C8F73}"/>
              </a:ext>
            </a:extLst>
          </p:cNvPr>
          <p:cNvSpPr>
            <a:spLocks noChangeShapeType="1"/>
          </p:cNvSpPr>
          <p:nvPr/>
        </p:nvSpPr>
        <p:spPr bwMode="auto">
          <a:xfrm flipH="1">
            <a:off x="1546225" y="857250"/>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2" name="Line 20">
            <a:extLst>
              <a:ext uri="{FF2B5EF4-FFF2-40B4-BE49-F238E27FC236}">
                <a16:creationId xmlns:a16="http://schemas.microsoft.com/office/drawing/2014/main" id="{9BDA9718-04E9-D145-F31E-472244D66CC6}"/>
              </a:ext>
            </a:extLst>
          </p:cNvPr>
          <p:cNvSpPr>
            <a:spLocks noChangeShapeType="1"/>
          </p:cNvSpPr>
          <p:nvPr/>
        </p:nvSpPr>
        <p:spPr bwMode="auto">
          <a:xfrm flipH="1">
            <a:off x="1535113" y="1795463"/>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 name="Oval 24">
            <a:extLst>
              <a:ext uri="{FF2B5EF4-FFF2-40B4-BE49-F238E27FC236}">
                <a16:creationId xmlns:a16="http://schemas.microsoft.com/office/drawing/2014/main" id="{950A9700-9093-9BAB-C8AB-9BF110985B9A}"/>
              </a:ext>
            </a:extLst>
          </p:cNvPr>
          <p:cNvSpPr>
            <a:spLocks noChangeArrowheads="1"/>
          </p:cNvSpPr>
          <p:nvPr/>
        </p:nvSpPr>
        <p:spPr bwMode="auto">
          <a:xfrm>
            <a:off x="4468813" y="1492250"/>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4" name="Oval 25">
            <a:extLst>
              <a:ext uri="{FF2B5EF4-FFF2-40B4-BE49-F238E27FC236}">
                <a16:creationId xmlns:a16="http://schemas.microsoft.com/office/drawing/2014/main" id="{E44C04A8-AFF5-FC55-93A9-ABA4671063EC}"/>
              </a:ext>
            </a:extLst>
          </p:cNvPr>
          <p:cNvSpPr>
            <a:spLocks noChangeArrowheads="1"/>
          </p:cNvSpPr>
          <p:nvPr/>
        </p:nvSpPr>
        <p:spPr bwMode="auto">
          <a:xfrm>
            <a:off x="3805238" y="1497013"/>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5" name="Oval 26">
            <a:extLst>
              <a:ext uri="{FF2B5EF4-FFF2-40B4-BE49-F238E27FC236}">
                <a16:creationId xmlns:a16="http://schemas.microsoft.com/office/drawing/2014/main" id="{D71505BC-94EC-CA26-22FC-CAD693035D9C}"/>
              </a:ext>
            </a:extLst>
          </p:cNvPr>
          <p:cNvSpPr>
            <a:spLocks noChangeArrowheads="1"/>
          </p:cNvSpPr>
          <p:nvPr/>
        </p:nvSpPr>
        <p:spPr bwMode="auto">
          <a:xfrm>
            <a:off x="3805238" y="1133475"/>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6" name="Oval 27">
            <a:extLst>
              <a:ext uri="{FF2B5EF4-FFF2-40B4-BE49-F238E27FC236}">
                <a16:creationId xmlns:a16="http://schemas.microsoft.com/office/drawing/2014/main" id="{6A2F9F16-8B07-9B1B-C1E8-A3851E5FCCDC}"/>
              </a:ext>
            </a:extLst>
          </p:cNvPr>
          <p:cNvSpPr>
            <a:spLocks noChangeArrowheads="1"/>
          </p:cNvSpPr>
          <p:nvPr/>
        </p:nvSpPr>
        <p:spPr bwMode="auto">
          <a:xfrm>
            <a:off x="4468813" y="1855788"/>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7" name="Group 28">
            <a:extLst>
              <a:ext uri="{FF2B5EF4-FFF2-40B4-BE49-F238E27FC236}">
                <a16:creationId xmlns:a16="http://schemas.microsoft.com/office/drawing/2014/main" id="{57220B6D-2FBA-9312-DA18-19D0BA8C756B}"/>
              </a:ext>
            </a:extLst>
          </p:cNvPr>
          <p:cNvGrpSpPr>
            <a:grpSpLocks/>
          </p:cNvGrpSpPr>
          <p:nvPr/>
        </p:nvGrpSpPr>
        <p:grpSpPr bwMode="auto">
          <a:xfrm>
            <a:off x="2384425" y="650875"/>
            <a:ext cx="419100" cy="427038"/>
            <a:chOff x="2214" y="9158"/>
            <a:chExt cx="1080" cy="360"/>
          </a:xfrm>
        </p:grpSpPr>
        <p:grpSp>
          <p:nvGrpSpPr>
            <p:cNvPr id="18" name="Group 29">
              <a:extLst>
                <a:ext uri="{FF2B5EF4-FFF2-40B4-BE49-F238E27FC236}">
                  <a16:creationId xmlns:a16="http://schemas.microsoft.com/office/drawing/2014/main" id="{72B84BC0-5287-6E82-0DE2-657932F83D2C}"/>
                </a:ext>
              </a:extLst>
            </p:cNvPr>
            <p:cNvGrpSpPr>
              <a:grpSpLocks/>
            </p:cNvGrpSpPr>
            <p:nvPr/>
          </p:nvGrpSpPr>
          <p:grpSpPr bwMode="auto">
            <a:xfrm>
              <a:off x="2574" y="9158"/>
              <a:ext cx="360" cy="360"/>
              <a:chOff x="2214" y="9158"/>
              <a:chExt cx="360" cy="360"/>
            </a:xfrm>
          </p:grpSpPr>
          <p:sp>
            <p:nvSpPr>
              <p:cNvPr id="27" name="Line 30">
                <a:extLst>
                  <a:ext uri="{FF2B5EF4-FFF2-40B4-BE49-F238E27FC236}">
                    <a16:creationId xmlns:a16="http://schemas.microsoft.com/office/drawing/2014/main" id="{BD95CFFE-4308-A9D4-BB23-6E77CC96D1D3}"/>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8" name="Line 31">
                <a:extLst>
                  <a:ext uri="{FF2B5EF4-FFF2-40B4-BE49-F238E27FC236}">
                    <a16:creationId xmlns:a16="http://schemas.microsoft.com/office/drawing/2014/main" id="{F5D2001C-5F86-9BCE-A022-5CB5C65D77D1}"/>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 name="Line 32">
                <a:extLst>
                  <a:ext uri="{FF2B5EF4-FFF2-40B4-BE49-F238E27FC236}">
                    <a16:creationId xmlns:a16="http://schemas.microsoft.com/office/drawing/2014/main" id="{B032CAA1-9E5A-5900-7486-0CE07BE280DF}"/>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9" name="Group 33">
              <a:extLst>
                <a:ext uri="{FF2B5EF4-FFF2-40B4-BE49-F238E27FC236}">
                  <a16:creationId xmlns:a16="http://schemas.microsoft.com/office/drawing/2014/main" id="{B5053029-A6A0-F9EA-73A6-6F9C87755877}"/>
                </a:ext>
              </a:extLst>
            </p:cNvPr>
            <p:cNvGrpSpPr>
              <a:grpSpLocks/>
            </p:cNvGrpSpPr>
            <p:nvPr/>
          </p:nvGrpSpPr>
          <p:grpSpPr bwMode="auto">
            <a:xfrm>
              <a:off x="2934" y="9158"/>
              <a:ext cx="360" cy="360"/>
              <a:chOff x="2214" y="9158"/>
              <a:chExt cx="360" cy="360"/>
            </a:xfrm>
          </p:grpSpPr>
          <p:sp>
            <p:nvSpPr>
              <p:cNvPr id="24" name="Line 34">
                <a:extLst>
                  <a:ext uri="{FF2B5EF4-FFF2-40B4-BE49-F238E27FC236}">
                    <a16:creationId xmlns:a16="http://schemas.microsoft.com/office/drawing/2014/main" id="{062F230A-CE8B-8690-0BCC-C128686A78A5}"/>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5" name="Line 35">
                <a:extLst>
                  <a:ext uri="{FF2B5EF4-FFF2-40B4-BE49-F238E27FC236}">
                    <a16:creationId xmlns:a16="http://schemas.microsoft.com/office/drawing/2014/main" id="{B2FEDF78-C5CA-5588-5E0C-3DF8DB6EF33E}"/>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6" name="Line 36">
                <a:extLst>
                  <a:ext uri="{FF2B5EF4-FFF2-40B4-BE49-F238E27FC236}">
                    <a16:creationId xmlns:a16="http://schemas.microsoft.com/office/drawing/2014/main" id="{AFB4C308-8556-5182-E5B7-98FDD03480C4}"/>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20" name="Group 37">
              <a:extLst>
                <a:ext uri="{FF2B5EF4-FFF2-40B4-BE49-F238E27FC236}">
                  <a16:creationId xmlns:a16="http://schemas.microsoft.com/office/drawing/2014/main" id="{E745E727-411A-9C3B-F93F-9DEB0A44CA80}"/>
                </a:ext>
              </a:extLst>
            </p:cNvPr>
            <p:cNvGrpSpPr>
              <a:grpSpLocks/>
            </p:cNvGrpSpPr>
            <p:nvPr/>
          </p:nvGrpSpPr>
          <p:grpSpPr bwMode="auto">
            <a:xfrm>
              <a:off x="2214" y="9158"/>
              <a:ext cx="360" cy="360"/>
              <a:chOff x="2214" y="9158"/>
              <a:chExt cx="360" cy="360"/>
            </a:xfrm>
          </p:grpSpPr>
          <p:sp>
            <p:nvSpPr>
              <p:cNvPr id="21" name="Line 38">
                <a:extLst>
                  <a:ext uri="{FF2B5EF4-FFF2-40B4-BE49-F238E27FC236}">
                    <a16:creationId xmlns:a16="http://schemas.microsoft.com/office/drawing/2014/main" id="{B173373D-3B0C-5590-3AD6-6F92EAD4148D}"/>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2" name="Line 39">
                <a:extLst>
                  <a:ext uri="{FF2B5EF4-FFF2-40B4-BE49-F238E27FC236}">
                    <a16:creationId xmlns:a16="http://schemas.microsoft.com/office/drawing/2014/main" id="{B3B75691-95A0-7B96-C05F-3E6FD410618F}"/>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3" name="Line 40">
                <a:extLst>
                  <a:ext uri="{FF2B5EF4-FFF2-40B4-BE49-F238E27FC236}">
                    <a16:creationId xmlns:a16="http://schemas.microsoft.com/office/drawing/2014/main" id="{FC85E6C0-24C0-504C-8CE0-D1AF59910521}"/>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0" name="Group 41">
            <a:extLst>
              <a:ext uri="{FF2B5EF4-FFF2-40B4-BE49-F238E27FC236}">
                <a16:creationId xmlns:a16="http://schemas.microsoft.com/office/drawing/2014/main" id="{5D3C9008-7336-6189-5B9F-C8E2E4DAEA90}"/>
              </a:ext>
            </a:extLst>
          </p:cNvPr>
          <p:cNvGrpSpPr>
            <a:grpSpLocks/>
          </p:cNvGrpSpPr>
          <p:nvPr/>
        </p:nvGrpSpPr>
        <p:grpSpPr bwMode="auto">
          <a:xfrm>
            <a:off x="2384425" y="1541463"/>
            <a:ext cx="419100" cy="427037"/>
            <a:chOff x="2214" y="9158"/>
            <a:chExt cx="1080" cy="360"/>
          </a:xfrm>
        </p:grpSpPr>
        <p:grpSp>
          <p:nvGrpSpPr>
            <p:cNvPr id="31" name="Group 42">
              <a:extLst>
                <a:ext uri="{FF2B5EF4-FFF2-40B4-BE49-F238E27FC236}">
                  <a16:creationId xmlns:a16="http://schemas.microsoft.com/office/drawing/2014/main" id="{C6C4B652-5AAF-1474-AA6B-599A57EF73BC}"/>
                </a:ext>
              </a:extLst>
            </p:cNvPr>
            <p:cNvGrpSpPr>
              <a:grpSpLocks/>
            </p:cNvGrpSpPr>
            <p:nvPr/>
          </p:nvGrpSpPr>
          <p:grpSpPr bwMode="auto">
            <a:xfrm>
              <a:off x="2574" y="9158"/>
              <a:ext cx="360" cy="360"/>
              <a:chOff x="2214" y="9158"/>
              <a:chExt cx="360" cy="360"/>
            </a:xfrm>
          </p:grpSpPr>
          <p:sp>
            <p:nvSpPr>
              <p:cNvPr id="40" name="Line 43">
                <a:extLst>
                  <a:ext uri="{FF2B5EF4-FFF2-40B4-BE49-F238E27FC236}">
                    <a16:creationId xmlns:a16="http://schemas.microsoft.com/office/drawing/2014/main" id="{3956E11B-DEF3-DF45-D5CA-CF027200C75F}"/>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1" name="Line 44">
                <a:extLst>
                  <a:ext uri="{FF2B5EF4-FFF2-40B4-BE49-F238E27FC236}">
                    <a16:creationId xmlns:a16="http://schemas.microsoft.com/office/drawing/2014/main" id="{3003CE4F-09B6-F9D4-E4EF-0E69767369E3}"/>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 name="Line 45">
                <a:extLst>
                  <a:ext uri="{FF2B5EF4-FFF2-40B4-BE49-F238E27FC236}">
                    <a16:creationId xmlns:a16="http://schemas.microsoft.com/office/drawing/2014/main" id="{5429BAD6-777B-A0F2-C598-19CDB4B86A91}"/>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2" name="Group 46">
              <a:extLst>
                <a:ext uri="{FF2B5EF4-FFF2-40B4-BE49-F238E27FC236}">
                  <a16:creationId xmlns:a16="http://schemas.microsoft.com/office/drawing/2014/main" id="{03B33ADE-D8A5-6802-150A-70D47DA17CA6}"/>
                </a:ext>
              </a:extLst>
            </p:cNvPr>
            <p:cNvGrpSpPr>
              <a:grpSpLocks/>
            </p:cNvGrpSpPr>
            <p:nvPr/>
          </p:nvGrpSpPr>
          <p:grpSpPr bwMode="auto">
            <a:xfrm>
              <a:off x="2934" y="9158"/>
              <a:ext cx="360" cy="360"/>
              <a:chOff x="2214" y="9158"/>
              <a:chExt cx="360" cy="360"/>
            </a:xfrm>
          </p:grpSpPr>
          <p:sp>
            <p:nvSpPr>
              <p:cNvPr id="37" name="Line 47">
                <a:extLst>
                  <a:ext uri="{FF2B5EF4-FFF2-40B4-BE49-F238E27FC236}">
                    <a16:creationId xmlns:a16="http://schemas.microsoft.com/office/drawing/2014/main" id="{2EC474F7-8AB0-78EC-6DC4-471901FC4B45}"/>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 name="Line 48">
                <a:extLst>
                  <a:ext uri="{FF2B5EF4-FFF2-40B4-BE49-F238E27FC236}">
                    <a16:creationId xmlns:a16="http://schemas.microsoft.com/office/drawing/2014/main" id="{D7068DB4-7059-D1CD-9810-2106934E5FCF}"/>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9" name="Line 49">
                <a:extLst>
                  <a:ext uri="{FF2B5EF4-FFF2-40B4-BE49-F238E27FC236}">
                    <a16:creationId xmlns:a16="http://schemas.microsoft.com/office/drawing/2014/main" id="{CE57E0EE-8B68-4EF7-1BE8-9C04D3C0FBED}"/>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3" name="Group 50">
              <a:extLst>
                <a:ext uri="{FF2B5EF4-FFF2-40B4-BE49-F238E27FC236}">
                  <a16:creationId xmlns:a16="http://schemas.microsoft.com/office/drawing/2014/main" id="{979C71DC-D2C5-8DFD-3487-E51273C38FA5}"/>
                </a:ext>
              </a:extLst>
            </p:cNvPr>
            <p:cNvGrpSpPr>
              <a:grpSpLocks/>
            </p:cNvGrpSpPr>
            <p:nvPr/>
          </p:nvGrpSpPr>
          <p:grpSpPr bwMode="auto">
            <a:xfrm>
              <a:off x="2214" y="9158"/>
              <a:ext cx="360" cy="360"/>
              <a:chOff x="2214" y="9158"/>
              <a:chExt cx="360" cy="360"/>
            </a:xfrm>
          </p:grpSpPr>
          <p:sp>
            <p:nvSpPr>
              <p:cNvPr id="34" name="Line 51">
                <a:extLst>
                  <a:ext uri="{FF2B5EF4-FFF2-40B4-BE49-F238E27FC236}">
                    <a16:creationId xmlns:a16="http://schemas.microsoft.com/office/drawing/2014/main" id="{805909DE-5440-537D-5485-A0CCCDB3EA42}"/>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5" name="Line 52">
                <a:extLst>
                  <a:ext uri="{FF2B5EF4-FFF2-40B4-BE49-F238E27FC236}">
                    <a16:creationId xmlns:a16="http://schemas.microsoft.com/office/drawing/2014/main" id="{0431FAE2-9E4A-E5D4-DA06-DC2DC2872E7B}"/>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6" name="Line 53">
                <a:extLst>
                  <a:ext uri="{FF2B5EF4-FFF2-40B4-BE49-F238E27FC236}">
                    <a16:creationId xmlns:a16="http://schemas.microsoft.com/office/drawing/2014/main" id="{0516490E-FAD8-79E3-C862-7C612BC3DA1E}"/>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43" name="Group 67">
            <a:extLst>
              <a:ext uri="{FF2B5EF4-FFF2-40B4-BE49-F238E27FC236}">
                <a16:creationId xmlns:a16="http://schemas.microsoft.com/office/drawing/2014/main" id="{9B75ACC9-EC9F-FAEF-1121-6E35655E8A32}"/>
              </a:ext>
            </a:extLst>
          </p:cNvPr>
          <p:cNvGrpSpPr>
            <a:grpSpLocks/>
          </p:cNvGrpSpPr>
          <p:nvPr/>
        </p:nvGrpSpPr>
        <p:grpSpPr bwMode="auto">
          <a:xfrm rot="5400000">
            <a:off x="4895056" y="1534319"/>
            <a:ext cx="427038" cy="419100"/>
            <a:chOff x="2214" y="9158"/>
            <a:chExt cx="1080" cy="360"/>
          </a:xfrm>
        </p:grpSpPr>
        <p:grpSp>
          <p:nvGrpSpPr>
            <p:cNvPr id="44" name="Group 68">
              <a:extLst>
                <a:ext uri="{FF2B5EF4-FFF2-40B4-BE49-F238E27FC236}">
                  <a16:creationId xmlns:a16="http://schemas.microsoft.com/office/drawing/2014/main" id="{4F8E46E5-0C25-DA10-3C57-CC81FCE2C73C}"/>
                </a:ext>
              </a:extLst>
            </p:cNvPr>
            <p:cNvGrpSpPr>
              <a:grpSpLocks/>
            </p:cNvGrpSpPr>
            <p:nvPr/>
          </p:nvGrpSpPr>
          <p:grpSpPr bwMode="auto">
            <a:xfrm>
              <a:off x="2574" y="9158"/>
              <a:ext cx="360" cy="360"/>
              <a:chOff x="2214" y="9158"/>
              <a:chExt cx="360" cy="360"/>
            </a:xfrm>
          </p:grpSpPr>
          <p:sp>
            <p:nvSpPr>
              <p:cNvPr id="53" name="Line 69">
                <a:extLst>
                  <a:ext uri="{FF2B5EF4-FFF2-40B4-BE49-F238E27FC236}">
                    <a16:creationId xmlns:a16="http://schemas.microsoft.com/office/drawing/2014/main" id="{00A50235-80A6-9C6B-2FFE-2A504BA64AE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4" name="Line 70">
                <a:extLst>
                  <a:ext uri="{FF2B5EF4-FFF2-40B4-BE49-F238E27FC236}">
                    <a16:creationId xmlns:a16="http://schemas.microsoft.com/office/drawing/2014/main" id="{AEA57A25-3E11-065F-7DDE-5AE7C8CC9490}"/>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5" name="Line 71">
                <a:extLst>
                  <a:ext uri="{FF2B5EF4-FFF2-40B4-BE49-F238E27FC236}">
                    <a16:creationId xmlns:a16="http://schemas.microsoft.com/office/drawing/2014/main" id="{9471FECD-B551-3F02-FF7F-60EC8F4D4B0B}"/>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5" name="Group 72">
              <a:extLst>
                <a:ext uri="{FF2B5EF4-FFF2-40B4-BE49-F238E27FC236}">
                  <a16:creationId xmlns:a16="http://schemas.microsoft.com/office/drawing/2014/main" id="{483D2BEC-E82D-9AAB-FC3C-3A34D64FA128}"/>
                </a:ext>
              </a:extLst>
            </p:cNvPr>
            <p:cNvGrpSpPr>
              <a:grpSpLocks/>
            </p:cNvGrpSpPr>
            <p:nvPr/>
          </p:nvGrpSpPr>
          <p:grpSpPr bwMode="auto">
            <a:xfrm>
              <a:off x="2934" y="9158"/>
              <a:ext cx="360" cy="360"/>
              <a:chOff x="2214" y="9158"/>
              <a:chExt cx="360" cy="360"/>
            </a:xfrm>
          </p:grpSpPr>
          <p:sp>
            <p:nvSpPr>
              <p:cNvPr id="50" name="Line 73">
                <a:extLst>
                  <a:ext uri="{FF2B5EF4-FFF2-40B4-BE49-F238E27FC236}">
                    <a16:creationId xmlns:a16="http://schemas.microsoft.com/office/drawing/2014/main" id="{2F15A915-9C41-EE02-4C13-14747FDCAD3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 name="Line 74">
                <a:extLst>
                  <a:ext uri="{FF2B5EF4-FFF2-40B4-BE49-F238E27FC236}">
                    <a16:creationId xmlns:a16="http://schemas.microsoft.com/office/drawing/2014/main" id="{73642222-AFE5-89F6-6CA1-6AEE29C41245}"/>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 name="Line 75">
                <a:extLst>
                  <a:ext uri="{FF2B5EF4-FFF2-40B4-BE49-F238E27FC236}">
                    <a16:creationId xmlns:a16="http://schemas.microsoft.com/office/drawing/2014/main" id="{87045D8D-D9AF-8719-3406-27F3E9269A2E}"/>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6" name="Group 76">
              <a:extLst>
                <a:ext uri="{FF2B5EF4-FFF2-40B4-BE49-F238E27FC236}">
                  <a16:creationId xmlns:a16="http://schemas.microsoft.com/office/drawing/2014/main" id="{75D05859-CC37-C87A-5060-4BBC646A5BF4}"/>
                </a:ext>
              </a:extLst>
            </p:cNvPr>
            <p:cNvGrpSpPr>
              <a:grpSpLocks/>
            </p:cNvGrpSpPr>
            <p:nvPr/>
          </p:nvGrpSpPr>
          <p:grpSpPr bwMode="auto">
            <a:xfrm>
              <a:off x="2214" y="9158"/>
              <a:ext cx="360" cy="360"/>
              <a:chOff x="2214" y="9158"/>
              <a:chExt cx="360" cy="360"/>
            </a:xfrm>
          </p:grpSpPr>
          <p:sp>
            <p:nvSpPr>
              <p:cNvPr id="47" name="Line 77">
                <a:extLst>
                  <a:ext uri="{FF2B5EF4-FFF2-40B4-BE49-F238E27FC236}">
                    <a16:creationId xmlns:a16="http://schemas.microsoft.com/office/drawing/2014/main" id="{2542ACD1-6877-B190-E2E1-4718B2B98F73}"/>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8" name="Line 78">
                <a:extLst>
                  <a:ext uri="{FF2B5EF4-FFF2-40B4-BE49-F238E27FC236}">
                    <a16:creationId xmlns:a16="http://schemas.microsoft.com/office/drawing/2014/main" id="{17504092-FDEB-B588-60B9-AAC43B9CAC5D}"/>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9" name="Line 79">
                <a:extLst>
                  <a:ext uri="{FF2B5EF4-FFF2-40B4-BE49-F238E27FC236}">
                    <a16:creationId xmlns:a16="http://schemas.microsoft.com/office/drawing/2014/main" id="{097B2784-8066-2FE6-0D86-1092DFFE5C9F}"/>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56" name="Line 80">
            <a:extLst>
              <a:ext uri="{FF2B5EF4-FFF2-40B4-BE49-F238E27FC236}">
                <a16:creationId xmlns:a16="http://schemas.microsoft.com/office/drawing/2014/main" id="{CBD95DFF-0439-745D-17D2-67AC49BA93D2}"/>
              </a:ext>
            </a:extLst>
          </p:cNvPr>
          <p:cNvSpPr>
            <a:spLocks noChangeShapeType="1"/>
          </p:cNvSpPr>
          <p:nvPr/>
        </p:nvSpPr>
        <p:spPr bwMode="auto">
          <a:xfrm>
            <a:off x="5108575"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7" name="Line 81">
            <a:extLst>
              <a:ext uri="{FF2B5EF4-FFF2-40B4-BE49-F238E27FC236}">
                <a16:creationId xmlns:a16="http://schemas.microsoft.com/office/drawing/2014/main" id="{8A821779-66EB-A33A-196E-CCE2679E04D1}"/>
              </a:ext>
            </a:extLst>
          </p:cNvPr>
          <p:cNvSpPr>
            <a:spLocks noChangeShapeType="1"/>
          </p:cNvSpPr>
          <p:nvPr/>
        </p:nvSpPr>
        <p:spPr bwMode="auto">
          <a:xfrm>
            <a:off x="5108575" y="1960563"/>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8" name="Line 82">
            <a:extLst>
              <a:ext uri="{FF2B5EF4-FFF2-40B4-BE49-F238E27FC236}">
                <a16:creationId xmlns:a16="http://schemas.microsoft.com/office/drawing/2014/main" id="{B1530D77-643C-3EEE-CEF9-68B588C494DE}"/>
              </a:ext>
            </a:extLst>
          </p:cNvPr>
          <p:cNvSpPr>
            <a:spLocks noChangeShapeType="1"/>
          </p:cNvSpPr>
          <p:nvPr/>
        </p:nvSpPr>
        <p:spPr bwMode="auto">
          <a:xfrm flipV="1">
            <a:off x="4497388"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9" name="Line 83">
            <a:extLst>
              <a:ext uri="{FF2B5EF4-FFF2-40B4-BE49-F238E27FC236}">
                <a16:creationId xmlns:a16="http://schemas.microsoft.com/office/drawing/2014/main" id="{54B798C2-EB50-591C-35D6-3E8972D072E7}"/>
              </a:ext>
            </a:extLst>
          </p:cNvPr>
          <p:cNvSpPr>
            <a:spLocks noChangeShapeType="1"/>
          </p:cNvSpPr>
          <p:nvPr/>
        </p:nvSpPr>
        <p:spPr bwMode="auto">
          <a:xfrm>
            <a:off x="4510088" y="1947863"/>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0" name="Line 84">
            <a:extLst>
              <a:ext uri="{FF2B5EF4-FFF2-40B4-BE49-F238E27FC236}">
                <a16:creationId xmlns:a16="http://schemas.microsoft.com/office/drawing/2014/main" id="{47280E40-3E29-C8F3-6218-FE3F29FF89BF}"/>
              </a:ext>
            </a:extLst>
          </p:cNvPr>
          <p:cNvSpPr>
            <a:spLocks noChangeShapeType="1"/>
          </p:cNvSpPr>
          <p:nvPr/>
        </p:nvSpPr>
        <p:spPr bwMode="auto">
          <a:xfrm flipV="1">
            <a:off x="3852863" y="1246188"/>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1" name="Rectangle 87">
            <a:extLst>
              <a:ext uri="{FF2B5EF4-FFF2-40B4-BE49-F238E27FC236}">
                <a16:creationId xmlns:a16="http://schemas.microsoft.com/office/drawing/2014/main" id="{94050F61-D9B7-DB19-AB66-6A0B32AD6049}"/>
              </a:ext>
            </a:extLst>
          </p:cNvPr>
          <p:cNvSpPr>
            <a:spLocks noChangeArrowheads="1"/>
          </p:cNvSpPr>
          <p:nvPr/>
        </p:nvSpPr>
        <p:spPr bwMode="auto">
          <a:xfrm>
            <a:off x="1951038" y="125730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62" name="Rectangle 89">
            <a:extLst>
              <a:ext uri="{FF2B5EF4-FFF2-40B4-BE49-F238E27FC236}">
                <a16:creationId xmlns:a16="http://schemas.microsoft.com/office/drawing/2014/main" id="{95D59430-DB0A-77D1-D7D4-D4A3C295776E}"/>
              </a:ext>
            </a:extLst>
          </p:cNvPr>
          <p:cNvSpPr>
            <a:spLocks noChangeArrowheads="1"/>
          </p:cNvSpPr>
          <p:nvPr/>
        </p:nvSpPr>
        <p:spPr bwMode="auto">
          <a:xfrm>
            <a:off x="4648547" y="1025425"/>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sp>
        <p:nvSpPr>
          <p:cNvPr id="63" name="Oval 96">
            <a:extLst>
              <a:ext uri="{FF2B5EF4-FFF2-40B4-BE49-F238E27FC236}">
                <a16:creationId xmlns:a16="http://schemas.microsoft.com/office/drawing/2014/main" id="{3EE799AC-83BF-F7BC-C838-5C0D220EF91B}"/>
              </a:ext>
            </a:extLst>
          </p:cNvPr>
          <p:cNvSpPr>
            <a:spLocks noChangeArrowheads="1"/>
          </p:cNvSpPr>
          <p:nvPr/>
        </p:nvSpPr>
        <p:spPr bwMode="auto">
          <a:xfrm>
            <a:off x="1497013" y="1746250"/>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64" name="Rectangle 97">
            <a:extLst>
              <a:ext uri="{FF2B5EF4-FFF2-40B4-BE49-F238E27FC236}">
                <a16:creationId xmlns:a16="http://schemas.microsoft.com/office/drawing/2014/main" id="{40165335-B8CF-3A78-C45A-92116C85750F}"/>
              </a:ext>
            </a:extLst>
          </p:cNvPr>
          <p:cNvSpPr>
            <a:spLocks noChangeArrowheads="1"/>
          </p:cNvSpPr>
          <p:nvPr/>
        </p:nvSpPr>
        <p:spPr bwMode="auto">
          <a:xfrm>
            <a:off x="1143000" y="149542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65" name="Text Box 145">
            <a:extLst>
              <a:ext uri="{FF2B5EF4-FFF2-40B4-BE49-F238E27FC236}">
                <a16:creationId xmlns:a16="http://schemas.microsoft.com/office/drawing/2014/main" id="{6885CC8B-FF14-A8BE-9E9C-03E4DE61AA4D}"/>
              </a:ext>
            </a:extLst>
          </p:cNvPr>
          <p:cNvSpPr txBox="1">
            <a:spLocks noChangeArrowheads="1"/>
          </p:cNvSpPr>
          <p:nvPr/>
        </p:nvSpPr>
        <p:spPr bwMode="auto">
          <a:xfrm>
            <a:off x="3536950" y="1106488"/>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66" name="Text Box 146">
            <a:extLst>
              <a:ext uri="{FF2B5EF4-FFF2-40B4-BE49-F238E27FC236}">
                <a16:creationId xmlns:a16="http://schemas.microsoft.com/office/drawing/2014/main" id="{641860BA-7E9D-2EAF-17C8-F8CCFC083419}"/>
              </a:ext>
            </a:extLst>
          </p:cNvPr>
          <p:cNvSpPr txBox="1">
            <a:spLocks noChangeArrowheads="1"/>
          </p:cNvSpPr>
          <p:nvPr/>
        </p:nvSpPr>
        <p:spPr bwMode="auto">
          <a:xfrm>
            <a:off x="4186238" y="1462088"/>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67" name="Line 23">
            <a:extLst>
              <a:ext uri="{FF2B5EF4-FFF2-40B4-BE49-F238E27FC236}">
                <a16:creationId xmlns:a16="http://schemas.microsoft.com/office/drawing/2014/main" id="{F8CAE6DE-FE77-0137-F0E5-C8B3C142DE11}"/>
              </a:ext>
            </a:extLst>
          </p:cNvPr>
          <p:cNvSpPr>
            <a:spLocks noChangeShapeType="1"/>
          </p:cNvSpPr>
          <p:nvPr/>
        </p:nvSpPr>
        <p:spPr bwMode="auto">
          <a:xfrm flipH="1">
            <a:off x="3936619" y="2601024"/>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68" name="Group 11">
            <a:extLst>
              <a:ext uri="{FF2B5EF4-FFF2-40B4-BE49-F238E27FC236}">
                <a16:creationId xmlns:a16="http://schemas.microsoft.com/office/drawing/2014/main" id="{628E2E22-4B04-7132-6D08-9F6D9291D057}"/>
              </a:ext>
            </a:extLst>
          </p:cNvPr>
          <p:cNvGrpSpPr>
            <a:grpSpLocks/>
          </p:cNvGrpSpPr>
          <p:nvPr/>
        </p:nvGrpSpPr>
        <p:grpSpPr bwMode="auto">
          <a:xfrm>
            <a:off x="3860419" y="2366074"/>
            <a:ext cx="73025" cy="427037"/>
            <a:chOff x="5153" y="6274"/>
            <a:chExt cx="63" cy="360"/>
          </a:xfrm>
        </p:grpSpPr>
        <p:sp>
          <p:nvSpPr>
            <p:cNvPr id="69" name="Line 12">
              <a:extLst>
                <a:ext uri="{FF2B5EF4-FFF2-40B4-BE49-F238E27FC236}">
                  <a16:creationId xmlns:a16="http://schemas.microsoft.com/office/drawing/2014/main" id="{BABEBEDB-164D-E82E-F899-76C0D7A72869}"/>
                </a:ext>
              </a:extLst>
            </p:cNvPr>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0" name="Line 13">
              <a:extLst>
                <a:ext uri="{FF2B5EF4-FFF2-40B4-BE49-F238E27FC236}">
                  <a16:creationId xmlns:a16="http://schemas.microsoft.com/office/drawing/2014/main" id="{DF671363-B64D-B110-B964-D41305D84202}"/>
                </a:ext>
              </a:extLst>
            </p:cNvPr>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71" name="Line 21">
            <a:extLst>
              <a:ext uri="{FF2B5EF4-FFF2-40B4-BE49-F238E27FC236}">
                <a16:creationId xmlns:a16="http://schemas.microsoft.com/office/drawing/2014/main" id="{0FE0BEC5-5335-AF21-1D7C-0CF5F3DCDB02}"/>
              </a:ext>
            </a:extLst>
          </p:cNvPr>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2" name="Line 22">
            <a:extLst>
              <a:ext uri="{FF2B5EF4-FFF2-40B4-BE49-F238E27FC236}">
                <a16:creationId xmlns:a16="http://schemas.microsoft.com/office/drawing/2014/main" id="{851C3FBA-7D71-24E2-1BF0-BCC2793B8A76}"/>
              </a:ext>
            </a:extLst>
          </p:cNvPr>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73" name="Group 54">
            <a:extLst>
              <a:ext uri="{FF2B5EF4-FFF2-40B4-BE49-F238E27FC236}">
                <a16:creationId xmlns:a16="http://schemas.microsoft.com/office/drawing/2014/main" id="{06A6FE78-209B-6E0C-6FC1-97C18E8A1648}"/>
              </a:ext>
            </a:extLst>
          </p:cNvPr>
          <p:cNvGrpSpPr>
            <a:grpSpLocks/>
          </p:cNvGrpSpPr>
          <p:nvPr/>
        </p:nvGrpSpPr>
        <p:grpSpPr bwMode="auto">
          <a:xfrm>
            <a:off x="2393569" y="2391016"/>
            <a:ext cx="419100" cy="427037"/>
            <a:chOff x="2214" y="9158"/>
            <a:chExt cx="1080" cy="360"/>
          </a:xfrm>
        </p:grpSpPr>
        <p:grpSp>
          <p:nvGrpSpPr>
            <p:cNvPr id="74" name="Group 55">
              <a:extLst>
                <a:ext uri="{FF2B5EF4-FFF2-40B4-BE49-F238E27FC236}">
                  <a16:creationId xmlns:a16="http://schemas.microsoft.com/office/drawing/2014/main" id="{A67A8D4B-80F6-BB95-C109-0967E2B687C8}"/>
                </a:ext>
              </a:extLst>
            </p:cNvPr>
            <p:cNvGrpSpPr>
              <a:grpSpLocks/>
            </p:cNvGrpSpPr>
            <p:nvPr/>
          </p:nvGrpSpPr>
          <p:grpSpPr bwMode="auto">
            <a:xfrm>
              <a:off x="2574" y="9158"/>
              <a:ext cx="360" cy="360"/>
              <a:chOff x="2214" y="9158"/>
              <a:chExt cx="360" cy="360"/>
            </a:xfrm>
          </p:grpSpPr>
          <p:sp>
            <p:nvSpPr>
              <p:cNvPr id="83" name="Line 56">
                <a:extLst>
                  <a:ext uri="{FF2B5EF4-FFF2-40B4-BE49-F238E27FC236}">
                    <a16:creationId xmlns:a16="http://schemas.microsoft.com/office/drawing/2014/main" id="{1FFE6FB4-7865-1A1F-3A16-D712D6D04414}"/>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4" name="Line 57">
                <a:extLst>
                  <a:ext uri="{FF2B5EF4-FFF2-40B4-BE49-F238E27FC236}">
                    <a16:creationId xmlns:a16="http://schemas.microsoft.com/office/drawing/2014/main" id="{74154533-FA50-108D-B072-16F926CAA463}"/>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5" name="Line 58">
                <a:extLst>
                  <a:ext uri="{FF2B5EF4-FFF2-40B4-BE49-F238E27FC236}">
                    <a16:creationId xmlns:a16="http://schemas.microsoft.com/office/drawing/2014/main" id="{5BC8006D-8CAD-257C-AEEB-FB6715EDBF20}"/>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5" name="Group 59">
              <a:extLst>
                <a:ext uri="{FF2B5EF4-FFF2-40B4-BE49-F238E27FC236}">
                  <a16:creationId xmlns:a16="http://schemas.microsoft.com/office/drawing/2014/main" id="{0F066DF1-344C-2D37-F016-CE2E21BB156A}"/>
                </a:ext>
              </a:extLst>
            </p:cNvPr>
            <p:cNvGrpSpPr>
              <a:grpSpLocks/>
            </p:cNvGrpSpPr>
            <p:nvPr/>
          </p:nvGrpSpPr>
          <p:grpSpPr bwMode="auto">
            <a:xfrm>
              <a:off x="2934" y="9158"/>
              <a:ext cx="360" cy="360"/>
              <a:chOff x="2214" y="9158"/>
              <a:chExt cx="360" cy="360"/>
            </a:xfrm>
          </p:grpSpPr>
          <p:sp>
            <p:nvSpPr>
              <p:cNvPr id="80" name="Line 60">
                <a:extLst>
                  <a:ext uri="{FF2B5EF4-FFF2-40B4-BE49-F238E27FC236}">
                    <a16:creationId xmlns:a16="http://schemas.microsoft.com/office/drawing/2014/main" id="{4471E0B6-CD95-E32B-24E4-553DCC3AC24A}"/>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1" name="Line 61">
                <a:extLst>
                  <a:ext uri="{FF2B5EF4-FFF2-40B4-BE49-F238E27FC236}">
                    <a16:creationId xmlns:a16="http://schemas.microsoft.com/office/drawing/2014/main" id="{8DEF1787-DA90-9E0E-5B3A-E95493FC6F7B}"/>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2" name="Line 62">
                <a:extLst>
                  <a:ext uri="{FF2B5EF4-FFF2-40B4-BE49-F238E27FC236}">
                    <a16:creationId xmlns:a16="http://schemas.microsoft.com/office/drawing/2014/main" id="{601A66B9-CB1B-CB65-9A90-2984713128A8}"/>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76" name="Group 63">
              <a:extLst>
                <a:ext uri="{FF2B5EF4-FFF2-40B4-BE49-F238E27FC236}">
                  <a16:creationId xmlns:a16="http://schemas.microsoft.com/office/drawing/2014/main" id="{7725E854-D913-0BDC-F228-E070836DE8F1}"/>
                </a:ext>
              </a:extLst>
            </p:cNvPr>
            <p:cNvGrpSpPr>
              <a:grpSpLocks/>
            </p:cNvGrpSpPr>
            <p:nvPr/>
          </p:nvGrpSpPr>
          <p:grpSpPr bwMode="auto">
            <a:xfrm>
              <a:off x="2214" y="9158"/>
              <a:ext cx="360" cy="360"/>
              <a:chOff x="2214" y="9158"/>
              <a:chExt cx="360" cy="360"/>
            </a:xfrm>
          </p:grpSpPr>
          <p:sp>
            <p:nvSpPr>
              <p:cNvPr id="77" name="Line 64">
                <a:extLst>
                  <a:ext uri="{FF2B5EF4-FFF2-40B4-BE49-F238E27FC236}">
                    <a16:creationId xmlns:a16="http://schemas.microsoft.com/office/drawing/2014/main" id="{2833486B-6512-DF23-DEFE-FD6A664BFB4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8" name="Line 65">
                <a:extLst>
                  <a:ext uri="{FF2B5EF4-FFF2-40B4-BE49-F238E27FC236}">
                    <a16:creationId xmlns:a16="http://schemas.microsoft.com/office/drawing/2014/main" id="{37752090-B9EE-4882-76D0-3443B1638D0A}"/>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79" name="Line 66">
                <a:extLst>
                  <a:ext uri="{FF2B5EF4-FFF2-40B4-BE49-F238E27FC236}">
                    <a16:creationId xmlns:a16="http://schemas.microsoft.com/office/drawing/2014/main" id="{C4039415-2FC9-9366-A4E3-C8A9DD1299C0}"/>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86" name="Text Box 85">
            <a:extLst>
              <a:ext uri="{FF2B5EF4-FFF2-40B4-BE49-F238E27FC236}">
                <a16:creationId xmlns:a16="http://schemas.microsoft.com/office/drawing/2014/main" id="{A32DC7CD-313D-10C3-7F12-7B18CA9AB69D}"/>
              </a:ext>
            </a:extLst>
          </p:cNvPr>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grpSp>
        <p:nvGrpSpPr>
          <p:cNvPr id="87" name="Group 90">
            <a:extLst>
              <a:ext uri="{FF2B5EF4-FFF2-40B4-BE49-F238E27FC236}">
                <a16:creationId xmlns:a16="http://schemas.microsoft.com/office/drawing/2014/main" id="{E8DB5655-9285-5726-5DF8-0265C2FB0275}"/>
              </a:ext>
            </a:extLst>
          </p:cNvPr>
          <p:cNvGrpSpPr>
            <a:grpSpLocks/>
          </p:cNvGrpSpPr>
          <p:nvPr/>
        </p:nvGrpSpPr>
        <p:grpSpPr bwMode="auto">
          <a:xfrm>
            <a:off x="4366832" y="2596485"/>
            <a:ext cx="317500" cy="376237"/>
            <a:chOff x="8088" y="15201"/>
            <a:chExt cx="340" cy="280"/>
          </a:xfrm>
        </p:grpSpPr>
        <p:sp>
          <p:nvSpPr>
            <p:cNvPr id="88" name="Line 91">
              <a:extLst>
                <a:ext uri="{FF2B5EF4-FFF2-40B4-BE49-F238E27FC236}">
                  <a16:creationId xmlns:a16="http://schemas.microsoft.com/office/drawing/2014/main" id="{65662BF1-9CB3-44D5-83CA-94D66443FC99}"/>
                </a:ext>
              </a:extLst>
            </p:cNvPr>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89" name="Line 92">
              <a:extLst>
                <a:ext uri="{FF2B5EF4-FFF2-40B4-BE49-F238E27FC236}">
                  <a16:creationId xmlns:a16="http://schemas.microsoft.com/office/drawing/2014/main" id="{AEAF8A4D-C289-DE1E-36E7-7DBC3AAE0B11}"/>
                </a:ext>
              </a:extLst>
            </p:cNvPr>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0" name="Line 93">
              <a:extLst>
                <a:ext uri="{FF2B5EF4-FFF2-40B4-BE49-F238E27FC236}">
                  <a16:creationId xmlns:a16="http://schemas.microsoft.com/office/drawing/2014/main" id="{3617AE66-235B-AF87-07B2-5E2F88E5282F}"/>
                </a:ext>
              </a:extLst>
            </p:cNvPr>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1" name="Line 94">
              <a:extLst>
                <a:ext uri="{FF2B5EF4-FFF2-40B4-BE49-F238E27FC236}">
                  <a16:creationId xmlns:a16="http://schemas.microsoft.com/office/drawing/2014/main" id="{2CE562C3-3807-DEB2-17BA-1E1CF618C29F}"/>
                </a:ext>
              </a:extLst>
            </p:cNvPr>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92" name="Oval 95">
            <a:extLst>
              <a:ext uri="{FF2B5EF4-FFF2-40B4-BE49-F238E27FC236}">
                <a16:creationId xmlns:a16="http://schemas.microsoft.com/office/drawing/2014/main" id="{2697F9F5-9425-2E73-9816-9E693E6299B3}"/>
              </a:ext>
            </a:extLst>
          </p:cNvPr>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93" name="Rectangle 98">
            <a:extLst>
              <a:ext uri="{FF2B5EF4-FFF2-40B4-BE49-F238E27FC236}">
                <a16:creationId xmlns:a16="http://schemas.microsoft.com/office/drawing/2014/main" id="{5901F1C5-519C-FED5-97B3-6FE0BCA5F594}"/>
              </a:ext>
            </a:extLst>
          </p:cNvPr>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94" name="Rectangle 86">
            <a:extLst>
              <a:ext uri="{FF2B5EF4-FFF2-40B4-BE49-F238E27FC236}">
                <a16:creationId xmlns:a16="http://schemas.microsoft.com/office/drawing/2014/main" id="{025051BD-E2FA-EDD8-6146-6F40AE56AC4A}"/>
              </a:ext>
            </a:extLst>
          </p:cNvPr>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grpSp>
        <p:nvGrpSpPr>
          <p:cNvPr id="95" name="Group 217">
            <a:extLst>
              <a:ext uri="{FF2B5EF4-FFF2-40B4-BE49-F238E27FC236}">
                <a16:creationId xmlns:a16="http://schemas.microsoft.com/office/drawing/2014/main" id="{5957310C-D5B1-AD6F-31D6-FBFC907D9EAE}"/>
              </a:ext>
            </a:extLst>
          </p:cNvPr>
          <p:cNvGrpSpPr>
            <a:grpSpLocks/>
          </p:cNvGrpSpPr>
          <p:nvPr/>
        </p:nvGrpSpPr>
        <p:grpSpPr bwMode="auto">
          <a:xfrm>
            <a:off x="1519238" y="325826"/>
            <a:ext cx="2884487" cy="2266950"/>
            <a:chOff x="957" y="105"/>
            <a:chExt cx="1817" cy="1428"/>
          </a:xfrm>
        </p:grpSpPr>
        <p:sp>
          <p:nvSpPr>
            <p:cNvPr id="96" name="Line 100">
              <a:extLst>
                <a:ext uri="{FF2B5EF4-FFF2-40B4-BE49-F238E27FC236}">
                  <a16:creationId xmlns:a16="http://schemas.microsoft.com/office/drawing/2014/main" id="{5E318A33-47F2-AD21-8A34-B29614723C6F}"/>
                </a:ext>
              </a:extLst>
            </p:cNvPr>
            <p:cNvSpPr>
              <a:spLocks noChangeShapeType="1"/>
            </p:cNvSpPr>
            <p:nvPr/>
          </p:nvSpPr>
          <p:spPr bwMode="auto">
            <a:xfrm flipH="1" flipV="1">
              <a:off x="1884" y="1531"/>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97" name="Text Box 101">
              <a:extLst>
                <a:ext uri="{FF2B5EF4-FFF2-40B4-BE49-F238E27FC236}">
                  <a16:creationId xmlns:a16="http://schemas.microsoft.com/office/drawing/2014/main" id="{F46B5089-F49D-DE99-2766-98695CB7D634}"/>
                </a:ext>
              </a:extLst>
            </p:cNvPr>
            <p:cNvSpPr txBox="1">
              <a:spLocks noChangeArrowheads="1"/>
            </p:cNvSpPr>
            <p:nvPr/>
          </p:nvSpPr>
          <p:spPr bwMode="auto">
            <a:xfrm>
              <a:off x="1856" y="1163"/>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r>
                <a:rPr lang="es-ES" sz="2000" b="1">
                  <a:solidFill>
                    <a:srgbClr val="3333FF"/>
                  </a:solidFill>
                  <a:latin typeface="Comic Sans MS" panose="030F0702030302020204" pitchFamily="66" charset="0"/>
                </a:rPr>
                <a:t>’</a:t>
              </a:r>
            </a:p>
          </p:txBody>
        </p:sp>
        <p:sp>
          <p:nvSpPr>
            <p:cNvPr id="98" name="Text Box 102">
              <a:extLst>
                <a:ext uri="{FF2B5EF4-FFF2-40B4-BE49-F238E27FC236}">
                  <a16:creationId xmlns:a16="http://schemas.microsoft.com/office/drawing/2014/main" id="{76462CF3-D239-63E2-7040-1D0D1AE94DF7}"/>
                </a:ext>
              </a:extLst>
            </p:cNvPr>
            <p:cNvSpPr txBox="1">
              <a:spLocks noChangeArrowheads="1"/>
            </p:cNvSpPr>
            <p:nvPr/>
          </p:nvSpPr>
          <p:spPr bwMode="auto">
            <a:xfrm>
              <a:off x="957" y="105"/>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dirty="0">
                  <a:solidFill>
                    <a:srgbClr val="3333FF"/>
                  </a:solidFill>
                  <a:latin typeface="Comic Sans MS" panose="030F0702030302020204" pitchFamily="66" charset="0"/>
                </a:rPr>
                <a:t>I</a:t>
              </a:r>
              <a:r>
                <a:rPr lang="es-ES" sz="2000" b="1" baseline="-25000" dirty="0">
                  <a:solidFill>
                    <a:srgbClr val="3333FF"/>
                  </a:solidFill>
                  <a:latin typeface="Comic Sans MS" panose="030F0702030302020204" pitchFamily="66" charset="0"/>
                </a:rPr>
                <a:t>3</a:t>
              </a:r>
              <a:r>
                <a:rPr lang="es-ES" sz="2000" b="1" dirty="0">
                  <a:solidFill>
                    <a:srgbClr val="3333FF"/>
                  </a:solidFill>
                  <a:latin typeface="Comic Sans MS" panose="030F0702030302020204" pitchFamily="66" charset="0"/>
                </a:rPr>
                <a:t>’</a:t>
              </a:r>
            </a:p>
          </p:txBody>
        </p:sp>
        <p:sp>
          <p:nvSpPr>
            <p:cNvPr id="99" name="Line 103">
              <a:extLst>
                <a:ext uri="{FF2B5EF4-FFF2-40B4-BE49-F238E27FC236}">
                  <a16:creationId xmlns:a16="http://schemas.microsoft.com/office/drawing/2014/main" id="{7863131D-293A-8B4E-8243-F31B3F123805}"/>
                </a:ext>
              </a:extLst>
            </p:cNvPr>
            <p:cNvSpPr>
              <a:spLocks noChangeShapeType="1"/>
            </p:cNvSpPr>
            <p:nvPr/>
          </p:nvSpPr>
          <p:spPr bwMode="auto">
            <a:xfrm flipV="1">
              <a:off x="1085" y="434"/>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00" name="Text Box 104">
              <a:extLst>
                <a:ext uri="{FF2B5EF4-FFF2-40B4-BE49-F238E27FC236}">
                  <a16:creationId xmlns:a16="http://schemas.microsoft.com/office/drawing/2014/main" id="{A752E0B7-6283-0BCB-039C-5F91BFB7AC07}"/>
                </a:ext>
              </a:extLst>
            </p:cNvPr>
            <p:cNvSpPr txBox="1">
              <a:spLocks noChangeArrowheads="1"/>
            </p:cNvSpPr>
            <p:nvPr/>
          </p:nvSpPr>
          <p:spPr bwMode="auto">
            <a:xfrm>
              <a:off x="967" y="591"/>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r>
                <a:rPr lang="es-ES" sz="2000" b="1">
                  <a:solidFill>
                    <a:srgbClr val="3333FF"/>
                  </a:solidFill>
                  <a:latin typeface="Comic Sans MS" panose="030F0702030302020204" pitchFamily="66" charset="0"/>
                </a:rPr>
                <a:t>’</a:t>
              </a:r>
            </a:p>
          </p:txBody>
        </p:sp>
        <p:sp>
          <p:nvSpPr>
            <p:cNvPr id="101" name="Line 111">
              <a:extLst>
                <a:ext uri="{FF2B5EF4-FFF2-40B4-BE49-F238E27FC236}">
                  <a16:creationId xmlns:a16="http://schemas.microsoft.com/office/drawing/2014/main" id="{0FB9E9CB-CBA3-C8CD-34FE-471244030151}"/>
                </a:ext>
              </a:extLst>
            </p:cNvPr>
            <p:cNvSpPr>
              <a:spLocks noChangeShapeType="1"/>
            </p:cNvSpPr>
            <p:nvPr/>
          </p:nvSpPr>
          <p:spPr bwMode="auto">
            <a:xfrm flipV="1">
              <a:off x="1105" y="1022"/>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02" name="Line 100">
              <a:extLst>
                <a:ext uri="{FF2B5EF4-FFF2-40B4-BE49-F238E27FC236}">
                  <a16:creationId xmlns:a16="http://schemas.microsoft.com/office/drawing/2014/main" id="{A3BAFB9B-1953-C463-9705-25194F467D47}"/>
                </a:ext>
              </a:extLst>
            </p:cNvPr>
            <p:cNvSpPr>
              <a:spLocks noChangeShapeType="1"/>
            </p:cNvSpPr>
            <p:nvPr/>
          </p:nvSpPr>
          <p:spPr bwMode="auto">
            <a:xfrm flipH="1" flipV="1">
              <a:off x="2565" y="1529"/>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03" name="Text Box 101">
              <a:extLst>
                <a:ext uri="{FF2B5EF4-FFF2-40B4-BE49-F238E27FC236}">
                  <a16:creationId xmlns:a16="http://schemas.microsoft.com/office/drawing/2014/main" id="{E8DA34CE-075A-6C50-B292-7579B6F971E2}"/>
                </a:ext>
              </a:extLst>
            </p:cNvPr>
            <p:cNvSpPr txBox="1">
              <a:spLocks noChangeArrowheads="1"/>
            </p:cNvSpPr>
            <p:nvPr/>
          </p:nvSpPr>
          <p:spPr bwMode="auto">
            <a:xfrm>
              <a:off x="2537" y="1161"/>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104" name="Line 100">
              <a:extLst>
                <a:ext uri="{FF2B5EF4-FFF2-40B4-BE49-F238E27FC236}">
                  <a16:creationId xmlns:a16="http://schemas.microsoft.com/office/drawing/2014/main" id="{8306801E-3629-3F07-356D-B42E9190B7D3}"/>
                </a:ext>
              </a:extLst>
            </p:cNvPr>
            <p:cNvSpPr>
              <a:spLocks noChangeShapeType="1"/>
            </p:cNvSpPr>
            <p:nvPr/>
          </p:nvSpPr>
          <p:spPr bwMode="auto">
            <a:xfrm flipH="1" flipV="1">
              <a:off x="2221" y="1533"/>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105" name="Text Box 101">
              <a:extLst>
                <a:ext uri="{FF2B5EF4-FFF2-40B4-BE49-F238E27FC236}">
                  <a16:creationId xmlns:a16="http://schemas.microsoft.com/office/drawing/2014/main" id="{2B2AC312-CD72-C305-F6E3-E39748249442}"/>
                </a:ext>
              </a:extLst>
            </p:cNvPr>
            <p:cNvSpPr txBox="1">
              <a:spLocks noChangeArrowheads="1"/>
            </p:cNvSpPr>
            <p:nvPr/>
          </p:nvSpPr>
          <p:spPr bwMode="auto">
            <a:xfrm>
              <a:off x="2193" y="1165"/>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grpSp>
      <p:sp>
        <p:nvSpPr>
          <p:cNvPr id="2" name="Text Box 128">
            <a:extLst>
              <a:ext uri="{FF2B5EF4-FFF2-40B4-BE49-F238E27FC236}">
                <a16:creationId xmlns:a16="http://schemas.microsoft.com/office/drawing/2014/main" id="{E94A0F72-CFD8-FDAE-5956-CF669D5838EA}"/>
              </a:ext>
            </a:extLst>
          </p:cNvPr>
          <p:cNvSpPr txBox="1">
            <a:spLocks noChangeArrowheads="1"/>
          </p:cNvSpPr>
          <p:nvPr/>
        </p:nvSpPr>
        <p:spPr bwMode="auto">
          <a:xfrm>
            <a:off x="5906346" y="5392282"/>
            <a:ext cx="3233875" cy="536549"/>
          </a:xfrm>
          <a:prstGeom prst="rect">
            <a:avLst/>
          </a:prstGeom>
          <a:no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sym typeface="Symbol" panose="05050102010706020507" pitchFamily="18" charset="2"/>
              </a:rPr>
              <a:t>R</a:t>
            </a:r>
            <a:r>
              <a:rPr lang="es-ES" sz="2400" baseline="-25000">
                <a:latin typeface="Arial" panose="020B0604020202020204" pitchFamily="34" charset="0"/>
                <a:sym typeface="Symbol" panose="05050102010706020507" pitchFamily="18" charset="2"/>
              </a:rPr>
              <a:t>40</a:t>
            </a:r>
            <a:r>
              <a:rPr lang="es-ES" sz="2400">
                <a:latin typeface="Arial" panose="020B0604020202020204" pitchFamily="34" charset="0"/>
                <a:sym typeface="Symbol" panose="05050102010706020507" pitchFamily="18" charset="2"/>
              </a:rPr>
              <a:t> = (1/R</a:t>
            </a:r>
            <a:r>
              <a:rPr lang="es-ES" sz="2400" baseline="-25000">
                <a:latin typeface="Arial" panose="020B0604020202020204" pitchFamily="34" charset="0"/>
                <a:sym typeface="Symbol" panose="05050102010706020507" pitchFamily="18" charset="2"/>
              </a:rPr>
              <a:t>4 </a:t>
            </a:r>
            <a:r>
              <a:rPr lang="es-ES" sz="2400">
                <a:latin typeface="Arial" panose="020B0604020202020204" pitchFamily="34" charset="0"/>
                <a:sym typeface="Symbol" panose="05050102010706020507" pitchFamily="18" charset="2"/>
              </a:rPr>
              <a:t>+ 1/0)</a:t>
            </a:r>
            <a:r>
              <a:rPr lang="es-ES" sz="2400" baseline="30000">
                <a:latin typeface="Arial" panose="020B0604020202020204" pitchFamily="34" charset="0"/>
                <a:sym typeface="Symbol" panose="05050102010706020507" pitchFamily="18" charset="2"/>
              </a:rPr>
              <a:t>-1</a:t>
            </a:r>
            <a:r>
              <a:rPr lang="es-ES" sz="2400">
                <a:latin typeface="Arial" panose="020B0604020202020204" pitchFamily="34" charset="0"/>
                <a:sym typeface="Symbol" panose="05050102010706020507" pitchFamily="18" charset="2"/>
              </a:rPr>
              <a:t> = 0</a:t>
            </a:r>
            <a:endParaRPr lang="es-ES" sz="2400" baseline="-25000" dirty="0">
              <a:solidFill>
                <a:srgbClr val="FF0000"/>
              </a:solidFill>
              <a:latin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12812325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wipe(up)">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
                                        </p:tgtEl>
                                        <p:attrNameLst>
                                          <p:attrName>style.visibility</p:attrName>
                                        </p:attrNameLst>
                                      </p:cBhvr>
                                      <p:to>
                                        <p:strVal val="visible"/>
                                      </p:to>
                                    </p:set>
                                    <p:animEffect transition="in" filter="wipe(left)">
                                      <p:cBhvr>
                                        <p:cTn id="12" dur="500"/>
                                        <p:tgtEl>
                                          <p:spTgt spid="1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wipe(left)">
                                      <p:cBhvr>
                                        <p:cTn id="17" dur="500"/>
                                        <p:tgtEl>
                                          <p:spTgt spid="1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9"/>
                                        </p:tgtEl>
                                        <p:attrNameLst>
                                          <p:attrName>style.visibility</p:attrName>
                                        </p:attrNameLst>
                                      </p:cBhvr>
                                      <p:to>
                                        <p:strVal val="visible"/>
                                      </p:to>
                                    </p:set>
                                    <p:animEffect transition="in" filter="wipe(left)">
                                      <p:cBhvr>
                                        <p:cTn id="27" dur="500"/>
                                        <p:tgtEl>
                                          <p:spTgt spid="1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9"/>
                                        </p:tgtEl>
                                        <p:attrNameLst>
                                          <p:attrName>style.visibility</p:attrName>
                                        </p:attrNameLst>
                                      </p:cBhvr>
                                      <p:to>
                                        <p:strVal val="visible"/>
                                      </p:to>
                                    </p:set>
                                    <p:animEffect transition="in" filter="wipe(left)">
                                      <p:cBhvr>
                                        <p:cTn id="32" dur="500"/>
                                        <p:tgtEl>
                                          <p:spTgt spid="119"/>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p:tgtEl>
                                          <p:spTgt spid="2"/>
                                        </p:tgtEl>
                                        <p:attrNameLst>
                                          <p:attrName>ppt_y</p:attrName>
                                        </p:attrNameLst>
                                      </p:cBhvr>
                                      <p:tavLst>
                                        <p:tav tm="0">
                                          <p:val>
                                            <p:strVal val="#ppt_y+#ppt_h*1.125000"/>
                                          </p:val>
                                        </p:tav>
                                        <p:tav tm="100000">
                                          <p:val>
                                            <p:strVal val="#ppt_y"/>
                                          </p:val>
                                        </p:tav>
                                      </p:tavLst>
                                    </p:anim>
                                    <p:animEffect transition="in" filter="wipe(up)">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Effect transition="in" filter="wipe(up)">
                                      <p:cBhvr>
                                        <p:cTn id="43" dur="500"/>
                                        <p:tgtEl>
                                          <p:spTgt spid="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0"/>
                                        </p:tgtEl>
                                        <p:attrNameLst>
                                          <p:attrName>style.visibility</p:attrName>
                                        </p:attrNameLst>
                                      </p:cBhvr>
                                      <p:to>
                                        <p:strVal val="visible"/>
                                      </p:to>
                                    </p:set>
                                    <p:animEffect transition="in" filter="wipe(left)">
                                      <p:cBhvr>
                                        <p:cTn id="48" dur="500"/>
                                        <p:tgtEl>
                                          <p:spTgt spid="130"/>
                                        </p:tgtEl>
                                      </p:cBhvr>
                                    </p:animEffect>
                                  </p:childTnLst>
                                </p:cTn>
                              </p:par>
                            </p:childTnLst>
                          </p:cTn>
                        </p:par>
                        <p:par>
                          <p:cTn id="49" fill="hold">
                            <p:stCondLst>
                              <p:cond delay="500"/>
                            </p:stCondLst>
                            <p:childTnLst>
                              <p:par>
                                <p:cTn id="50" presetID="22" presetClass="entr" presetSubtype="8" fill="hold" grpId="0" nodeType="afterEffect">
                                  <p:stCondLst>
                                    <p:cond delay="0"/>
                                  </p:stCondLst>
                                  <p:childTnLst>
                                    <p:set>
                                      <p:cBhvr>
                                        <p:cTn id="51" dur="1" fill="hold">
                                          <p:stCondLst>
                                            <p:cond delay="0"/>
                                          </p:stCondLst>
                                        </p:cTn>
                                        <p:tgtEl>
                                          <p:spTgt spid="121"/>
                                        </p:tgtEl>
                                        <p:attrNameLst>
                                          <p:attrName>style.visibility</p:attrName>
                                        </p:attrNameLst>
                                      </p:cBhvr>
                                      <p:to>
                                        <p:strVal val="visible"/>
                                      </p:to>
                                    </p:set>
                                    <p:animEffect transition="in" filter="wipe(left)">
                                      <p:cBhvr>
                                        <p:cTn id="5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0"/>
      <p:bldP spid="129" grpId="0"/>
      <p:bldP spid="130" grpId="0"/>
      <p:bldP spid="116" grpId="0"/>
      <p:bldP spid="117" grpId="0" animBg="1"/>
      <p:bldP spid="119" grpId="0"/>
      <p:bldP spid="121" grpId="0"/>
      <p:bldP spid="3" grpId="0"/>
      <p:bldP spid="4" grpId="0" animBg="1"/>
      <p:bldP spid="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7"/>
          <p:cNvSpPr txBox="1">
            <a:spLocks noChangeArrowheads="1"/>
          </p:cNvSpPr>
          <p:nvPr/>
        </p:nvSpPr>
        <p:spPr bwMode="auto">
          <a:xfrm>
            <a:off x="5782739" y="996481"/>
            <a:ext cx="4288716" cy="536549"/>
          </a:xfrm>
          <a:prstGeom prst="rect">
            <a:avLst/>
          </a:prstGeom>
          <a:solidFill>
            <a:srgbClr val="FF99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b="1">
                <a:solidFill>
                  <a:srgbClr val="000000"/>
                </a:solidFill>
                <a:latin typeface="Arial" panose="020B0604020202020204" pitchFamily="34" charset="0"/>
              </a:rPr>
              <a:t>¿POTENCIAL EN PUNTO P?</a:t>
            </a:r>
          </a:p>
        </p:txBody>
      </p:sp>
      <p:sp>
        <p:nvSpPr>
          <p:cNvPr id="474130" name="Text Box 18"/>
          <p:cNvSpPr txBox="1">
            <a:spLocks noChangeArrowheads="1"/>
          </p:cNvSpPr>
          <p:nvPr/>
        </p:nvSpPr>
        <p:spPr bwMode="auto">
          <a:xfrm>
            <a:off x="8519754" y="5129763"/>
            <a:ext cx="1396834" cy="536549"/>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V</a:t>
            </a:r>
            <a:r>
              <a:rPr lang="es-ES" sz="2400" baseline="-25000">
                <a:latin typeface="Arial" panose="020B0604020202020204" pitchFamily="34" charset="0"/>
              </a:rPr>
              <a:t>Ref</a:t>
            </a:r>
            <a:r>
              <a:rPr lang="es-ES" sz="2400">
                <a:latin typeface="Arial" panose="020B0604020202020204" pitchFamily="34" charset="0"/>
              </a:rPr>
              <a:t> = V</a:t>
            </a:r>
            <a:r>
              <a:rPr lang="es-ES" sz="2400" baseline="-25000">
                <a:latin typeface="Arial" panose="020B0604020202020204" pitchFamily="34" charset="0"/>
              </a:rPr>
              <a:t>T</a:t>
            </a:r>
            <a:endParaRPr lang="es-ES" sz="2400">
              <a:latin typeface="Arial" panose="020B0604020202020204" pitchFamily="34" charset="0"/>
            </a:endParaRPr>
          </a:p>
        </p:txBody>
      </p:sp>
      <p:grpSp>
        <p:nvGrpSpPr>
          <p:cNvPr id="2" name="Group 64"/>
          <p:cNvGrpSpPr>
            <a:grpSpLocks/>
          </p:cNvGrpSpPr>
          <p:nvPr/>
        </p:nvGrpSpPr>
        <p:grpSpPr bwMode="auto">
          <a:xfrm>
            <a:off x="6219723" y="5124224"/>
            <a:ext cx="2305050" cy="561975"/>
            <a:chOff x="3774" y="2825"/>
            <a:chExt cx="1452" cy="354"/>
          </a:xfrm>
        </p:grpSpPr>
        <p:sp>
          <p:nvSpPr>
            <p:cNvPr id="17569" name="Text Box 65"/>
            <p:cNvSpPr txBox="1">
              <a:spLocks noChangeArrowheads="1"/>
            </p:cNvSpPr>
            <p:nvPr/>
          </p:nvSpPr>
          <p:spPr bwMode="auto">
            <a:xfrm>
              <a:off x="3774" y="2841"/>
              <a:ext cx="831"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a:t>
              </a:r>
              <a:r>
                <a:rPr lang="es-ES" sz="2400" baseline="-25000">
                  <a:solidFill>
                    <a:srgbClr val="000000"/>
                  </a:solidFill>
                  <a:latin typeface="Arial" panose="020B0604020202020204" pitchFamily="34" charset="0"/>
                </a:rPr>
                <a:t>T</a:t>
              </a:r>
              <a:r>
                <a:rPr lang="es-ES" sz="2400">
                  <a:solidFill>
                    <a:srgbClr val="000000"/>
                  </a:solidFill>
                  <a:latin typeface="Arial" panose="020B0604020202020204" pitchFamily="34" charset="0"/>
                </a:rPr>
                <a:t> = 0 V</a:t>
              </a:r>
            </a:p>
          </p:txBody>
        </p:sp>
        <p:sp>
          <p:nvSpPr>
            <p:cNvPr id="17570" name="Text Box 66"/>
            <p:cNvSpPr txBox="1">
              <a:spLocks noChangeArrowheads="1"/>
            </p:cNvSpPr>
            <p:nvPr/>
          </p:nvSpPr>
          <p:spPr bwMode="auto">
            <a:xfrm>
              <a:off x="4540" y="2825"/>
              <a:ext cx="686"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dirty="0">
                  <a:solidFill>
                    <a:srgbClr val="FF0000"/>
                  </a:solidFill>
                  <a:latin typeface="Arial" panose="020B0604020202020204" pitchFamily="34" charset="0"/>
                </a:rPr>
                <a:t>(tierra)</a:t>
              </a:r>
            </a:p>
          </p:txBody>
        </p:sp>
      </p:grpSp>
      <p:grpSp>
        <p:nvGrpSpPr>
          <p:cNvPr id="21" name="Group 185"/>
          <p:cNvGrpSpPr>
            <a:grpSpLocks/>
          </p:cNvGrpSpPr>
          <p:nvPr/>
        </p:nvGrpSpPr>
        <p:grpSpPr bwMode="auto">
          <a:xfrm>
            <a:off x="1330389" y="6115058"/>
            <a:ext cx="9275760" cy="633413"/>
            <a:chOff x="989" y="3497"/>
            <a:chExt cx="5843" cy="399"/>
          </a:xfrm>
        </p:grpSpPr>
        <p:sp>
          <p:nvSpPr>
            <p:cNvPr id="17513" name="Rectangle 24"/>
            <p:cNvSpPr>
              <a:spLocks noChangeArrowheads="1"/>
            </p:cNvSpPr>
            <p:nvPr/>
          </p:nvSpPr>
          <p:spPr bwMode="auto">
            <a:xfrm>
              <a:off x="6125" y="3497"/>
              <a:ext cx="707" cy="353"/>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7514" name="Rectangle 25"/>
            <p:cNvSpPr>
              <a:spLocks noChangeArrowheads="1"/>
            </p:cNvSpPr>
            <p:nvPr/>
          </p:nvSpPr>
          <p:spPr bwMode="auto">
            <a:xfrm>
              <a:off x="989" y="3508"/>
              <a:ext cx="366" cy="388"/>
            </a:xfrm>
            <a:prstGeom prst="rect">
              <a:avLst/>
            </a:prstGeom>
            <a:solidFill>
              <a:srgbClr val="FFFF00"/>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sp>
        <p:nvSpPr>
          <p:cNvPr id="17510" name="Rectangle 26"/>
          <p:cNvSpPr>
            <a:spLocks noChangeArrowheads="1"/>
          </p:cNvSpPr>
          <p:nvPr/>
        </p:nvSpPr>
        <p:spPr bwMode="auto">
          <a:xfrm>
            <a:off x="1344677" y="6181892"/>
            <a:ext cx="612711"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lg"/>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V</a:t>
            </a:r>
            <a:r>
              <a:rPr lang="es-ES_tradnl" sz="2400" baseline="-30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P</a:t>
            </a:r>
            <a:endParaRPr lang="es-ES"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endParaRPr>
          </a:p>
        </p:txBody>
      </p:sp>
      <p:sp>
        <p:nvSpPr>
          <p:cNvPr id="17511" name="Rectangle 179"/>
          <p:cNvSpPr>
            <a:spLocks noChangeArrowheads="1"/>
          </p:cNvSpPr>
          <p:nvPr/>
        </p:nvSpPr>
        <p:spPr bwMode="auto">
          <a:xfrm>
            <a:off x="7809038" y="6210051"/>
            <a:ext cx="167474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lg"/>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_tradnl" sz="240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1,5 / 7 V</a:t>
            </a:r>
            <a:endParaRPr lang="es-ES" sz="240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endParaRPr>
          </a:p>
        </p:txBody>
      </p:sp>
      <p:sp>
        <p:nvSpPr>
          <p:cNvPr id="17512" name="Text Box 180"/>
          <p:cNvSpPr txBox="1">
            <a:spLocks noChangeArrowheads="1"/>
          </p:cNvSpPr>
          <p:nvPr/>
        </p:nvSpPr>
        <p:spPr bwMode="auto">
          <a:xfrm>
            <a:off x="9299640" y="6129338"/>
            <a:ext cx="13366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 0,21 V</a:t>
            </a:r>
          </a:p>
        </p:txBody>
      </p:sp>
      <p:sp>
        <p:nvSpPr>
          <p:cNvPr id="474294" name="Freeform 182"/>
          <p:cNvSpPr>
            <a:spLocks/>
          </p:cNvSpPr>
          <p:nvPr/>
        </p:nvSpPr>
        <p:spPr bwMode="auto">
          <a:xfrm>
            <a:off x="1312765" y="353791"/>
            <a:ext cx="4121150" cy="1324797"/>
          </a:xfrm>
          <a:custGeom>
            <a:avLst/>
            <a:gdLst>
              <a:gd name="T0" fmla="*/ 0 w 1984"/>
              <a:gd name="T1" fmla="*/ 2147483646 h 1344"/>
              <a:gd name="T2" fmla="*/ 0 w 1984"/>
              <a:gd name="T3" fmla="*/ 0 h 1344"/>
              <a:gd name="T4" fmla="*/ 2147483646 w 1984"/>
              <a:gd name="T5" fmla="*/ 0 h 1344"/>
              <a:gd name="T6" fmla="*/ 2147483646 w 1984"/>
              <a:gd name="T7" fmla="*/ 2147483646 h 1344"/>
              <a:gd name="T8" fmla="*/ 0 60000 65536"/>
              <a:gd name="T9" fmla="*/ 0 60000 65536"/>
              <a:gd name="T10" fmla="*/ 0 60000 65536"/>
              <a:gd name="T11" fmla="*/ 0 60000 65536"/>
              <a:gd name="T12" fmla="*/ 0 w 1984"/>
              <a:gd name="T13" fmla="*/ 0 h 1344"/>
              <a:gd name="T14" fmla="*/ 1984 w 1984"/>
              <a:gd name="T15" fmla="*/ 1344 h 1344"/>
            </a:gdLst>
            <a:ahLst/>
            <a:cxnLst>
              <a:cxn ang="T8">
                <a:pos x="T0" y="T1"/>
              </a:cxn>
              <a:cxn ang="T9">
                <a:pos x="T2" y="T3"/>
              </a:cxn>
              <a:cxn ang="T10">
                <a:pos x="T4" y="T5"/>
              </a:cxn>
              <a:cxn ang="T11">
                <a:pos x="T6" y="T7"/>
              </a:cxn>
            </a:cxnLst>
            <a:rect l="T12" t="T13" r="T14" b="T15"/>
            <a:pathLst>
              <a:path w="1984" h="1344">
                <a:moveTo>
                  <a:pt x="0" y="1048"/>
                </a:moveTo>
                <a:lnTo>
                  <a:pt x="0" y="0"/>
                </a:lnTo>
                <a:lnTo>
                  <a:pt x="1984" y="0"/>
                </a:lnTo>
                <a:lnTo>
                  <a:pt x="1984" y="1344"/>
                </a:lnTo>
              </a:path>
            </a:pathLst>
          </a:custGeom>
          <a:noFill/>
          <a:ln w="38100">
            <a:solidFill>
              <a:srgbClr val="FF0000"/>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lIns="90000" tIns="82800" rIns="90000" bIns="82800">
            <a:spAutoFit/>
          </a:bodyPr>
          <a:lstStyle/>
          <a:p>
            <a:endParaRPr lang="es-ES"/>
          </a:p>
        </p:txBody>
      </p:sp>
      <p:sp>
        <p:nvSpPr>
          <p:cNvPr id="474295" name="Freeform 183"/>
          <p:cNvSpPr>
            <a:spLocks/>
          </p:cNvSpPr>
          <p:nvPr/>
        </p:nvSpPr>
        <p:spPr bwMode="auto">
          <a:xfrm>
            <a:off x="1312658" y="2111509"/>
            <a:ext cx="2874818" cy="1145455"/>
          </a:xfrm>
          <a:custGeom>
            <a:avLst/>
            <a:gdLst>
              <a:gd name="T0" fmla="*/ 0 w 1992"/>
              <a:gd name="T1" fmla="*/ 0 h 672"/>
              <a:gd name="T2" fmla="*/ 0 w 1992"/>
              <a:gd name="T3" fmla="*/ 2147483646 h 672"/>
              <a:gd name="T4" fmla="*/ 2147483646 w 1992"/>
              <a:gd name="T5" fmla="*/ 2147483646 h 672"/>
              <a:gd name="T6" fmla="*/ 0 60000 65536"/>
              <a:gd name="T7" fmla="*/ 0 60000 65536"/>
              <a:gd name="T8" fmla="*/ 0 60000 65536"/>
              <a:gd name="T9" fmla="*/ 0 w 1992"/>
              <a:gd name="T10" fmla="*/ 0 h 672"/>
              <a:gd name="T11" fmla="*/ 1992 w 1992"/>
              <a:gd name="T12" fmla="*/ 672 h 672"/>
            </a:gdLst>
            <a:ahLst/>
            <a:cxnLst>
              <a:cxn ang="T6">
                <a:pos x="T0" y="T1"/>
              </a:cxn>
              <a:cxn ang="T7">
                <a:pos x="T2" y="T3"/>
              </a:cxn>
              <a:cxn ang="T8">
                <a:pos x="T4" y="T5"/>
              </a:cxn>
            </a:cxnLst>
            <a:rect l="T9" t="T10" r="T11" b="T12"/>
            <a:pathLst>
              <a:path w="1992" h="672">
                <a:moveTo>
                  <a:pt x="0" y="0"/>
                </a:moveTo>
                <a:lnTo>
                  <a:pt x="0" y="672"/>
                </a:lnTo>
                <a:lnTo>
                  <a:pt x="1992" y="672"/>
                </a:lnTo>
              </a:path>
            </a:pathLst>
          </a:custGeom>
          <a:noFill/>
          <a:ln w="38100">
            <a:solidFill>
              <a:srgbClr val="FF0000"/>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wrap="none" lIns="90000" tIns="82800" rIns="90000" bIns="82800">
            <a:spAutoFit/>
          </a:bodyPr>
          <a:lstStyle/>
          <a:p>
            <a:endParaRPr lang="es-ES"/>
          </a:p>
        </p:txBody>
      </p:sp>
      <p:sp>
        <p:nvSpPr>
          <p:cNvPr id="474296" name="Freeform 184"/>
          <p:cNvSpPr>
            <a:spLocks/>
          </p:cNvSpPr>
          <p:nvPr/>
        </p:nvSpPr>
        <p:spPr bwMode="auto">
          <a:xfrm>
            <a:off x="1776143" y="498343"/>
            <a:ext cx="2890918" cy="1524000"/>
          </a:xfrm>
          <a:custGeom>
            <a:avLst/>
            <a:gdLst>
              <a:gd name="T0" fmla="*/ 0 w 1368"/>
              <a:gd name="T1" fmla="*/ 2147483646 h 960"/>
              <a:gd name="T2" fmla="*/ 2147483646 w 1368"/>
              <a:gd name="T3" fmla="*/ 2147483646 h 960"/>
              <a:gd name="T4" fmla="*/ 2147483646 w 1368"/>
              <a:gd name="T5" fmla="*/ 0 h 960"/>
              <a:gd name="T6" fmla="*/ 2147483646 w 1368"/>
              <a:gd name="T7" fmla="*/ 0 h 960"/>
              <a:gd name="T8" fmla="*/ 2147483646 w 1368"/>
              <a:gd name="T9" fmla="*/ 2147483646 h 960"/>
              <a:gd name="T10" fmla="*/ 0 60000 65536"/>
              <a:gd name="T11" fmla="*/ 0 60000 65536"/>
              <a:gd name="T12" fmla="*/ 0 60000 65536"/>
              <a:gd name="T13" fmla="*/ 0 60000 65536"/>
              <a:gd name="T14" fmla="*/ 0 60000 65536"/>
              <a:gd name="T15" fmla="*/ 0 w 1368"/>
              <a:gd name="T16" fmla="*/ 0 h 960"/>
              <a:gd name="T17" fmla="*/ 1368 w 1368"/>
              <a:gd name="T18" fmla="*/ 960 h 960"/>
            </a:gdLst>
            <a:ahLst/>
            <a:cxnLst>
              <a:cxn ang="T10">
                <a:pos x="T0" y="T1"/>
              </a:cxn>
              <a:cxn ang="T11">
                <a:pos x="T2" y="T3"/>
              </a:cxn>
              <a:cxn ang="T12">
                <a:pos x="T4" y="T5"/>
              </a:cxn>
              <a:cxn ang="T13">
                <a:pos x="T6" y="T7"/>
              </a:cxn>
              <a:cxn ang="T14">
                <a:pos x="T8" y="T9"/>
              </a:cxn>
            </a:cxnLst>
            <a:rect l="T15" t="T16" r="T17" b="T18"/>
            <a:pathLst>
              <a:path w="1368" h="960">
                <a:moveTo>
                  <a:pt x="0" y="960"/>
                </a:moveTo>
                <a:lnTo>
                  <a:pt x="1064" y="960"/>
                </a:lnTo>
                <a:lnTo>
                  <a:pt x="1064" y="0"/>
                </a:lnTo>
                <a:lnTo>
                  <a:pt x="1368" y="0"/>
                </a:lnTo>
                <a:lnTo>
                  <a:pt x="1368" y="952"/>
                </a:lnTo>
              </a:path>
            </a:pathLst>
          </a:custGeom>
          <a:noFill/>
          <a:ln w="38100">
            <a:solidFill>
              <a:srgbClr val="FF0000"/>
            </a:solidFill>
            <a:prstDash val="dash"/>
            <a:round/>
            <a:headEnd/>
            <a:tailEnd type="stealth" w="lg" len="lg"/>
          </a:ln>
          <a:extLst>
            <a:ext uri="{909E8E84-426E-40DD-AFC4-6F175D3DCCD1}">
              <a14:hiddenFill xmlns:a14="http://schemas.microsoft.com/office/drawing/2010/main">
                <a:solidFill>
                  <a:srgbClr val="FFFFFF"/>
                </a:solidFill>
              </a14:hiddenFill>
            </a:ext>
          </a:extLst>
        </p:spPr>
        <p:txBody>
          <a:bodyPr lIns="90000" tIns="82800" rIns="90000" bIns="82800">
            <a:spAutoFit/>
          </a:bodyPr>
          <a:lstStyle/>
          <a:p>
            <a:endParaRPr lang="es-ES"/>
          </a:p>
        </p:txBody>
      </p:sp>
      <p:sp>
        <p:nvSpPr>
          <p:cNvPr id="65651" name="Text Box 12"/>
          <p:cNvSpPr txBox="1">
            <a:spLocks noChangeArrowheads="1"/>
          </p:cNvSpPr>
          <p:nvPr/>
        </p:nvSpPr>
        <p:spPr bwMode="auto">
          <a:xfrm>
            <a:off x="6124025" y="3609359"/>
            <a:ext cx="3195637" cy="660144"/>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08000" tIns="144000" rIns="108000" bIns="144000" anchor="ctr" anchorCtr="1">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a:t>
            </a:r>
            <a:r>
              <a:rPr lang="es-ES" sz="2400" baseline="-25000">
                <a:solidFill>
                  <a:srgbClr val="000000"/>
                </a:solidFill>
                <a:latin typeface="Arial" panose="020B0604020202020204" pitchFamily="34" charset="0"/>
                <a:sym typeface="Wingdings" panose="05000000000000000000" pitchFamily="2" charset="2"/>
              </a:rPr>
              <a:t>P</a:t>
            </a:r>
            <a:r>
              <a:rPr lang="es-ES" sz="2400">
                <a:solidFill>
                  <a:srgbClr val="000000"/>
                </a:solidFill>
                <a:latin typeface="Arial" panose="020B0604020202020204" pitchFamily="34" charset="0"/>
              </a:rPr>
              <a:t> </a:t>
            </a:r>
            <a:r>
              <a:rPr lang="es-ES" sz="2400">
                <a:solidFill>
                  <a:srgbClr val="000000"/>
                </a:solidFill>
                <a:latin typeface="Arial" panose="020B0604020202020204" pitchFamily="34" charset="0"/>
                <a:sym typeface="Symbol" panose="05050102010706020507" pitchFamily="18" charset="2"/>
              </a:rPr>
              <a:t> V</a:t>
            </a:r>
            <a:r>
              <a:rPr lang="es-ES" sz="2400" baseline="-25000">
                <a:solidFill>
                  <a:srgbClr val="000000"/>
                </a:solidFill>
                <a:latin typeface="Arial" panose="020B0604020202020204" pitchFamily="34" charset="0"/>
                <a:sym typeface="Symbol" panose="05050102010706020507" pitchFamily="18" charset="2"/>
              </a:rPr>
              <a:t>Ref</a:t>
            </a:r>
            <a:r>
              <a:rPr lang="es-ES" sz="2400">
                <a:solidFill>
                  <a:srgbClr val="000000"/>
                </a:solidFill>
                <a:latin typeface="Arial" panose="020B0604020202020204" pitchFamily="34" charset="0"/>
              </a:rPr>
              <a:t> = </a:t>
            </a:r>
            <a:r>
              <a:rPr lang="es-ES" sz="240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rPr>
              <a:t> V</a:t>
            </a:r>
            <a:r>
              <a:rPr lang="es-ES" sz="2400" baseline="-25000">
                <a:solidFill>
                  <a:srgbClr val="000000"/>
                </a:solidFill>
                <a:latin typeface="Arial" panose="020B0604020202020204" pitchFamily="34" charset="0"/>
              </a:rPr>
              <a:t>i</a:t>
            </a:r>
            <a:r>
              <a:rPr lang="es-ES" sz="2400">
                <a:solidFill>
                  <a:srgbClr val="000000"/>
                </a:solidFill>
                <a:latin typeface="Arial" panose="020B0604020202020204" pitchFamily="34" charset="0"/>
              </a:rPr>
              <a:t> + </a:t>
            </a:r>
            <a:r>
              <a:rPr lang="es-ES" sz="2400">
                <a:solidFill>
                  <a:srgbClr val="000000"/>
                </a:solidFill>
                <a:latin typeface="Arial" panose="020B0604020202020204" pitchFamily="34" charset="0"/>
                <a:sym typeface="Symbol" panose="05050102010706020507" pitchFamily="18" charset="2"/>
              </a:rPr>
              <a:t></a:t>
            </a:r>
            <a:r>
              <a:rPr lang="es-ES" sz="2400">
                <a:solidFill>
                  <a:srgbClr val="000000"/>
                </a:solidFill>
                <a:latin typeface="Arial" panose="020B0604020202020204" pitchFamily="34" charset="0"/>
              </a:rPr>
              <a:t> </a:t>
            </a:r>
            <a:r>
              <a:rPr lang="es-ES" sz="2400">
                <a:solidFill>
                  <a:srgbClr val="000000"/>
                </a:solidFill>
                <a:latin typeface="Arial" panose="020B0604020202020204" pitchFamily="34" charset="0"/>
                <a:sym typeface="Symbol" panose="05050102010706020507" pitchFamily="18" charset="2"/>
              </a:rPr>
              <a:t></a:t>
            </a:r>
            <a:r>
              <a:rPr lang="es-ES" sz="2400" baseline="-25000">
                <a:solidFill>
                  <a:srgbClr val="000000"/>
                </a:solidFill>
                <a:latin typeface="Arial" panose="020B0604020202020204" pitchFamily="34" charset="0"/>
                <a:sym typeface="Symbol" panose="05050102010706020507" pitchFamily="18" charset="2"/>
              </a:rPr>
              <a:t>j</a:t>
            </a:r>
            <a:endParaRPr lang="es-ES" sz="2400">
              <a:solidFill>
                <a:srgbClr val="000000"/>
              </a:solidFill>
              <a:latin typeface="Arial" panose="020B0604020202020204" pitchFamily="34" charset="0"/>
              <a:sym typeface="Symbol" panose="05050102010706020507" pitchFamily="18" charset="2"/>
            </a:endParaRPr>
          </a:p>
        </p:txBody>
      </p:sp>
      <p:grpSp>
        <p:nvGrpSpPr>
          <p:cNvPr id="65699" name="Group 163"/>
          <p:cNvGrpSpPr>
            <a:grpSpLocks/>
          </p:cNvGrpSpPr>
          <p:nvPr/>
        </p:nvGrpSpPr>
        <p:grpSpPr bwMode="auto">
          <a:xfrm>
            <a:off x="5893342" y="1942339"/>
            <a:ext cx="4460875" cy="1339851"/>
            <a:chOff x="3725" y="1290"/>
            <a:chExt cx="2810" cy="844"/>
          </a:xfrm>
        </p:grpSpPr>
        <p:sp>
          <p:nvSpPr>
            <p:cNvPr id="3" name="Rectangle 189"/>
            <p:cNvSpPr>
              <a:spLocks noChangeArrowheads="1"/>
            </p:cNvSpPr>
            <p:nvPr/>
          </p:nvSpPr>
          <p:spPr bwMode="auto">
            <a:xfrm>
              <a:off x="3725" y="1290"/>
              <a:ext cx="2810" cy="844"/>
            </a:xfrm>
            <a:prstGeom prst="rect">
              <a:avLst/>
            </a:prstGeom>
            <a:solidFill>
              <a:schemeClr val="accent1">
                <a:lumMod val="60000"/>
                <a:lumOff val="40000"/>
              </a:schemeClr>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endParaRPr lang="es-ES" sz="2400">
                <a:solidFill>
                  <a:srgbClr val="000000"/>
                </a:solidFill>
                <a:latin typeface="Arial" panose="020B0604020202020204" pitchFamily="34" charset="0"/>
              </a:endParaRPr>
            </a:p>
          </p:txBody>
        </p:sp>
        <p:sp>
          <p:nvSpPr>
            <p:cNvPr id="17507" name="Text Box 17"/>
            <p:cNvSpPr txBox="1">
              <a:spLocks noChangeArrowheads="1"/>
            </p:cNvSpPr>
            <p:nvPr/>
          </p:nvSpPr>
          <p:spPr bwMode="auto">
            <a:xfrm>
              <a:off x="4881" y="1294"/>
              <a:ext cx="1617"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ct val="50000"/>
                </a:spcBef>
                <a:buFontTx/>
                <a:buNone/>
              </a:pPr>
              <a:r>
                <a:rPr lang="es-ES" sz="2400">
                  <a:latin typeface="Arial" panose="020B0604020202020204" pitchFamily="34" charset="0"/>
                </a:rPr>
                <a:t>Suma caídas entre ellos por cualquier camino</a:t>
              </a:r>
            </a:p>
          </p:txBody>
        </p:sp>
        <p:sp>
          <p:nvSpPr>
            <p:cNvPr id="17508" name="Text Box 187"/>
            <p:cNvSpPr txBox="1">
              <a:spLocks noChangeArrowheads="1"/>
            </p:cNvSpPr>
            <p:nvPr/>
          </p:nvSpPr>
          <p:spPr bwMode="auto">
            <a:xfrm>
              <a:off x="3730" y="1294"/>
              <a:ext cx="1054"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algn="ctr" eaLnBrk="1" hangingPunct="1">
                <a:spcBef>
                  <a:spcPts val="0"/>
                </a:spcBef>
                <a:buFontTx/>
                <a:buNone/>
              </a:pPr>
              <a:r>
                <a:rPr lang="es-ES" sz="2400">
                  <a:latin typeface="Arial" panose="020B0604020202020204" pitchFamily="34" charset="0"/>
                </a:rPr>
                <a:t>Caída de V entre</a:t>
              </a:r>
            </a:p>
            <a:p>
              <a:pPr algn="ctr" eaLnBrk="1" hangingPunct="1">
                <a:spcBef>
                  <a:spcPts val="0"/>
                </a:spcBef>
                <a:buFontTx/>
                <a:buNone/>
              </a:pPr>
              <a:r>
                <a:rPr lang="es-ES" sz="2400">
                  <a:latin typeface="Arial" panose="020B0604020202020204" pitchFamily="34" charset="0"/>
                </a:rPr>
                <a:t>2 puntos</a:t>
              </a:r>
            </a:p>
          </p:txBody>
        </p:sp>
        <p:sp>
          <p:nvSpPr>
            <p:cNvPr id="17509" name="Text Box 188"/>
            <p:cNvSpPr txBox="1">
              <a:spLocks noChangeArrowheads="1"/>
            </p:cNvSpPr>
            <p:nvPr/>
          </p:nvSpPr>
          <p:spPr bwMode="auto">
            <a:xfrm>
              <a:off x="4701" y="1457"/>
              <a:ext cx="20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latin typeface="Arial" panose="020B0604020202020204" pitchFamily="34" charset="0"/>
                </a:rPr>
                <a:t>=</a:t>
              </a:r>
            </a:p>
          </p:txBody>
        </p:sp>
      </p:grpSp>
      <p:grpSp>
        <p:nvGrpSpPr>
          <p:cNvPr id="26" name="Group 193"/>
          <p:cNvGrpSpPr>
            <a:grpSpLocks/>
          </p:cNvGrpSpPr>
          <p:nvPr/>
        </p:nvGrpSpPr>
        <p:grpSpPr bwMode="auto">
          <a:xfrm>
            <a:off x="1276622" y="3595562"/>
            <a:ext cx="4400550" cy="2301875"/>
            <a:chOff x="829" y="762"/>
            <a:chExt cx="2772" cy="1450"/>
          </a:xfrm>
        </p:grpSpPr>
        <p:sp>
          <p:nvSpPr>
            <p:cNvPr id="17471" name="AutoShape 28"/>
            <p:cNvSpPr>
              <a:spLocks noChangeArrowheads="1"/>
            </p:cNvSpPr>
            <p:nvPr/>
          </p:nvSpPr>
          <p:spPr bwMode="auto">
            <a:xfrm>
              <a:off x="829" y="762"/>
              <a:ext cx="2772" cy="1450"/>
            </a:xfrm>
            <a:prstGeom prst="foldedCorner">
              <a:avLst>
                <a:gd name="adj" fmla="val 12500"/>
              </a:avLst>
            </a:prstGeom>
            <a:solidFill>
              <a:srgbClr val="FFFF99"/>
            </a:solidFill>
            <a:ln>
              <a:noFill/>
            </a:ln>
            <a:extLst>
              <a:ext uri="{91240B29-F687-4F45-9708-019B960494DF}">
                <a14:hiddenLine xmlns:a14="http://schemas.microsoft.com/office/drawing/2010/main" w="12700">
                  <a:solidFill>
                    <a:srgbClr val="000000"/>
                  </a:solidFill>
                  <a:round/>
                  <a:headEnd/>
                  <a:tailEnd type="none" w="lg" len="lg"/>
                </a14:hiddenLine>
              </a:ext>
            </a:extLst>
          </p:spPr>
          <p:txBody>
            <a:bodyPr rot="10800000" wrap="none" lIns="90000" tIns="82800" rIns="90000" bIns="82800" anchor="ct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7472" name="Group 29"/>
            <p:cNvGrpSpPr>
              <a:grpSpLocks/>
            </p:cNvGrpSpPr>
            <p:nvPr/>
          </p:nvGrpSpPr>
          <p:grpSpPr bwMode="auto">
            <a:xfrm>
              <a:off x="1346" y="1558"/>
              <a:ext cx="37" cy="304"/>
              <a:chOff x="5153" y="6274"/>
              <a:chExt cx="63" cy="360"/>
            </a:xfrm>
          </p:grpSpPr>
          <p:sp>
            <p:nvSpPr>
              <p:cNvPr id="17504" name="Line 30"/>
              <p:cNvSpPr>
                <a:spLocks noChangeShapeType="1"/>
              </p:cNvSpPr>
              <p:nvPr/>
            </p:nvSpPr>
            <p:spPr bwMode="auto">
              <a:xfrm>
                <a:off x="5216" y="6357"/>
                <a:ext cx="0" cy="193"/>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505" name="Line 31"/>
              <p:cNvSpPr>
                <a:spLocks noChangeShapeType="1"/>
              </p:cNvSpPr>
              <p:nvPr/>
            </p:nvSpPr>
            <p:spPr bwMode="auto">
              <a:xfrm>
                <a:off x="5153" y="6274"/>
                <a:ext cx="0" cy="36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sp>
          <p:nvSpPr>
            <p:cNvPr id="17473" name="Text Box 32"/>
            <p:cNvSpPr txBox="1">
              <a:spLocks noChangeArrowheads="1"/>
            </p:cNvSpPr>
            <p:nvPr/>
          </p:nvSpPr>
          <p:spPr bwMode="auto">
            <a:xfrm>
              <a:off x="1392" y="1406"/>
              <a:ext cx="21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nchor="ctr" anchorCtr="1"/>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 sz="2800" b="1">
                  <a:solidFill>
                    <a:srgbClr val="008000"/>
                  </a:solidFill>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p>
          </p:txBody>
        </p:sp>
        <p:sp>
          <p:nvSpPr>
            <p:cNvPr id="17474" name="Line 38"/>
            <p:cNvSpPr>
              <a:spLocks noChangeShapeType="1"/>
            </p:cNvSpPr>
            <p:nvPr/>
          </p:nvSpPr>
          <p:spPr bwMode="auto">
            <a:xfrm flipH="1">
              <a:off x="979" y="1708"/>
              <a:ext cx="349"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75" name="Line 39"/>
            <p:cNvSpPr>
              <a:spLocks noChangeShapeType="1"/>
            </p:cNvSpPr>
            <p:nvPr/>
          </p:nvSpPr>
          <p:spPr bwMode="auto">
            <a:xfrm flipH="1">
              <a:off x="1402" y="1704"/>
              <a:ext cx="349"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76" name="Line 40"/>
            <p:cNvSpPr>
              <a:spLocks noChangeShapeType="1"/>
            </p:cNvSpPr>
            <p:nvPr/>
          </p:nvSpPr>
          <p:spPr bwMode="auto">
            <a:xfrm flipH="1">
              <a:off x="2016" y="1708"/>
              <a:ext cx="182"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77" name="Line 41"/>
            <p:cNvSpPr>
              <a:spLocks noChangeShapeType="1"/>
            </p:cNvSpPr>
            <p:nvPr/>
          </p:nvSpPr>
          <p:spPr bwMode="auto">
            <a:xfrm flipH="1">
              <a:off x="2605" y="1697"/>
              <a:ext cx="174"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78" name="Line 42"/>
            <p:cNvSpPr>
              <a:spLocks noChangeShapeType="1"/>
            </p:cNvSpPr>
            <p:nvPr/>
          </p:nvSpPr>
          <p:spPr bwMode="auto">
            <a:xfrm flipV="1">
              <a:off x="1187" y="1359"/>
              <a:ext cx="350"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79" name="Line 43"/>
            <p:cNvSpPr>
              <a:spLocks noChangeShapeType="1"/>
            </p:cNvSpPr>
            <p:nvPr/>
          </p:nvSpPr>
          <p:spPr bwMode="auto">
            <a:xfrm flipV="1">
              <a:off x="2197" y="1349"/>
              <a:ext cx="350"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80" name="Line 44"/>
            <p:cNvSpPr>
              <a:spLocks noChangeShapeType="1"/>
            </p:cNvSpPr>
            <p:nvPr/>
          </p:nvSpPr>
          <p:spPr bwMode="auto">
            <a:xfrm flipH="1" flipV="1">
              <a:off x="1192" y="2066"/>
              <a:ext cx="350"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81" name="Line 45"/>
            <p:cNvSpPr>
              <a:spLocks noChangeShapeType="1"/>
            </p:cNvSpPr>
            <p:nvPr/>
          </p:nvSpPr>
          <p:spPr bwMode="auto">
            <a:xfrm flipH="1" flipV="1">
              <a:off x="2202" y="2056"/>
              <a:ext cx="350" cy="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82" name="Text Box 46"/>
            <p:cNvSpPr txBox="1">
              <a:spLocks noChangeArrowheads="1"/>
            </p:cNvSpPr>
            <p:nvPr/>
          </p:nvSpPr>
          <p:spPr bwMode="auto">
            <a:xfrm>
              <a:off x="841" y="1161"/>
              <a:ext cx="335"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17483" name="Text Box 47"/>
            <p:cNvSpPr txBox="1">
              <a:spLocks noChangeArrowheads="1"/>
            </p:cNvSpPr>
            <p:nvPr/>
          </p:nvSpPr>
          <p:spPr bwMode="auto">
            <a:xfrm>
              <a:off x="1538" y="1873"/>
              <a:ext cx="33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a:t>
              </a:r>
              <a:r>
                <a:rPr lang="es-ES" sz="2400">
                  <a:solidFill>
                    <a:srgbClr val="FF0000"/>
                  </a:solidFill>
                  <a:latin typeface="Arial" panose="020B0604020202020204" pitchFamily="34" charset="0"/>
                  <a:sym typeface="Symbol" panose="05050102010706020507" pitchFamily="18" charset="2"/>
                </a:rPr>
                <a:t></a:t>
              </a:r>
            </a:p>
          </p:txBody>
        </p:sp>
        <p:sp>
          <p:nvSpPr>
            <p:cNvPr id="17484" name="Text Box 48"/>
            <p:cNvSpPr txBox="1">
              <a:spLocks noChangeArrowheads="1"/>
            </p:cNvSpPr>
            <p:nvPr/>
          </p:nvSpPr>
          <p:spPr bwMode="auto">
            <a:xfrm>
              <a:off x="1818" y="1196"/>
              <a:ext cx="358"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rPr>
                <a:t>+ V</a:t>
              </a:r>
            </a:p>
          </p:txBody>
        </p:sp>
        <p:sp>
          <p:nvSpPr>
            <p:cNvPr id="17485" name="Text Box 49"/>
            <p:cNvSpPr txBox="1">
              <a:spLocks noChangeArrowheads="1"/>
            </p:cNvSpPr>
            <p:nvPr/>
          </p:nvSpPr>
          <p:spPr bwMode="auto">
            <a:xfrm>
              <a:off x="2558" y="1901"/>
              <a:ext cx="353"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 V</a:t>
              </a:r>
            </a:p>
          </p:txBody>
        </p:sp>
        <p:sp>
          <p:nvSpPr>
            <p:cNvPr id="17486" name="Line 50"/>
            <p:cNvSpPr>
              <a:spLocks noChangeShapeType="1"/>
            </p:cNvSpPr>
            <p:nvPr/>
          </p:nvSpPr>
          <p:spPr bwMode="auto">
            <a:xfrm flipH="1">
              <a:off x="2932" y="1707"/>
              <a:ext cx="548" cy="0"/>
            </a:xfrm>
            <a:prstGeom prst="line">
              <a:avLst/>
            </a:prstGeom>
            <a:noFill/>
            <a:ln w="25400">
              <a:solidFill>
                <a:srgbClr val="0000FF"/>
              </a:solidFill>
              <a:round/>
              <a:headEnd/>
              <a:tailEnd type="non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87" name="Text Box 51"/>
            <p:cNvSpPr txBox="1">
              <a:spLocks noChangeArrowheads="1"/>
            </p:cNvSpPr>
            <p:nvPr/>
          </p:nvSpPr>
          <p:spPr bwMode="auto">
            <a:xfrm>
              <a:off x="2945" y="1401"/>
              <a:ext cx="49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FF0000"/>
                  </a:solidFill>
                  <a:latin typeface="Arial" panose="020B0604020202020204" pitchFamily="34" charset="0"/>
                  <a:sym typeface="Symbol" panose="05050102010706020507" pitchFamily="18" charset="2"/>
                </a:rPr>
                <a:t></a:t>
              </a:r>
              <a:r>
                <a:rPr lang="es-ES" sz="2000">
                  <a:solidFill>
                    <a:srgbClr val="FF0000"/>
                  </a:solidFill>
                  <a:latin typeface="Arial" panose="020B0604020202020204" pitchFamily="34" charset="0"/>
                </a:rPr>
                <a:t>V = 0</a:t>
              </a:r>
            </a:p>
          </p:txBody>
        </p:sp>
        <p:grpSp>
          <p:nvGrpSpPr>
            <p:cNvPr id="17488" name="Group 163"/>
            <p:cNvGrpSpPr>
              <a:grpSpLocks/>
            </p:cNvGrpSpPr>
            <p:nvPr/>
          </p:nvGrpSpPr>
          <p:grpSpPr bwMode="auto">
            <a:xfrm>
              <a:off x="2199" y="1562"/>
              <a:ext cx="395" cy="269"/>
              <a:chOff x="2214" y="9158"/>
              <a:chExt cx="1080" cy="360"/>
            </a:xfrm>
          </p:grpSpPr>
          <p:grpSp>
            <p:nvGrpSpPr>
              <p:cNvPr id="17492" name="Group 164"/>
              <p:cNvGrpSpPr>
                <a:grpSpLocks/>
              </p:cNvGrpSpPr>
              <p:nvPr/>
            </p:nvGrpSpPr>
            <p:grpSpPr bwMode="auto">
              <a:xfrm>
                <a:off x="2574" y="9158"/>
                <a:ext cx="360" cy="360"/>
                <a:chOff x="2214" y="9158"/>
                <a:chExt cx="360" cy="360"/>
              </a:xfrm>
            </p:grpSpPr>
            <p:sp>
              <p:nvSpPr>
                <p:cNvPr id="17501" name="Line 165"/>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502" name="Line 166"/>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503" name="Line 167"/>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17493" name="Group 168"/>
              <p:cNvGrpSpPr>
                <a:grpSpLocks/>
              </p:cNvGrpSpPr>
              <p:nvPr/>
            </p:nvGrpSpPr>
            <p:grpSpPr bwMode="auto">
              <a:xfrm>
                <a:off x="2934" y="9158"/>
                <a:ext cx="360" cy="360"/>
                <a:chOff x="2214" y="9158"/>
                <a:chExt cx="360" cy="360"/>
              </a:xfrm>
            </p:grpSpPr>
            <p:sp>
              <p:nvSpPr>
                <p:cNvPr id="17498" name="Line 169"/>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499" name="Line 170"/>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500" name="Line 171"/>
                <p:cNvSpPr>
                  <a:spLocks noChangeShapeType="1"/>
                </p:cNvSpPr>
                <p:nvPr/>
              </p:nvSpPr>
              <p:spPr bwMode="auto">
                <a:xfrm>
                  <a:off x="2214" y="933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nvGrpSpPr>
              <p:cNvPr id="17494" name="Group 172"/>
              <p:cNvGrpSpPr>
                <a:grpSpLocks/>
              </p:cNvGrpSpPr>
              <p:nvPr/>
            </p:nvGrpSpPr>
            <p:grpSpPr bwMode="auto">
              <a:xfrm>
                <a:off x="2214" y="9158"/>
                <a:ext cx="360" cy="360"/>
                <a:chOff x="2214" y="9158"/>
                <a:chExt cx="360" cy="360"/>
              </a:xfrm>
            </p:grpSpPr>
            <p:sp>
              <p:nvSpPr>
                <p:cNvPr id="17495" name="Line 173"/>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496" name="Line 174"/>
                <p:cNvSpPr>
                  <a:spLocks noChangeShapeType="1"/>
                </p:cNvSpPr>
                <p:nvPr/>
              </p:nvSpPr>
              <p:spPr bwMode="auto">
                <a:xfrm>
                  <a:off x="2394" y="9158"/>
                  <a:ext cx="18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sp>
              <p:nvSpPr>
                <p:cNvPr id="17497" name="Line 175"/>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lstStyle/>
                <a:p>
                  <a:endParaRPr lang="es-ES"/>
                </a:p>
              </p:txBody>
            </p:sp>
          </p:grpSp>
        </p:grpSp>
        <p:sp>
          <p:nvSpPr>
            <p:cNvPr id="17489" name="Text Box 176"/>
            <p:cNvSpPr txBox="1">
              <a:spLocks noChangeArrowheads="1"/>
            </p:cNvSpPr>
            <p:nvPr/>
          </p:nvSpPr>
          <p:spPr bwMode="auto">
            <a:xfrm>
              <a:off x="1891" y="1389"/>
              <a:ext cx="189"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17490" name="Line 177"/>
            <p:cNvSpPr>
              <a:spLocks noChangeShapeType="1"/>
            </p:cNvSpPr>
            <p:nvPr/>
          </p:nvSpPr>
          <p:spPr bwMode="auto">
            <a:xfrm flipV="1">
              <a:off x="2019" y="1707"/>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wrap="none" lIns="90000" tIns="82800" rIns="90000" bIns="82800"/>
            <a:lstStyle/>
            <a:p>
              <a:endParaRPr lang="es-ES"/>
            </a:p>
          </p:txBody>
        </p:sp>
        <p:sp>
          <p:nvSpPr>
            <p:cNvPr id="17491" name="Text Box 192"/>
            <p:cNvSpPr txBox="1">
              <a:spLocks noChangeArrowheads="1"/>
            </p:cNvSpPr>
            <p:nvPr/>
          </p:nvSpPr>
          <p:spPr bwMode="auto">
            <a:xfrm>
              <a:off x="1301" y="838"/>
              <a:ext cx="1856" cy="338"/>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400">
                  <a:solidFill>
                    <a:srgbClr val="000000"/>
                  </a:solidFill>
                  <a:latin typeface="Arial" panose="020B0604020202020204" pitchFamily="34" charset="0"/>
                </a:rPr>
                <a:t>VALOR DE CAÍDAS</a:t>
              </a:r>
            </a:p>
          </p:txBody>
        </p:sp>
      </p:grpSp>
      <p:grpSp>
        <p:nvGrpSpPr>
          <p:cNvPr id="164" name="Grupo 163"/>
          <p:cNvGrpSpPr>
            <a:grpSpLocks/>
          </p:cNvGrpSpPr>
          <p:nvPr/>
        </p:nvGrpSpPr>
        <p:grpSpPr bwMode="auto">
          <a:xfrm>
            <a:off x="2961894" y="5816096"/>
            <a:ext cx="771397" cy="881063"/>
            <a:chOff x="7273208" y="2949906"/>
            <a:chExt cx="770440" cy="881427"/>
          </a:xfrm>
        </p:grpSpPr>
        <p:cxnSp>
          <p:nvCxnSpPr>
            <p:cNvPr id="17465" name="Conector recto de flecha 165"/>
            <p:cNvCxnSpPr>
              <a:cxnSpLocks noChangeShapeType="1"/>
            </p:cNvCxnSpPr>
            <p:nvPr/>
          </p:nvCxnSpPr>
          <p:spPr bwMode="auto">
            <a:xfrm flipV="1">
              <a:off x="7273208" y="3306934"/>
              <a:ext cx="445937" cy="524399"/>
            </a:xfrm>
            <a:prstGeom prst="straightConnector1">
              <a:avLst/>
            </a:prstGeom>
            <a:noFill/>
            <a:ln w="25400" algn="ctr">
              <a:solidFill>
                <a:srgbClr val="FF0000"/>
              </a:solidFill>
              <a:round/>
              <a:headEnd/>
              <a:tailEnd type="triangle" w="lg" len="lg"/>
            </a:ln>
            <a:extLst>
              <a:ext uri="{909E8E84-426E-40DD-AFC4-6F175D3DCCD1}">
                <a14:hiddenFill xmlns:a14="http://schemas.microsoft.com/office/drawing/2010/main">
                  <a:noFill/>
                </a14:hiddenFill>
              </a:ext>
            </a:extLst>
          </p:spPr>
        </p:cxnSp>
        <p:sp>
          <p:nvSpPr>
            <p:cNvPr id="17466" name="CuadroTexto 166"/>
            <p:cNvSpPr txBox="1">
              <a:spLocks noChangeArrowheads="1"/>
            </p:cNvSpPr>
            <p:nvPr/>
          </p:nvSpPr>
          <p:spPr bwMode="auto">
            <a:xfrm>
              <a:off x="7687902" y="2949906"/>
              <a:ext cx="355746" cy="461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0</a:t>
              </a:r>
            </a:p>
          </p:txBody>
        </p:sp>
      </p:grpSp>
      <p:sp>
        <p:nvSpPr>
          <p:cNvPr id="166" name="CuadroTexto 161"/>
          <p:cNvSpPr txBox="1">
            <a:spLocks noChangeArrowheads="1"/>
          </p:cNvSpPr>
          <p:nvPr/>
        </p:nvSpPr>
        <p:spPr bwMode="auto">
          <a:xfrm>
            <a:off x="8004254" y="4136911"/>
            <a:ext cx="172515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dirty="0">
                <a:solidFill>
                  <a:srgbClr val="FF0000"/>
                </a:solidFill>
              </a:rPr>
              <a:t>en       en</a:t>
            </a:r>
          </a:p>
          <a:p>
            <a:r>
              <a:rPr lang="es-ES" sz="2400" dirty="0" err="1">
                <a:solidFill>
                  <a:srgbClr val="FF0000"/>
                </a:solidFill>
              </a:rPr>
              <a:t>resist</a:t>
            </a:r>
            <a:r>
              <a:rPr lang="es-ES" sz="2400" dirty="0">
                <a:solidFill>
                  <a:srgbClr val="FF0000"/>
                </a:solidFill>
              </a:rPr>
              <a:t>. pilas</a:t>
            </a:r>
          </a:p>
        </p:txBody>
      </p:sp>
      <p:sp>
        <p:nvSpPr>
          <p:cNvPr id="168" name="Text Box 102">
            <a:extLst>
              <a:ext uri="{FF2B5EF4-FFF2-40B4-BE49-F238E27FC236}">
                <a16:creationId xmlns:a16="http://schemas.microsoft.com/office/drawing/2014/main" id="{112C720D-FF06-42CC-8FDF-3AEDF6D38BB0}"/>
              </a:ext>
            </a:extLst>
          </p:cNvPr>
          <p:cNvSpPr txBox="1">
            <a:spLocks noChangeArrowheads="1"/>
          </p:cNvSpPr>
          <p:nvPr/>
        </p:nvSpPr>
        <p:spPr bwMode="auto">
          <a:xfrm>
            <a:off x="5765505" y="336571"/>
            <a:ext cx="3280363" cy="536549"/>
          </a:xfrm>
          <a:prstGeom prst="rect">
            <a:avLst/>
          </a:prstGeom>
          <a:solidFill>
            <a:schemeClr val="bg2">
              <a:lumMod val="60000"/>
              <a:lumOff val="40000"/>
            </a:schemeClr>
          </a:solidFill>
          <a:ln>
            <a:noFill/>
          </a:ln>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defRPr/>
            </a:pPr>
            <a:r>
              <a:rPr lang="es-ES" sz="2400">
                <a:latin typeface="Arial" panose="020B0604020202020204" pitchFamily="34" charset="0"/>
              </a:rPr>
              <a:t>Interruptores Cerrados</a:t>
            </a:r>
          </a:p>
        </p:txBody>
      </p:sp>
      <p:sp>
        <p:nvSpPr>
          <p:cNvPr id="169" name="Rectangle 26">
            <a:extLst>
              <a:ext uri="{FF2B5EF4-FFF2-40B4-BE49-F238E27FC236}">
                <a16:creationId xmlns:a16="http://schemas.microsoft.com/office/drawing/2014/main" id="{5A921550-BBE5-4938-96B1-0F5B6A49B38C}"/>
              </a:ext>
            </a:extLst>
          </p:cNvPr>
          <p:cNvSpPr>
            <a:spLocks noChangeArrowheads="1"/>
          </p:cNvSpPr>
          <p:nvPr/>
        </p:nvSpPr>
        <p:spPr bwMode="auto">
          <a:xfrm>
            <a:off x="1759961" y="6208201"/>
            <a:ext cx="187635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lg"/>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 V</a:t>
            </a:r>
            <a:r>
              <a:rPr lang="es-ES_tradnl" sz="2400" baseline="-25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3</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 V</a:t>
            </a:r>
            <a:r>
              <a:rPr lang="es-ES_tradnl" sz="2400" baseline="-25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4</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endParaRPr lang="es-ES"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endParaRPr>
          </a:p>
        </p:txBody>
      </p:sp>
      <p:sp>
        <p:nvSpPr>
          <p:cNvPr id="170" name="Rectangle 26">
            <a:extLst>
              <a:ext uri="{FF2B5EF4-FFF2-40B4-BE49-F238E27FC236}">
                <a16:creationId xmlns:a16="http://schemas.microsoft.com/office/drawing/2014/main" id="{4962307F-6306-4FCC-A33D-920DBDC8E9E4}"/>
              </a:ext>
            </a:extLst>
          </p:cNvPr>
          <p:cNvSpPr>
            <a:spLocks noChangeArrowheads="1"/>
          </p:cNvSpPr>
          <p:nvPr/>
        </p:nvSpPr>
        <p:spPr bwMode="auto">
          <a:xfrm>
            <a:off x="3472917" y="6208201"/>
            <a:ext cx="1157224"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lg"/>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 V</a:t>
            </a:r>
            <a:r>
              <a:rPr lang="es-ES_tradnl" sz="2400" baseline="-25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2</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a:t>
            </a:r>
            <a:endParaRPr lang="es-ES"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endParaRPr>
          </a:p>
        </p:txBody>
      </p:sp>
      <p:sp>
        <p:nvSpPr>
          <p:cNvPr id="171" name="Rectangle 26">
            <a:extLst>
              <a:ext uri="{FF2B5EF4-FFF2-40B4-BE49-F238E27FC236}">
                <a16:creationId xmlns:a16="http://schemas.microsoft.com/office/drawing/2014/main" id="{3B880439-3F9D-4A81-80D3-3F903D0BC5DC}"/>
              </a:ext>
            </a:extLst>
          </p:cNvPr>
          <p:cNvSpPr>
            <a:spLocks noChangeArrowheads="1"/>
          </p:cNvSpPr>
          <p:nvPr/>
        </p:nvSpPr>
        <p:spPr bwMode="auto">
          <a:xfrm>
            <a:off x="4457465" y="6156135"/>
            <a:ext cx="3524250"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lg"/>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 V</a:t>
            </a:r>
            <a:r>
              <a:rPr lang="es-ES_tradnl" sz="2400" baseline="-25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1</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a:t>
            </a:r>
            <a:r>
              <a:rPr lang="es-ES_tradnl" sz="240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a:t>
            </a:r>
            <a:r>
              <a:rPr lang="es-ES_tradnl" sz="280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endParaRPr lang="es-ES"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endParaRPr>
          </a:p>
        </p:txBody>
      </p:sp>
      <p:grpSp>
        <p:nvGrpSpPr>
          <p:cNvPr id="8" name="Grupo 7">
            <a:extLst>
              <a:ext uri="{FF2B5EF4-FFF2-40B4-BE49-F238E27FC236}">
                <a16:creationId xmlns:a16="http://schemas.microsoft.com/office/drawing/2014/main" id="{23551743-844A-4314-8694-A7C43DC669CA}"/>
              </a:ext>
            </a:extLst>
          </p:cNvPr>
          <p:cNvGrpSpPr/>
          <p:nvPr/>
        </p:nvGrpSpPr>
        <p:grpSpPr>
          <a:xfrm>
            <a:off x="6841782" y="3351185"/>
            <a:ext cx="1558640" cy="1778578"/>
            <a:chOff x="7263813" y="3351185"/>
            <a:chExt cx="1558640" cy="1778578"/>
          </a:xfrm>
        </p:grpSpPr>
        <p:grpSp>
          <p:nvGrpSpPr>
            <p:cNvPr id="158" name="Grupo 157"/>
            <p:cNvGrpSpPr>
              <a:grpSpLocks/>
            </p:cNvGrpSpPr>
            <p:nvPr/>
          </p:nvGrpSpPr>
          <p:grpSpPr bwMode="auto">
            <a:xfrm>
              <a:off x="7273861" y="3351185"/>
              <a:ext cx="770510" cy="1162998"/>
              <a:chOff x="7273208" y="2949906"/>
              <a:chExt cx="771201" cy="1163399"/>
            </a:xfrm>
          </p:grpSpPr>
          <p:grpSp>
            <p:nvGrpSpPr>
              <p:cNvPr id="17467" name="Grupo 158"/>
              <p:cNvGrpSpPr>
                <a:grpSpLocks/>
              </p:cNvGrpSpPr>
              <p:nvPr/>
            </p:nvGrpSpPr>
            <p:grpSpPr bwMode="auto">
              <a:xfrm>
                <a:off x="7273208" y="2949906"/>
                <a:ext cx="771201" cy="881427"/>
                <a:chOff x="7273208" y="2949906"/>
                <a:chExt cx="771201" cy="881427"/>
              </a:xfrm>
            </p:grpSpPr>
            <p:cxnSp>
              <p:nvCxnSpPr>
                <p:cNvPr id="17469" name="Conector recto de flecha 160"/>
                <p:cNvCxnSpPr>
                  <a:cxnSpLocks noChangeShapeType="1"/>
                </p:cNvCxnSpPr>
                <p:nvPr/>
              </p:nvCxnSpPr>
              <p:spPr bwMode="auto">
                <a:xfrm flipV="1">
                  <a:off x="7273208" y="3306934"/>
                  <a:ext cx="445937" cy="524399"/>
                </a:xfrm>
                <a:prstGeom prst="straightConnector1">
                  <a:avLst/>
                </a:prstGeom>
                <a:noFill/>
                <a:ln w="38100" algn="ctr">
                  <a:solidFill>
                    <a:srgbClr val="FF0000"/>
                  </a:solidFill>
                  <a:round/>
                  <a:headEnd/>
                  <a:tailEnd type="triangle" w="lg" len="lg"/>
                </a:ln>
                <a:extLst>
                  <a:ext uri="{909E8E84-426E-40DD-AFC4-6F175D3DCCD1}">
                    <a14:hiddenFill xmlns:a14="http://schemas.microsoft.com/office/drawing/2010/main">
                      <a:noFill/>
                    </a14:hiddenFill>
                  </a:ext>
                </a:extLst>
              </p:spPr>
            </p:cxnSp>
            <p:sp>
              <p:nvSpPr>
                <p:cNvPr id="17470" name="CuadroTexto 161"/>
                <p:cNvSpPr txBox="1">
                  <a:spLocks noChangeArrowheads="1"/>
                </p:cNvSpPr>
                <p:nvPr/>
              </p:nvSpPr>
              <p:spPr bwMode="auto">
                <a:xfrm>
                  <a:off x="7687902" y="2949906"/>
                  <a:ext cx="356507"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0</a:t>
                  </a:r>
                </a:p>
              </p:txBody>
            </p:sp>
          </p:grpSp>
          <p:sp>
            <p:nvSpPr>
              <p:cNvPr id="17468" name="CuadroTexto 159"/>
              <p:cNvSpPr txBox="1">
                <a:spLocks noChangeArrowheads="1"/>
              </p:cNvSpPr>
              <p:nvPr/>
            </p:nvSpPr>
            <p:spPr bwMode="auto">
              <a:xfrm>
                <a:off x="7538052" y="3651481"/>
                <a:ext cx="372552" cy="461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T</a:t>
                </a:r>
              </a:p>
            </p:txBody>
          </p:sp>
        </p:grpSp>
        <p:cxnSp>
          <p:nvCxnSpPr>
            <p:cNvPr id="7" name="Conector recto 6">
              <a:extLst>
                <a:ext uri="{FF2B5EF4-FFF2-40B4-BE49-F238E27FC236}">
                  <a16:creationId xmlns:a16="http://schemas.microsoft.com/office/drawing/2014/main" id="{A4F55499-DB4B-4091-BED9-9CAB93918DCA}"/>
                </a:ext>
              </a:extLst>
            </p:cNvPr>
            <p:cNvCxnSpPr>
              <a:cxnSpLocks/>
            </p:cNvCxnSpPr>
            <p:nvPr/>
          </p:nvCxnSpPr>
          <p:spPr bwMode="auto">
            <a:xfrm>
              <a:off x="7263813" y="4242739"/>
              <a:ext cx="1558640" cy="887024"/>
            </a:xfrm>
            <a:prstGeom prst="line">
              <a:avLst/>
            </a:prstGeom>
            <a:noFill/>
            <a:ln w="38100" cap="flat" cmpd="sng" algn="ctr">
              <a:solidFill>
                <a:srgbClr val="FF0000"/>
              </a:solidFill>
              <a:prstDash val="solid"/>
              <a:round/>
              <a:headEnd type="none" w="med" len="med"/>
              <a:tailEnd type="none" w="lg" len="lg"/>
            </a:ln>
            <a:effectLst/>
          </p:spPr>
        </p:cxnSp>
      </p:grpSp>
      <p:sp>
        <p:nvSpPr>
          <p:cNvPr id="172" name="Rectangle 26">
            <a:extLst>
              <a:ext uri="{FF2B5EF4-FFF2-40B4-BE49-F238E27FC236}">
                <a16:creationId xmlns:a16="http://schemas.microsoft.com/office/drawing/2014/main" id="{73F2CE02-B436-4FEB-9902-0B007FB050B5}"/>
              </a:ext>
            </a:extLst>
          </p:cNvPr>
          <p:cNvSpPr>
            <a:spLocks noChangeArrowheads="1"/>
          </p:cNvSpPr>
          <p:nvPr/>
        </p:nvSpPr>
        <p:spPr bwMode="auto">
          <a:xfrm>
            <a:off x="5927776" y="6151222"/>
            <a:ext cx="1977417" cy="52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type="none" w="lg" len="lg"/>
              </a14:hiddenLine>
            </a:ext>
          </a:extLst>
        </p:spPr>
        <p:txBody>
          <a:bodyPr wrap="square" lIns="90000" tIns="46800" rIns="90000" bIns="46800" anchor="ctr">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0"/>
              </a:spcBef>
              <a:buFontTx/>
              <a:buNone/>
            </a:pPr>
            <a:r>
              <a:rPr lang="es-ES_tradnl" sz="240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R</a:t>
            </a:r>
            <a:r>
              <a:rPr lang="es-ES_tradnl" sz="2400" baseline="-25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1</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a:t>
            </a:r>
            <a:r>
              <a:rPr lang="es-ES_tradnl" sz="2400" dirty="0">
                <a:latin typeface="Comic Sans MS" panose="030F0702030302020204" pitchFamily="66" charset="0"/>
                <a:ea typeface="Times New Roman" panose="02020603050405020304" pitchFamily="18" charset="0"/>
                <a:cs typeface="Arial" panose="020B0604020202020204" pitchFamily="34" charset="0"/>
                <a:sym typeface="Symbol" panose="05050102010706020507" pitchFamily="18" charset="2"/>
              </a:rPr>
              <a:t>I</a:t>
            </a:r>
            <a:r>
              <a:rPr lang="es-ES_tradnl" sz="2400" baseline="-250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1</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 </a:t>
            </a:r>
            <a:r>
              <a:rPr lang="es-ES_tradnl" sz="28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es-ES_tradnl"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  </a:t>
            </a:r>
            <a:endParaRPr lang="es-ES" sz="2400" dirty="0">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endParaRPr>
          </a:p>
        </p:txBody>
      </p:sp>
      <p:sp>
        <p:nvSpPr>
          <p:cNvPr id="4" name="Line 10">
            <a:extLst>
              <a:ext uri="{FF2B5EF4-FFF2-40B4-BE49-F238E27FC236}">
                <a16:creationId xmlns:a16="http://schemas.microsoft.com/office/drawing/2014/main" id="{B04F0E47-C6E5-105E-5DE8-CEE63A9ACF79}"/>
              </a:ext>
            </a:extLst>
          </p:cNvPr>
          <p:cNvSpPr>
            <a:spLocks noChangeShapeType="1"/>
          </p:cNvSpPr>
          <p:nvPr/>
        </p:nvSpPr>
        <p:spPr bwMode="auto">
          <a:xfrm flipV="1">
            <a:off x="4513263" y="1590675"/>
            <a:ext cx="0" cy="252413"/>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 name="Line 14">
            <a:extLst>
              <a:ext uri="{FF2B5EF4-FFF2-40B4-BE49-F238E27FC236}">
                <a16:creationId xmlns:a16="http://schemas.microsoft.com/office/drawing/2014/main" id="{1E6F89C5-681C-3779-3FBA-47260D388C8B}"/>
              </a:ext>
            </a:extLst>
          </p:cNvPr>
          <p:cNvSpPr>
            <a:spLocks noChangeShapeType="1"/>
          </p:cNvSpPr>
          <p:nvPr/>
        </p:nvSpPr>
        <p:spPr bwMode="auto">
          <a:xfrm>
            <a:off x="2803525" y="857250"/>
            <a:ext cx="2297113"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 name="Line 15">
            <a:extLst>
              <a:ext uri="{FF2B5EF4-FFF2-40B4-BE49-F238E27FC236}">
                <a16:creationId xmlns:a16="http://schemas.microsoft.com/office/drawing/2014/main" id="{48E76A61-6FE9-695D-DF81-F9B5D2C36D2F}"/>
              </a:ext>
            </a:extLst>
          </p:cNvPr>
          <p:cNvSpPr>
            <a:spLocks noChangeShapeType="1"/>
          </p:cNvSpPr>
          <p:nvPr/>
        </p:nvSpPr>
        <p:spPr bwMode="auto">
          <a:xfrm rot="10800000">
            <a:off x="2803525" y="1784350"/>
            <a:ext cx="104298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9" name="Line 16">
            <a:extLst>
              <a:ext uri="{FF2B5EF4-FFF2-40B4-BE49-F238E27FC236}">
                <a16:creationId xmlns:a16="http://schemas.microsoft.com/office/drawing/2014/main" id="{51611379-CB8F-9404-AEE2-94E932E4E085}"/>
              </a:ext>
            </a:extLst>
          </p:cNvPr>
          <p:cNvSpPr>
            <a:spLocks noChangeShapeType="1"/>
          </p:cNvSpPr>
          <p:nvPr/>
        </p:nvSpPr>
        <p:spPr bwMode="auto">
          <a:xfrm>
            <a:off x="1546225" y="868363"/>
            <a:ext cx="0" cy="1709737"/>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0" name="Line 17">
            <a:extLst>
              <a:ext uri="{FF2B5EF4-FFF2-40B4-BE49-F238E27FC236}">
                <a16:creationId xmlns:a16="http://schemas.microsoft.com/office/drawing/2014/main" id="{E2CEC8BA-36FA-D83C-997F-F33A941B8296}"/>
              </a:ext>
            </a:extLst>
          </p:cNvPr>
          <p:cNvSpPr>
            <a:spLocks noChangeShapeType="1"/>
          </p:cNvSpPr>
          <p:nvPr/>
        </p:nvSpPr>
        <p:spPr bwMode="auto">
          <a:xfrm>
            <a:off x="3851275" y="857250"/>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1" name="Line 18">
            <a:extLst>
              <a:ext uri="{FF2B5EF4-FFF2-40B4-BE49-F238E27FC236}">
                <a16:creationId xmlns:a16="http://schemas.microsoft.com/office/drawing/2014/main" id="{762A3849-9372-F4D5-FD5A-4D8D2799D70E}"/>
              </a:ext>
            </a:extLst>
          </p:cNvPr>
          <p:cNvSpPr>
            <a:spLocks noChangeShapeType="1"/>
          </p:cNvSpPr>
          <p:nvPr/>
        </p:nvSpPr>
        <p:spPr bwMode="auto">
          <a:xfrm>
            <a:off x="3840163" y="1497013"/>
            <a:ext cx="0" cy="282575"/>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2" name="Line 19">
            <a:extLst>
              <a:ext uri="{FF2B5EF4-FFF2-40B4-BE49-F238E27FC236}">
                <a16:creationId xmlns:a16="http://schemas.microsoft.com/office/drawing/2014/main" id="{3C4CBF28-7745-DE81-4A4B-02DE9DC57030}"/>
              </a:ext>
            </a:extLst>
          </p:cNvPr>
          <p:cNvSpPr>
            <a:spLocks noChangeShapeType="1"/>
          </p:cNvSpPr>
          <p:nvPr/>
        </p:nvSpPr>
        <p:spPr bwMode="auto">
          <a:xfrm flipH="1">
            <a:off x="1546225" y="857250"/>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3" name="Line 20">
            <a:extLst>
              <a:ext uri="{FF2B5EF4-FFF2-40B4-BE49-F238E27FC236}">
                <a16:creationId xmlns:a16="http://schemas.microsoft.com/office/drawing/2014/main" id="{E011533D-5A0C-B60E-58A3-09D0326D3A26}"/>
              </a:ext>
            </a:extLst>
          </p:cNvPr>
          <p:cNvSpPr>
            <a:spLocks noChangeShapeType="1"/>
          </p:cNvSpPr>
          <p:nvPr/>
        </p:nvSpPr>
        <p:spPr bwMode="auto">
          <a:xfrm flipH="1">
            <a:off x="1535113" y="1795463"/>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4" name="Oval 24">
            <a:extLst>
              <a:ext uri="{FF2B5EF4-FFF2-40B4-BE49-F238E27FC236}">
                <a16:creationId xmlns:a16="http://schemas.microsoft.com/office/drawing/2014/main" id="{7204444A-A4E3-F3F5-1CCB-CA0B9DF9B009}"/>
              </a:ext>
            </a:extLst>
          </p:cNvPr>
          <p:cNvSpPr>
            <a:spLocks noChangeArrowheads="1"/>
          </p:cNvSpPr>
          <p:nvPr/>
        </p:nvSpPr>
        <p:spPr bwMode="auto">
          <a:xfrm>
            <a:off x="4468813" y="1492250"/>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5" name="Oval 25">
            <a:extLst>
              <a:ext uri="{FF2B5EF4-FFF2-40B4-BE49-F238E27FC236}">
                <a16:creationId xmlns:a16="http://schemas.microsoft.com/office/drawing/2014/main" id="{A8CFDB30-F49D-1896-11AF-64617EAC4A8B}"/>
              </a:ext>
            </a:extLst>
          </p:cNvPr>
          <p:cNvSpPr>
            <a:spLocks noChangeArrowheads="1"/>
          </p:cNvSpPr>
          <p:nvPr/>
        </p:nvSpPr>
        <p:spPr bwMode="auto">
          <a:xfrm>
            <a:off x="3805238" y="1497013"/>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6" name="Oval 26">
            <a:extLst>
              <a:ext uri="{FF2B5EF4-FFF2-40B4-BE49-F238E27FC236}">
                <a16:creationId xmlns:a16="http://schemas.microsoft.com/office/drawing/2014/main" id="{095A427D-4166-4C16-25BA-ACB4280317D1}"/>
              </a:ext>
            </a:extLst>
          </p:cNvPr>
          <p:cNvSpPr>
            <a:spLocks noChangeArrowheads="1"/>
          </p:cNvSpPr>
          <p:nvPr/>
        </p:nvSpPr>
        <p:spPr bwMode="auto">
          <a:xfrm>
            <a:off x="3805238" y="1133475"/>
            <a:ext cx="79375" cy="80963"/>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7" name="Oval 27">
            <a:extLst>
              <a:ext uri="{FF2B5EF4-FFF2-40B4-BE49-F238E27FC236}">
                <a16:creationId xmlns:a16="http://schemas.microsoft.com/office/drawing/2014/main" id="{F6464679-B62B-C610-AD3B-8C00CECE119B}"/>
              </a:ext>
            </a:extLst>
          </p:cNvPr>
          <p:cNvSpPr>
            <a:spLocks noChangeArrowheads="1"/>
          </p:cNvSpPr>
          <p:nvPr/>
        </p:nvSpPr>
        <p:spPr bwMode="auto">
          <a:xfrm>
            <a:off x="4468813" y="1855788"/>
            <a:ext cx="79375" cy="80962"/>
          </a:xfrm>
          <a:prstGeom prst="ellipse">
            <a:avLst/>
          </a:prstGeom>
          <a:solidFill>
            <a:srgbClr val="FF0000"/>
          </a:solidFill>
          <a:ln w="381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grpSp>
        <p:nvGrpSpPr>
          <p:cNvPr id="18" name="Group 28">
            <a:extLst>
              <a:ext uri="{FF2B5EF4-FFF2-40B4-BE49-F238E27FC236}">
                <a16:creationId xmlns:a16="http://schemas.microsoft.com/office/drawing/2014/main" id="{CFDB8FF9-B36E-E71B-B7EB-33CE892F176E}"/>
              </a:ext>
            </a:extLst>
          </p:cNvPr>
          <p:cNvGrpSpPr>
            <a:grpSpLocks/>
          </p:cNvGrpSpPr>
          <p:nvPr/>
        </p:nvGrpSpPr>
        <p:grpSpPr bwMode="auto">
          <a:xfrm>
            <a:off x="2384425" y="650875"/>
            <a:ext cx="419100" cy="427038"/>
            <a:chOff x="2214" y="9158"/>
            <a:chExt cx="1080" cy="360"/>
          </a:xfrm>
        </p:grpSpPr>
        <p:grpSp>
          <p:nvGrpSpPr>
            <p:cNvPr id="19" name="Group 29">
              <a:extLst>
                <a:ext uri="{FF2B5EF4-FFF2-40B4-BE49-F238E27FC236}">
                  <a16:creationId xmlns:a16="http://schemas.microsoft.com/office/drawing/2014/main" id="{AFEE02CF-1C7C-BE55-9079-F3B6DC5F481B}"/>
                </a:ext>
              </a:extLst>
            </p:cNvPr>
            <p:cNvGrpSpPr>
              <a:grpSpLocks/>
            </p:cNvGrpSpPr>
            <p:nvPr/>
          </p:nvGrpSpPr>
          <p:grpSpPr bwMode="auto">
            <a:xfrm>
              <a:off x="2574" y="9158"/>
              <a:ext cx="360" cy="360"/>
              <a:chOff x="2214" y="9158"/>
              <a:chExt cx="360" cy="360"/>
            </a:xfrm>
          </p:grpSpPr>
          <p:sp>
            <p:nvSpPr>
              <p:cNvPr id="30" name="Line 30">
                <a:extLst>
                  <a:ext uri="{FF2B5EF4-FFF2-40B4-BE49-F238E27FC236}">
                    <a16:creationId xmlns:a16="http://schemas.microsoft.com/office/drawing/2014/main" id="{8C3940BF-D47F-A591-1043-BA0C4A5DC9D4}"/>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1" name="Line 31">
                <a:extLst>
                  <a:ext uri="{FF2B5EF4-FFF2-40B4-BE49-F238E27FC236}">
                    <a16:creationId xmlns:a16="http://schemas.microsoft.com/office/drawing/2014/main" id="{CA174245-1F3E-BCF2-EDE0-C2550B8A0C15}"/>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2" name="Line 32">
                <a:extLst>
                  <a:ext uri="{FF2B5EF4-FFF2-40B4-BE49-F238E27FC236}">
                    <a16:creationId xmlns:a16="http://schemas.microsoft.com/office/drawing/2014/main" id="{A5B7805E-CDCF-999E-1227-728AA4EFE2DE}"/>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20" name="Group 33">
              <a:extLst>
                <a:ext uri="{FF2B5EF4-FFF2-40B4-BE49-F238E27FC236}">
                  <a16:creationId xmlns:a16="http://schemas.microsoft.com/office/drawing/2014/main" id="{EFE52437-5E62-4BA2-4C66-4CCCC3DED0E4}"/>
                </a:ext>
              </a:extLst>
            </p:cNvPr>
            <p:cNvGrpSpPr>
              <a:grpSpLocks/>
            </p:cNvGrpSpPr>
            <p:nvPr/>
          </p:nvGrpSpPr>
          <p:grpSpPr bwMode="auto">
            <a:xfrm>
              <a:off x="2934" y="9158"/>
              <a:ext cx="360" cy="360"/>
              <a:chOff x="2214" y="9158"/>
              <a:chExt cx="360" cy="360"/>
            </a:xfrm>
          </p:grpSpPr>
          <p:sp>
            <p:nvSpPr>
              <p:cNvPr id="27" name="Line 34">
                <a:extLst>
                  <a:ext uri="{FF2B5EF4-FFF2-40B4-BE49-F238E27FC236}">
                    <a16:creationId xmlns:a16="http://schemas.microsoft.com/office/drawing/2014/main" id="{FD0BE112-B792-F203-330A-5417D704304C}"/>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8" name="Line 35">
                <a:extLst>
                  <a:ext uri="{FF2B5EF4-FFF2-40B4-BE49-F238E27FC236}">
                    <a16:creationId xmlns:a16="http://schemas.microsoft.com/office/drawing/2014/main" id="{D0E97178-B5B7-01A9-4FD2-3C2827FA2590}"/>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9" name="Line 36">
                <a:extLst>
                  <a:ext uri="{FF2B5EF4-FFF2-40B4-BE49-F238E27FC236}">
                    <a16:creationId xmlns:a16="http://schemas.microsoft.com/office/drawing/2014/main" id="{24A9BA00-5DF0-DF28-791F-0CE73BBC7E51}"/>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22" name="Group 37">
              <a:extLst>
                <a:ext uri="{FF2B5EF4-FFF2-40B4-BE49-F238E27FC236}">
                  <a16:creationId xmlns:a16="http://schemas.microsoft.com/office/drawing/2014/main" id="{2C015529-04D1-1A37-0223-7C0610D634E7}"/>
                </a:ext>
              </a:extLst>
            </p:cNvPr>
            <p:cNvGrpSpPr>
              <a:grpSpLocks/>
            </p:cNvGrpSpPr>
            <p:nvPr/>
          </p:nvGrpSpPr>
          <p:grpSpPr bwMode="auto">
            <a:xfrm>
              <a:off x="2214" y="9158"/>
              <a:ext cx="360" cy="360"/>
              <a:chOff x="2214" y="9158"/>
              <a:chExt cx="360" cy="360"/>
            </a:xfrm>
          </p:grpSpPr>
          <p:sp>
            <p:nvSpPr>
              <p:cNvPr id="23" name="Line 38">
                <a:extLst>
                  <a:ext uri="{FF2B5EF4-FFF2-40B4-BE49-F238E27FC236}">
                    <a16:creationId xmlns:a16="http://schemas.microsoft.com/office/drawing/2014/main" id="{446AFDB6-1255-1B28-6929-8C7A21745CBA}"/>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4" name="Line 39">
                <a:extLst>
                  <a:ext uri="{FF2B5EF4-FFF2-40B4-BE49-F238E27FC236}">
                    <a16:creationId xmlns:a16="http://schemas.microsoft.com/office/drawing/2014/main" id="{A9685A23-A5BD-A1F4-04D9-52E8E5503C49}"/>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25" name="Line 40">
                <a:extLst>
                  <a:ext uri="{FF2B5EF4-FFF2-40B4-BE49-F238E27FC236}">
                    <a16:creationId xmlns:a16="http://schemas.microsoft.com/office/drawing/2014/main" id="{392E25B7-6836-18EA-89E1-DA1FA9D17CED}"/>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33" name="Group 41">
            <a:extLst>
              <a:ext uri="{FF2B5EF4-FFF2-40B4-BE49-F238E27FC236}">
                <a16:creationId xmlns:a16="http://schemas.microsoft.com/office/drawing/2014/main" id="{FC0BF53F-3382-587D-0C1D-EF0FF2CD45B9}"/>
              </a:ext>
            </a:extLst>
          </p:cNvPr>
          <p:cNvGrpSpPr>
            <a:grpSpLocks/>
          </p:cNvGrpSpPr>
          <p:nvPr/>
        </p:nvGrpSpPr>
        <p:grpSpPr bwMode="auto">
          <a:xfrm>
            <a:off x="2384425" y="1541463"/>
            <a:ext cx="419100" cy="427037"/>
            <a:chOff x="2214" y="9158"/>
            <a:chExt cx="1080" cy="360"/>
          </a:xfrm>
        </p:grpSpPr>
        <p:grpSp>
          <p:nvGrpSpPr>
            <p:cNvPr id="34" name="Group 42">
              <a:extLst>
                <a:ext uri="{FF2B5EF4-FFF2-40B4-BE49-F238E27FC236}">
                  <a16:creationId xmlns:a16="http://schemas.microsoft.com/office/drawing/2014/main" id="{16F9B680-1149-670F-5501-8A8C7F3CD029}"/>
                </a:ext>
              </a:extLst>
            </p:cNvPr>
            <p:cNvGrpSpPr>
              <a:grpSpLocks/>
            </p:cNvGrpSpPr>
            <p:nvPr/>
          </p:nvGrpSpPr>
          <p:grpSpPr bwMode="auto">
            <a:xfrm>
              <a:off x="2574" y="9158"/>
              <a:ext cx="360" cy="360"/>
              <a:chOff x="2214" y="9158"/>
              <a:chExt cx="360" cy="360"/>
            </a:xfrm>
          </p:grpSpPr>
          <p:sp>
            <p:nvSpPr>
              <p:cNvPr id="43" name="Line 43">
                <a:extLst>
                  <a:ext uri="{FF2B5EF4-FFF2-40B4-BE49-F238E27FC236}">
                    <a16:creationId xmlns:a16="http://schemas.microsoft.com/office/drawing/2014/main" id="{3D98FC12-6A09-4641-D214-97861240E9BE}"/>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4" name="Line 44">
                <a:extLst>
                  <a:ext uri="{FF2B5EF4-FFF2-40B4-BE49-F238E27FC236}">
                    <a16:creationId xmlns:a16="http://schemas.microsoft.com/office/drawing/2014/main" id="{84E6EBBA-73F1-EFB6-8061-E6A12F45BFA9}"/>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5" name="Line 45">
                <a:extLst>
                  <a:ext uri="{FF2B5EF4-FFF2-40B4-BE49-F238E27FC236}">
                    <a16:creationId xmlns:a16="http://schemas.microsoft.com/office/drawing/2014/main" id="{AEC2CFD0-E7E6-DDAF-6418-E39341DC581B}"/>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5" name="Group 46">
              <a:extLst>
                <a:ext uri="{FF2B5EF4-FFF2-40B4-BE49-F238E27FC236}">
                  <a16:creationId xmlns:a16="http://schemas.microsoft.com/office/drawing/2014/main" id="{3832D553-D10E-1444-736A-5E8A5DD0A757}"/>
                </a:ext>
              </a:extLst>
            </p:cNvPr>
            <p:cNvGrpSpPr>
              <a:grpSpLocks/>
            </p:cNvGrpSpPr>
            <p:nvPr/>
          </p:nvGrpSpPr>
          <p:grpSpPr bwMode="auto">
            <a:xfrm>
              <a:off x="2934" y="9158"/>
              <a:ext cx="360" cy="360"/>
              <a:chOff x="2214" y="9158"/>
              <a:chExt cx="360" cy="360"/>
            </a:xfrm>
          </p:grpSpPr>
          <p:sp>
            <p:nvSpPr>
              <p:cNvPr id="40" name="Line 47">
                <a:extLst>
                  <a:ext uri="{FF2B5EF4-FFF2-40B4-BE49-F238E27FC236}">
                    <a16:creationId xmlns:a16="http://schemas.microsoft.com/office/drawing/2014/main" id="{537A868C-CA7F-C5FD-5F17-03D5D87E2804}"/>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1" name="Line 48">
                <a:extLst>
                  <a:ext uri="{FF2B5EF4-FFF2-40B4-BE49-F238E27FC236}">
                    <a16:creationId xmlns:a16="http://schemas.microsoft.com/office/drawing/2014/main" id="{1879F9D1-6FA7-7D1A-2E3D-33E0157BEDB5}"/>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2" name="Line 49">
                <a:extLst>
                  <a:ext uri="{FF2B5EF4-FFF2-40B4-BE49-F238E27FC236}">
                    <a16:creationId xmlns:a16="http://schemas.microsoft.com/office/drawing/2014/main" id="{C8872DE9-710E-572F-780D-EC640250CF8F}"/>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36" name="Group 50">
              <a:extLst>
                <a:ext uri="{FF2B5EF4-FFF2-40B4-BE49-F238E27FC236}">
                  <a16:creationId xmlns:a16="http://schemas.microsoft.com/office/drawing/2014/main" id="{97548812-5E81-B1C8-4494-7C9DB4FFB186}"/>
                </a:ext>
              </a:extLst>
            </p:cNvPr>
            <p:cNvGrpSpPr>
              <a:grpSpLocks/>
            </p:cNvGrpSpPr>
            <p:nvPr/>
          </p:nvGrpSpPr>
          <p:grpSpPr bwMode="auto">
            <a:xfrm>
              <a:off x="2214" y="9158"/>
              <a:ext cx="360" cy="360"/>
              <a:chOff x="2214" y="9158"/>
              <a:chExt cx="360" cy="360"/>
            </a:xfrm>
          </p:grpSpPr>
          <p:sp>
            <p:nvSpPr>
              <p:cNvPr id="37" name="Line 51">
                <a:extLst>
                  <a:ext uri="{FF2B5EF4-FFF2-40B4-BE49-F238E27FC236}">
                    <a16:creationId xmlns:a16="http://schemas.microsoft.com/office/drawing/2014/main" id="{F9681A3C-2A89-D148-FA17-81F0AF960F45}"/>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8" name="Line 52">
                <a:extLst>
                  <a:ext uri="{FF2B5EF4-FFF2-40B4-BE49-F238E27FC236}">
                    <a16:creationId xmlns:a16="http://schemas.microsoft.com/office/drawing/2014/main" id="{A1496AF5-1955-7121-F3BE-201231ED9737}"/>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39" name="Line 53">
                <a:extLst>
                  <a:ext uri="{FF2B5EF4-FFF2-40B4-BE49-F238E27FC236}">
                    <a16:creationId xmlns:a16="http://schemas.microsoft.com/office/drawing/2014/main" id="{087711B8-5CE8-0750-0C78-1F160AAC0AC7}"/>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grpSp>
        <p:nvGrpSpPr>
          <p:cNvPr id="46" name="Group 67">
            <a:extLst>
              <a:ext uri="{FF2B5EF4-FFF2-40B4-BE49-F238E27FC236}">
                <a16:creationId xmlns:a16="http://schemas.microsoft.com/office/drawing/2014/main" id="{344AE983-FF53-5CAB-DC9C-32D3A04ECAED}"/>
              </a:ext>
            </a:extLst>
          </p:cNvPr>
          <p:cNvGrpSpPr>
            <a:grpSpLocks/>
          </p:cNvGrpSpPr>
          <p:nvPr/>
        </p:nvGrpSpPr>
        <p:grpSpPr bwMode="auto">
          <a:xfrm rot="5400000">
            <a:off x="4895056" y="1534319"/>
            <a:ext cx="427038" cy="419100"/>
            <a:chOff x="2214" y="9158"/>
            <a:chExt cx="1080" cy="360"/>
          </a:xfrm>
        </p:grpSpPr>
        <p:grpSp>
          <p:nvGrpSpPr>
            <p:cNvPr id="47" name="Group 68">
              <a:extLst>
                <a:ext uri="{FF2B5EF4-FFF2-40B4-BE49-F238E27FC236}">
                  <a16:creationId xmlns:a16="http://schemas.microsoft.com/office/drawing/2014/main" id="{1F544133-3195-F6B6-DDC0-304059933FB7}"/>
                </a:ext>
              </a:extLst>
            </p:cNvPr>
            <p:cNvGrpSpPr>
              <a:grpSpLocks/>
            </p:cNvGrpSpPr>
            <p:nvPr/>
          </p:nvGrpSpPr>
          <p:grpSpPr bwMode="auto">
            <a:xfrm>
              <a:off x="2574" y="9158"/>
              <a:ext cx="360" cy="360"/>
              <a:chOff x="2214" y="9158"/>
              <a:chExt cx="360" cy="360"/>
            </a:xfrm>
          </p:grpSpPr>
          <p:sp>
            <p:nvSpPr>
              <p:cNvPr id="56" name="Line 69">
                <a:extLst>
                  <a:ext uri="{FF2B5EF4-FFF2-40B4-BE49-F238E27FC236}">
                    <a16:creationId xmlns:a16="http://schemas.microsoft.com/office/drawing/2014/main" id="{BA612B12-B896-3D46-D973-71399C95DDFF}"/>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7" name="Line 70">
                <a:extLst>
                  <a:ext uri="{FF2B5EF4-FFF2-40B4-BE49-F238E27FC236}">
                    <a16:creationId xmlns:a16="http://schemas.microsoft.com/office/drawing/2014/main" id="{FBCFD5D2-AAD4-A118-69CD-D6CB1CA868AD}"/>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8" name="Line 71">
                <a:extLst>
                  <a:ext uri="{FF2B5EF4-FFF2-40B4-BE49-F238E27FC236}">
                    <a16:creationId xmlns:a16="http://schemas.microsoft.com/office/drawing/2014/main" id="{14BEE67A-4E75-DD4B-1484-1B5235C44624}"/>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8" name="Group 72">
              <a:extLst>
                <a:ext uri="{FF2B5EF4-FFF2-40B4-BE49-F238E27FC236}">
                  <a16:creationId xmlns:a16="http://schemas.microsoft.com/office/drawing/2014/main" id="{410B80D5-5AF4-73DB-1F53-FDE042FFAE01}"/>
                </a:ext>
              </a:extLst>
            </p:cNvPr>
            <p:cNvGrpSpPr>
              <a:grpSpLocks/>
            </p:cNvGrpSpPr>
            <p:nvPr/>
          </p:nvGrpSpPr>
          <p:grpSpPr bwMode="auto">
            <a:xfrm>
              <a:off x="2934" y="9158"/>
              <a:ext cx="360" cy="360"/>
              <a:chOff x="2214" y="9158"/>
              <a:chExt cx="360" cy="360"/>
            </a:xfrm>
          </p:grpSpPr>
          <p:sp>
            <p:nvSpPr>
              <p:cNvPr id="53" name="Line 73">
                <a:extLst>
                  <a:ext uri="{FF2B5EF4-FFF2-40B4-BE49-F238E27FC236}">
                    <a16:creationId xmlns:a16="http://schemas.microsoft.com/office/drawing/2014/main" id="{96635776-AF75-CD7A-4820-16E46BF52784}"/>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4" name="Line 74">
                <a:extLst>
                  <a:ext uri="{FF2B5EF4-FFF2-40B4-BE49-F238E27FC236}">
                    <a16:creationId xmlns:a16="http://schemas.microsoft.com/office/drawing/2014/main" id="{C2F436CD-653E-C615-3863-8267CFD5F6F0}"/>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5" name="Line 75">
                <a:extLst>
                  <a:ext uri="{FF2B5EF4-FFF2-40B4-BE49-F238E27FC236}">
                    <a16:creationId xmlns:a16="http://schemas.microsoft.com/office/drawing/2014/main" id="{29053411-0F18-DD86-4551-DAA6AA3518C0}"/>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49" name="Group 76">
              <a:extLst>
                <a:ext uri="{FF2B5EF4-FFF2-40B4-BE49-F238E27FC236}">
                  <a16:creationId xmlns:a16="http://schemas.microsoft.com/office/drawing/2014/main" id="{BF9D10CB-4BCA-FFFC-1C78-75F0C856C23B}"/>
                </a:ext>
              </a:extLst>
            </p:cNvPr>
            <p:cNvGrpSpPr>
              <a:grpSpLocks/>
            </p:cNvGrpSpPr>
            <p:nvPr/>
          </p:nvGrpSpPr>
          <p:grpSpPr bwMode="auto">
            <a:xfrm>
              <a:off x="2214" y="9158"/>
              <a:ext cx="360" cy="360"/>
              <a:chOff x="2214" y="9158"/>
              <a:chExt cx="360" cy="360"/>
            </a:xfrm>
          </p:grpSpPr>
          <p:sp>
            <p:nvSpPr>
              <p:cNvPr id="50" name="Line 77">
                <a:extLst>
                  <a:ext uri="{FF2B5EF4-FFF2-40B4-BE49-F238E27FC236}">
                    <a16:creationId xmlns:a16="http://schemas.microsoft.com/office/drawing/2014/main" id="{87490CAF-8605-A271-AF39-9942834ACCBA}"/>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1" name="Line 78">
                <a:extLst>
                  <a:ext uri="{FF2B5EF4-FFF2-40B4-BE49-F238E27FC236}">
                    <a16:creationId xmlns:a16="http://schemas.microsoft.com/office/drawing/2014/main" id="{DE17CDEC-2512-25A4-30C9-E2610AA1E383}"/>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52" name="Line 79">
                <a:extLst>
                  <a:ext uri="{FF2B5EF4-FFF2-40B4-BE49-F238E27FC236}">
                    <a16:creationId xmlns:a16="http://schemas.microsoft.com/office/drawing/2014/main" id="{217F68E2-A515-928A-4BD1-5C42DCF3D2BE}"/>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59" name="Line 80">
            <a:extLst>
              <a:ext uri="{FF2B5EF4-FFF2-40B4-BE49-F238E27FC236}">
                <a16:creationId xmlns:a16="http://schemas.microsoft.com/office/drawing/2014/main" id="{4CC8E95B-B69F-163C-895C-DA3B3F219350}"/>
              </a:ext>
            </a:extLst>
          </p:cNvPr>
          <p:cNvSpPr>
            <a:spLocks noChangeShapeType="1"/>
          </p:cNvSpPr>
          <p:nvPr/>
        </p:nvSpPr>
        <p:spPr bwMode="auto">
          <a:xfrm>
            <a:off x="5108575"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0" name="Line 81">
            <a:extLst>
              <a:ext uri="{FF2B5EF4-FFF2-40B4-BE49-F238E27FC236}">
                <a16:creationId xmlns:a16="http://schemas.microsoft.com/office/drawing/2014/main" id="{B500AAA8-536A-F05B-49D7-188296AE67BD}"/>
              </a:ext>
            </a:extLst>
          </p:cNvPr>
          <p:cNvSpPr>
            <a:spLocks noChangeShapeType="1"/>
          </p:cNvSpPr>
          <p:nvPr/>
        </p:nvSpPr>
        <p:spPr bwMode="auto">
          <a:xfrm>
            <a:off x="5108575" y="1960563"/>
            <a:ext cx="0" cy="639762"/>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1" name="Line 82">
            <a:extLst>
              <a:ext uri="{FF2B5EF4-FFF2-40B4-BE49-F238E27FC236}">
                <a16:creationId xmlns:a16="http://schemas.microsoft.com/office/drawing/2014/main" id="{C4C4559D-000E-68D0-6DB2-F7F2AD919473}"/>
              </a:ext>
            </a:extLst>
          </p:cNvPr>
          <p:cNvSpPr>
            <a:spLocks noChangeShapeType="1"/>
          </p:cNvSpPr>
          <p:nvPr/>
        </p:nvSpPr>
        <p:spPr bwMode="auto">
          <a:xfrm flipV="1">
            <a:off x="4497388" y="857250"/>
            <a:ext cx="0" cy="63976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2" name="Line 83">
            <a:extLst>
              <a:ext uri="{FF2B5EF4-FFF2-40B4-BE49-F238E27FC236}">
                <a16:creationId xmlns:a16="http://schemas.microsoft.com/office/drawing/2014/main" id="{1FF72726-D2CF-29B8-B2B5-054C6BC19FFB}"/>
              </a:ext>
            </a:extLst>
          </p:cNvPr>
          <p:cNvSpPr>
            <a:spLocks noChangeShapeType="1"/>
          </p:cNvSpPr>
          <p:nvPr/>
        </p:nvSpPr>
        <p:spPr bwMode="auto">
          <a:xfrm>
            <a:off x="4510088" y="1947863"/>
            <a:ext cx="0" cy="64135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63" name="Line 84">
            <a:extLst>
              <a:ext uri="{FF2B5EF4-FFF2-40B4-BE49-F238E27FC236}">
                <a16:creationId xmlns:a16="http://schemas.microsoft.com/office/drawing/2014/main" id="{E77893BC-09B6-1C55-7671-CBC57A3ACC3E}"/>
              </a:ext>
            </a:extLst>
          </p:cNvPr>
          <p:cNvSpPr>
            <a:spLocks noChangeShapeType="1"/>
          </p:cNvSpPr>
          <p:nvPr/>
        </p:nvSpPr>
        <p:spPr bwMode="auto">
          <a:xfrm flipV="1">
            <a:off x="3852863" y="1246188"/>
            <a:ext cx="0" cy="252412"/>
          </a:xfrm>
          <a:prstGeom prst="line">
            <a:avLst/>
          </a:prstGeom>
          <a:noFill/>
          <a:ln w="38100">
            <a:solidFill>
              <a:srgbClr val="008000"/>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06" name="Rectangle 87">
            <a:extLst>
              <a:ext uri="{FF2B5EF4-FFF2-40B4-BE49-F238E27FC236}">
                <a16:creationId xmlns:a16="http://schemas.microsoft.com/office/drawing/2014/main" id="{5361FABE-9682-0528-4759-E9E78662A96B}"/>
              </a:ext>
            </a:extLst>
          </p:cNvPr>
          <p:cNvSpPr>
            <a:spLocks noChangeArrowheads="1"/>
          </p:cNvSpPr>
          <p:nvPr/>
        </p:nvSpPr>
        <p:spPr bwMode="auto">
          <a:xfrm>
            <a:off x="1951038" y="1257300"/>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2</a:t>
            </a:r>
            <a:endParaRPr lang="es-ES" sz="2000" b="1">
              <a:solidFill>
                <a:srgbClr val="008000"/>
              </a:solidFill>
              <a:latin typeface="Arial" panose="020B0604020202020204" pitchFamily="34" charset="0"/>
              <a:sym typeface="Symbol" panose="05050102010706020507" pitchFamily="18" charset="2"/>
            </a:endParaRPr>
          </a:p>
        </p:txBody>
      </p:sp>
      <p:sp>
        <p:nvSpPr>
          <p:cNvPr id="17571" name="Rectangle 89">
            <a:extLst>
              <a:ext uri="{FF2B5EF4-FFF2-40B4-BE49-F238E27FC236}">
                <a16:creationId xmlns:a16="http://schemas.microsoft.com/office/drawing/2014/main" id="{229CC2DB-06D6-3228-9603-FD4344F175C3}"/>
              </a:ext>
            </a:extLst>
          </p:cNvPr>
          <p:cNvSpPr>
            <a:spLocks noChangeArrowheads="1"/>
          </p:cNvSpPr>
          <p:nvPr/>
        </p:nvSpPr>
        <p:spPr bwMode="auto">
          <a:xfrm>
            <a:off x="4648547" y="1025425"/>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4</a:t>
            </a:r>
            <a:endParaRPr lang="es-ES" sz="2000" b="1">
              <a:solidFill>
                <a:srgbClr val="008000"/>
              </a:solidFill>
              <a:latin typeface="Arial" panose="020B0604020202020204" pitchFamily="34" charset="0"/>
              <a:sym typeface="Symbol" panose="05050102010706020507" pitchFamily="18" charset="2"/>
            </a:endParaRPr>
          </a:p>
        </p:txBody>
      </p:sp>
      <p:sp>
        <p:nvSpPr>
          <p:cNvPr id="17572" name="Oval 96">
            <a:extLst>
              <a:ext uri="{FF2B5EF4-FFF2-40B4-BE49-F238E27FC236}">
                <a16:creationId xmlns:a16="http://schemas.microsoft.com/office/drawing/2014/main" id="{797FDC27-B859-3133-483D-F2B667498246}"/>
              </a:ext>
            </a:extLst>
          </p:cNvPr>
          <p:cNvSpPr>
            <a:spLocks noChangeArrowheads="1"/>
          </p:cNvSpPr>
          <p:nvPr/>
        </p:nvSpPr>
        <p:spPr bwMode="auto">
          <a:xfrm>
            <a:off x="1497013" y="1746250"/>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17573" name="Rectangle 97">
            <a:extLst>
              <a:ext uri="{FF2B5EF4-FFF2-40B4-BE49-F238E27FC236}">
                <a16:creationId xmlns:a16="http://schemas.microsoft.com/office/drawing/2014/main" id="{92DF59E7-413C-9857-0066-5DECBB85708C}"/>
              </a:ext>
            </a:extLst>
          </p:cNvPr>
          <p:cNvSpPr>
            <a:spLocks noChangeArrowheads="1"/>
          </p:cNvSpPr>
          <p:nvPr/>
        </p:nvSpPr>
        <p:spPr bwMode="auto">
          <a:xfrm>
            <a:off x="1143000" y="1495425"/>
            <a:ext cx="350838"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P</a:t>
            </a:r>
          </a:p>
        </p:txBody>
      </p:sp>
      <p:sp>
        <p:nvSpPr>
          <p:cNvPr id="17574" name="Text Box 145">
            <a:extLst>
              <a:ext uri="{FF2B5EF4-FFF2-40B4-BE49-F238E27FC236}">
                <a16:creationId xmlns:a16="http://schemas.microsoft.com/office/drawing/2014/main" id="{4AF881CF-77AC-1BF9-B45A-89503BF1BA4F}"/>
              </a:ext>
            </a:extLst>
          </p:cNvPr>
          <p:cNvSpPr txBox="1">
            <a:spLocks noChangeArrowheads="1"/>
          </p:cNvSpPr>
          <p:nvPr/>
        </p:nvSpPr>
        <p:spPr bwMode="auto">
          <a:xfrm>
            <a:off x="3536950" y="1106488"/>
            <a:ext cx="322263"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17575" name="Text Box 146">
            <a:extLst>
              <a:ext uri="{FF2B5EF4-FFF2-40B4-BE49-F238E27FC236}">
                <a16:creationId xmlns:a16="http://schemas.microsoft.com/office/drawing/2014/main" id="{77C4783C-B4B0-5410-722B-70CF24B64D85}"/>
              </a:ext>
            </a:extLst>
          </p:cNvPr>
          <p:cNvSpPr txBox="1">
            <a:spLocks noChangeArrowheads="1"/>
          </p:cNvSpPr>
          <p:nvPr/>
        </p:nvSpPr>
        <p:spPr bwMode="auto">
          <a:xfrm>
            <a:off x="4186238" y="1462088"/>
            <a:ext cx="322262"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type="none" w="lg" len="lg"/>
              </a14:hiddenLine>
            </a:ext>
            <a:ext uri="{AF507438-7753-43E0-B8FC-AC1667EBCBE1}">
              <a14:hiddenEffects xmlns:a14="http://schemas.microsoft.com/office/drawing/2010/main">
                <a:effectLst>
                  <a:outerShdw dist="107763" dir="2700000" algn="ctr" rotWithShape="0">
                    <a:srgbClr val="808080"/>
                  </a:outerShdw>
                </a:effectLst>
              </a14:hiddenEffects>
            </a:ext>
            <a:ext uri="{53640926-AAD7-44D8-BBD7-CCE9431645EC}">
              <a14:shadowObscured xmlns:a14="http://schemas.microsoft.com/office/drawing/2010/main" val="1"/>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a:solidFill>
                  <a:srgbClr val="000000"/>
                </a:solidFill>
                <a:latin typeface="Arial" panose="020B0604020202020204" pitchFamily="34" charset="0"/>
              </a:rPr>
              <a:t>0</a:t>
            </a:r>
          </a:p>
        </p:txBody>
      </p:sp>
      <p:sp>
        <p:nvSpPr>
          <p:cNvPr id="17576" name="Line 23">
            <a:extLst>
              <a:ext uri="{FF2B5EF4-FFF2-40B4-BE49-F238E27FC236}">
                <a16:creationId xmlns:a16="http://schemas.microsoft.com/office/drawing/2014/main" id="{196DD1AA-2605-4A3F-CC46-D76E822FD11E}"/>
              </a:ext>
            </a:extLst>
          </p:cNvPr>
          <p:cNvSpPr>
            <a:spLocks noChangeShapeType="1"/>
          </p:cNvSpPr>
          <p:nvPr/>
        </p:nvSpPr>
        <p:spPr bwMode="auto">
          <a:xfrm flipH="1">
            <a:off x="3936619" y="2601024"/>
            <a:ext cx="11811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17577" name="Group 11">
            <a:extLst>
              <a:ext uri="{FF2B5EF4-FFF2-40B4-BE49-F238E27FC236}">
                <a16:creationId xmlns:a16="http://schemas.microsoft.com/office/drawing/2014/main" id="{71626DD5-FD78-EFCD-BB57-E65E411F6530}"/>
              </a:ext>
            </a:extLst>
          </p:cNvPr>
          <p:cNvGrpSpPr>
            <a:grpSpLocks/>
          </p:cNvGrpSpPr>
          <p:nvPr/>
        </p:nvGrpSpPr>
        <p:grpSpPr bwMode="auto">
          <a:xfrm>
            <a:off x="3860419" y="2366074"/>
            <a:ext cx="73025" cy="427037"/>
            <a:chOff x="5153" y="6274"/>
            <a:chExt cx="63" cy="360"/>
          </a:xfrm>
        </p:grpSpPr>
        <p:sp>
          <p:nvSpPr>
            <p:cNvPr id="17578" name="Line 12">
              <a:extLst>
                <a:ext uri="{FF2B5EF4-FFF2-40B4-BE49-F238E27FC236}">
                  <a16:creationId xmlns:a16="http://schemas.microsoft.com/office/drawing/2014/main" id="{33109EE6-003C-D196-EDBA-1593EA184B78}"/>
                </a:ext>
              </a:extLst>
            </p:cNvPr>
            <p:cNvSpPr>
              <a:spLocks noChangeShapeType="1"/>
            </p:cNvSpPr>
            <p:nvPr/>
          </p:nvSpPr>
          <p:spPr bwMode="auto">
            <a:xfrm>
              <a:off x="5216" y="6357"/>
              <a:ext cx="0" cy="193"/>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79" name="Line 13">
              <a:extLst>
                <a:ext uri="{FF2B5EF4-FFF2-40B4-BE49-F238E27FC236}">
                  <a16:creationId xmlns:a16="http://schemas.microsoft.com/office/drawing/2014/main" id="{AF017B28-1716-967C-AA9C-62A68B05FF18}"/>
                </a:ext>
              </a:extLst>
            </p:cNvPr>
            <p:cNvSpPr>
              <a:spLocks noChangeShapeType="1"/>
            </p:cNvSpPr>
            <p:nvPr/>
          </p:nvSpPr>
          <p:spPr bwMode="auto">
            <a:xfrm>
              <a:off x="5153" y="6274"/>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17580" name="Line 21">
            <a:extLst>
              <a:ext uri="{FF2B5EF4-FFF2-40B4-BE49-F238E27FC236}">
                <a16:creationId xmlns:a16="http://schemas.microsoft.com/office/drawing/2014/main" id="{6507DC83-6DCC-9EB2-9652-14F88F4053B7}"/>
              </a:ext>
            </a:extLst>
          </p:cNvPr>
          <p:cNvSpPr>
            <a:spLocks noChangeShapeType="1"/>
          </p:cNvSpPr>
          <p:nvPr/>
        </p:nvSpPr>
        <p:spPr bwMode="auto">
          <a:xfrm flipH="1">
            <a:off x="1555369" y="2590135"/>
            <a:ext cx="8509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81" name="Line 22">
            <a:extLst>
              <a:ext uri="{FF2B5EF4-FFF2-40B4-BE49-F238E27FC236}">
                <a16:creationId xmlns:a16="http://schemas.microsoft.com/office/drawing/2014/main" id="{B4C8573E-4232-E521-CF45-9313F4F2CF54}"/>
              </a:ext>
            </a:extLst>
          </p:cNvPr>
          <p:cNvSpPr>
            <a:spLocks noChangeShapeType="1"/>
          </p:cNvSpPr>
          <p:nvPr/>
        </p:nvSpPr>
        <p:spPr bwMode="auto">
          <a:xfrm flipH="1">
            <a:off x="2812669" y="2590135"/>
            <a:ext cx="1049338"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nvGrpSpPr>
          <p:cNvPr id="17582" name="Group 54">
            <a:extLst>
              <a:ext uri="{FF2B5EF4-FFF2-40B4-BE49-F238E27FC236}">
                <a16:creationId xmlns:a16="http://schemas.microsoft.com/office/drawing/2014/main" id="{E7C8E5B3-DBFB-7C7D-B6CB-075C6E2892F8}"/>
              </a:ext>
            </a:extLst>
          </p:cNvPr>
          <p:cNvGrpSpPr>
            <a:grpSpLocks/>
          </p:cNvGrpSpPr>
          <p:nvPr/>
        </p:nvGrpSpPr>
        <p:grpSpPr bwMode="auto">
          <a:xfrm>
            <a:off x="2393569" y="2391016"/>
            <a:ext cx="419100" cy="427037"/>
            <a:chOff x="2214" y="9158"/>
            <a:chExt cx="1080" cy="360"/>
          </a:xfrm>
        </p:grpSpPr>
        <p:grpSp>
          <p:nvGrpSpPr>
            <p:cNvPr id="17583" name="Group 55">
              <a:extLst>
                <a:ext uri="{FF2B5EF4-FFF2-40B4-BE49-F238E27FC236}">
                  <a16:creationId xmlns:a16="http://schemas.microsoft.com/office/drawing/2014/main" id="{415B8C5B-03C3-F05F-201A-B434050FD97A}"/>
                </a:ext>
              </a:extLst>
            </p:cNvPr>
            <p:cNvGrpSpPr>
              <a:grpSpLocks/>
            </p:cNvGrpSpPr>
            <p:nvPr/>
          </p:nvGrpSpPr>
          <p:grpSpPr bwMode="auto">
            <a:xfrm>
              <a:off x="2574" y="9158"/>
              <a:ext cx="360" cy="360"/>
              <a:chOff x="2214" y="9158"/>
              <a:chExt cx="360" cy="360"/>
            </a:xfrm>
          </p:grpSpPr>
          <p:sp>
            <p:nvSpPr>
              <p:cNvPr id="17592" name="Line 56">
                <a:extLst>
                  <a:ext uri="{FF2B5EF4-FFF2-40B4-BE49-F238E27FC236}">
                    <a16:creationId xmlns:a16="http://schemas.microsoft.com/office/drawing/2014/main" id="{6EBBB9D0-9E96-6B75-944C-88826F2B331C}"/>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93" name="Line 57">
                <a:extLst>
                  <a:ext uri="{FF2B5EF4-FFF2-40B4-BE49-F238E27FC236}">
                    <a16:creationId xmlns:a16="http://schemas.microsoft.com/office/drawing/2014/main" id="{AD50BDEB-8AD2-0156-9E2B-1CFD7F67F526}"/>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94" name="Line 58">
                <a:extLst>
                  <a:ext uri="{FF2B5EF4-FFF2-40B4-BE49-F238E27FC236}">
                    <a16:creationId xmlns:a16="http://schemas.microsoft.com/office/drawing/2014/main" id="{5445DB95-04BB-6BA8-0526-842B8AF415B3}"/>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7584" name="Group 59">
              <a:extLst>
                <a:ext uri="{FF2B5EF4-FFF2-40B4-BE49-F238E27FC236}">
                  <a16:creationId xmlns:a16="http://schemas.microsoft.com/office/drawing/2014/main" id="{989B7A0E-78F3-E0F3-AAB9-43FABA88A4C3}"/>
                </a:ext>
              </a:extLst>
            </p:cNvPr>
            <p:cNvGrpSpPr>
              <a:grpSpLocks/>
            </p:cNvGrpSpPr>
            <p:nvPr/>
          </p:nvGrpSpPr>
          <p:grpSpPr bwMode="auto">
            <a:xfrm>
              <a:off x="2934" y="9158"/>
              <a:ext cx="360" cy="360"/>
              <a:chOff x="2214" y="9158"/>
              <a:chExt cx="360" cy="360"/>
            </a:xfrm>
          </p:grpSpPr>
          <p:sp>
            <p:nvSpPr>
              <p:cNvPr id="17589" name="Line 60">
                <a:extLst>
                  <a:ext uri="{FF2B5EF4-FFF2-40B4-BE49-F238E27FC236}">
                    <a16:creationId xmlns:a16="http://schemas.microsoft.com/office/drawing/2014/main" id="{4D8AE393-9ECD-2CCE-A3DC-6BAE198536B8}"/>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90" name="Line 61">
                <a:extLst>
                  <a:ext uri="{FF2B5EF4-FFF2-40B4-BE49-F238E27FC236}">
                    <a16:creationId xmlns:a16="http://schemas.microsoft.com/office/drawing/2014/main" id="{E35A7254-10B3-A81F-0B71-9EBCD7AD0148}"/>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91" name="Line 62">
                <a:extLst>
                  <a:ext uri="{FF2B5EF4-FFF2-40B4-BE49-F238E27FC236}">
                    <a16:creationId xmlns:a16="http://schemas.microsoft.com/office/drawing/2014/main" id="{19E79DCD-2AC9-3E86-360A-2E2680AF7827}"/>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nvGrpSpPr>
            <p:cNvPr id="17585" name="Group 63">
              <a:extLst>
                <a:ext uri="{FF2B5EF4-FFF2-40B4-BE49-F238E27FC236}">
                  <a16:creationId xmlns:a16="http://schemas.microsoft.com/office/drawing/2014/main" id="{31A97F1D-D831-6A8A-6FAB-8E5723737D50}"/>
                </a:ext>
              </a:extLst>
            </p:cNvPr>
            <p:cNvGrpSpPr>
              <a:grpSpLocks/>
            </p:cNvGrpSpPr>
            <p:nvPr/>
          </p:nvGrpSpPr>
          <p:grpSpPr bwMode="auto">
            <a:xfrm>
              <a:off x="2214" y="9158"/>
              <a:ext cx="360" cy="360"/>
              <a:chOff x="2214" y="9158"/>
              <a:chExt cx="360" cy="360"/>
            </a:xfrm>
          </p:grpSpPr>
          <p:sp>
            <p:nvSpPr>
              <p:cNvPr id="17586" name="Line 64">
                <a:extLst>
                  <a:ext uri="{FF2B5EF4-FFF2-40B4-BE49-F238E27FC236}">
                    <a16:creationId xmlns:a16="http://schemas.microsoft.com/office/drawing/2014/main" id="{0619EB2F-7390-8141-3628-C45918AC012B}"/>
                  </a:ext>
                </a:extLst>
              </p:cNvPr>
              <p:cNvSpPr>
                <a:spLocks noChangeShapeType="1"/>
              </p:cNvSpPr>
              <p:nvPr/>
            </p:nvSpPr>
            <p:spPr bwMode="auto">
              <a:xfrm>
                <a:off x="2394" y="9158"/>
                <a:ext cx="0" cy="36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87" name="Line 65">
                <a:extLst>
                  <a:ext uri="{FF2B5EF4-FFF2-40B4-BE49-F238E27FC236}">
                    <a16:creationId xmlns:a16="http://schemas.microsoft.com/office/drawing/2014/main" id="{5DCBEFE5-17E4-3974-7415-D5D8F2175B7E}"/>
                  </a:ext>
                </a:extLst>
              </p:cNvPr>
              <p:cNvSpPr>
                <a:spLocks noChangeShapeType="1"/>
              </p:cNvSpPr>
              <p:nvPr/>
            </p:nvSpPr>
            <p:spPr bwMode="auto">
              <a:xfrm>
                <a:off x="2394" y="915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88" name="Line 66">
                <a:extLst>
                  <a:ext uri="{FF2B5EF4-FFF2-40B4-BE49-F238E27FC236}">
                    <a16:creationId xmlns:a16="http://schemas.microsoft.com/office/drawing/2014/main" id="{EF1C899F-7772-B6C1-8EFC-0B02077503CC}"/>
                  </a:ext>
                </a:extLst>
              </p:cNvPr>
              <p:cNvSpPr>
                <a:spLocks noChangeShapeType="1"/>
              </p:cNvSpPr>
              <p:nvPr/>
            </p:nvSpPr>
            <p:spPr bwMode="auto">
              <a:xfrm>
                <a:off x="2214" y="9338"/>
                <a:ext cx="180" cy="18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grpSp>
      <p:sp>
        <p:nvSpPr>
          <p:cNvPr id="17595" name="Text Box 85">
            <a:extLst>
              <a:ext uri="{FF2B5EF4-FFF2-40B4-BE49-F238E27FC236}">
                <a16:creationId xmlns:a16="http://schemas.microsoft.com/office/drawing/2014/main" id="{882571D3-D617-F75C-B0C1-9EAB37FD8205}"/>
              </a:ext>
            </a:extLst>
          </p:cNvPr>
          <p:cNvSpPr txBox="1">
            <a:spLocks noChangeArrowheads="1"/>
          </p:cNvSpPr>
          <p:nvPr/>
        </p:nvSpPr>
        <p:spPr bwMode="auto">
          <a:xfrm>
            <a:off x="3681032" y="2701260"/>
            <a:ext cx="361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800" b="1">
                <a:solidFill>
                  <a:srgbClr val="008000"/>
                </a:solidFill>
                <a:latin typeface="Arial" panose="020B0604020202020204" pitchFamily="34" charset="0"/>
                <a:sym typeface="Symbol" panose="05050102010706020507" pitchFamily="18" charset="2"/>
              </a:rPr>
              <a:t></a:t>
            </a:r>
            <a:endParaRPr lang="es-ES" sz="2800" b="1">
              <a:solidFill>
                <a:srgbClr val="008000"/>
              </a:solidFill>
              <a:latin typeface="Arial" panose="020B0604020202020204" pitchFamily="34" charset="0"/>
            </a:endParaRPr>
          </a:p>
        </p:txBody>
      </p:sp>
      <p:grpSp>
        <p:nvGrpSpPr>
          <p:cNvPr id="17596" name="Group 90">
            <a:extLst>
              <a:ext uri="{FF2B5EF4-FFF2-40B4-BE49-F238E27FC236}">
                <a16:creationId xmlns:a16="http://schemas.microsoft.com/office/drawing/2014/main" id="{243B934A-16BF-AEF8-ED45-7B0F884F0251}"/>
              </a:ext>
            </a:extLst>
          </p:cNvPr>
          <p:cNvGrpSpPr>
            <a:grpSpLocks/>
          </p:cNvGrpSpPr>
          <p:nvPr/>
        </p:nvGrpSpPr>
        <p:grpSpPr bwMode="auto">
          <a:xfrm>
            <a:off x="4366832" y="2596485"/>
            <a:ext cx="317500" cy="376237"/>
            <a:chOff x="8088" y="15201"/>
            <a:chExt cx="340" cy="280"/>
          </a:xfrm>
        </p:grpSpPr>
        <p:sp>
          <p:nvSpPr>
            <p:cNvPr id="17597" name="Line 91">
              <a:extLst>
                <a:ext uri="{FF2B5EF4-FFF2-40B4-BE49-F238E27FC236}">
                  <a16:creationId xmlns:a16="http://schemas.microsoft.com/office/drawing/2014/main" id="{1B50E3B1-8F4F-0118-9FE4-2DA75B157CA9}"/>
                </a:ext>
              </a:extLst>
            </p:cNvPr>
            <p:cNvSpPr>
              <a:spLocks noChangeShapeType="1"/>
            </p:cNvSpPr>
            <p:nvPr/>
          </p:nvSpPr>
          <p:spPr bwMode="auto">
            <a:xfrm>
              <a:off x="8258" y="15201"/>
              <a:ext cx="0" cy="18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98" name="Line 92">
              <a:extLst>
                <a:ext uri="{FF2B5EF4-FFF2-40B4-BE49-F238E27FC236}">
                  <a16:creationId xmlns:a16="http://schemas.microsoft.com/office/drawing/2014/main" id="{C26B8001-D206-F614-094E-0B5F42DE18CF}"/>
                </a:ext>
              </a:extLst>
            </p:cNvPr>
            <p:cNvSpPr>
              <a:spLocks noChangeShapeType="1"/>
            </p:cNvSpPr>
            <p:nvPr/>
          </p:nvSpPr>
          <p:spPr bwMode="auto">
            <a:xfrm>
              <a:off x="8088" y="15384"/>
              <a:ext cx="340"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17599" name="Line 93">
              <a:extLst>
                <a:ext uri="{FF2B5EF4-FFF2-40B4-BE49-F238E27FC236}">
                  <a16:creationId xmlns:a16="http://schemas.microsoft.com/office/drawing/2014/main" id="{96CB83E2-443E-DB5A-82F2-350896EEBB92}"/>
                </a:ext>
              </a:extLst>
            </p:cNvPr>
            <p:cNvSpPr>
              <a:spLocks noChangeShapeType="1"/>
            </p:cNvSpPr>
            <p:nvPr/>
          </p:nvSpPr>
          <p:spPr bwMode="auto">
            <a:xfrm>
              <a:off x="8145" y="15432"/>
              <a:ext cx="227"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sp>
          <p:nvSpPr>
            <p:cNvPr id="474112" name="Line 94">
              <a:extLst>
                <a:ext uri="{FF2B5EF4-FFF2-40B4-BE49-F238E27FC236}">
                  <a16:creationId xmlns:a16="http://schemas.microsoft.com/office/drawing/2014/main" id="{CF620076-70D2-D1CB-3ACF-4AD344C07B6F}"/>
                </a:ext>
              </a:extLst>
            </p:cNvPr>
            <p:cNvSpPr>
              <a:spLocks noChangeShapeType="1"/>
            </p:cNvSpPr>
            <p:nvPr/>
          </p:nvSpPr>
          <p:spPr bwMode="auto">
            <a:xfrm>
              <a:off x="8202" y="15481"/>
              <a:ext cx="113" cy="0"/>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es-ES"/>
            </a:p>
          </p:txBody>
        </p:sp>
      </p:grpSp>
      <p:sp>
        <p:nvSpPr>
          <p:cNvPr id="474113" name="Oval 95">
            <a:extLst>
              <a:ext uri="{FF2B5EF4-FFF2-40B4-BE49-F238E27FC236}">
                <a16:creationId xmlns:a16="http://schemas.microsoft.com/office/drawing/2014/main" id="{FC4C03F2-02D7-7FFE-E98E-BB7EFDF31105}"/>
              </a:ext>
            </a:extLst>
          </p:cNvPr>
          <p:cNvSpPr>
            <a:spLocks noChangeArrowheads="1"/>
          </p:cNvSpPr>
          <p:nvPr/>
        </p:nvSpPr>
        <p:spPr bwMode="auto">
          <a:xfrm>
            <a:off x="4474782" y="2531174"/>
            <a:ext cx="107950" cy="107950"/>
          </a:xfrm>
          <a:prstGeom prst="ellipse">
            <a:avLst/>
          </a:prstGeom>
          <a:solidFill>
            <a:srgbClr val="FF0000"/>
          </a:solidFill>
          <a:ln w="25400">
            <a:solidFill>
              <a:srgbClr val="FF0000"/>
            </a:solidFill>
            <a:round/>
            <a:headEnd/>
            <a:tailEnd/>
          </a:ln>
        </p:spPr>
        <p:txBody>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endParaRPr lang="es-ES" sz="2000">
              <a:solidFill>
                <a:srgbClr val="000000"/>
              </a:solidFill>
              <a:latin typeface="Arial" panose="020B0604020202020204" pitchFamily="34" charset="0"/>
            </a:endParaRPr>
          </a:p>
        </p:txBody>
      </p:sp>
      <p:sp>
        <p:nvSpPr>
          <p:cNvPr id="474114" name="Rectangle 98">
            <a:extLst>
              <a:ext uri="{FF2B5EF4-FFF2-40B4-BE49-F238E27FC236}">
                <a16:creationId xmlns:a16="http://schemas.microsoft.com/office/drawing/2014/main" id="{C332FF49-D66D-A8C4-195F-6FC62397D0B6}"/>
              </a:ext>
            </a:extLst>
          </p:cNvPr>
          <p:cNvSpPr>
            <a:spLocks noChangeArrowheads="1"/>
          </p:cNvSpPr>
          <p:nvPr/>
        </p:nvSpPr>
        <p:spPr bwMode="auto">
          <a:xfrm>
            <a:off x="4589082" y="2114567"/>
            <a:ext cx="33655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T</a:t>
            </a:r>
          </a:p>
        </p:txBody>
      </p:sp>
      <p:sp>
        <p:nvSpPr>
          <p:cNvPr id="474115" name="Rectangle 86">
            <a:extLst>
              <a:ext uri="{FF2B5EF4-FFF2-40B4-BE49-F238E27FC236}">
                <a16:creationId xmlns:a16="http://schemas.microsoft.com/office/drawing/2014/main" id="{8168253B-56E8-0F43-7E33-108E67BC552A}"/>
              </a:ext>
            </a:extLst>
          </p:cNvPr>
          <p:cNvSpPr>
            <a:spLocks noChangeArrowheads="1"/>
          </p:cNvSpPr>
          <p:nvPr/>
        </p:nvSpPr>
        <p:spPr bwMode="auto">
          <a:xfrm>
            <a:off x="1976057" y="2098689"/>
            <a:ext cx="457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008000"/>
                </a:solidFill>
                <a:latin typeface="Arial" panose="020B0604020202020204" pitchFamily="34" charset="0"/>
                <a:sym typeface="Symbol" panose="05050102010706020507" pitchFamily="18" charset="2"/>
              </a:rPr>
              <a:t>R</a:t>
            </a:r>
            <a:r>
              <a:rPr lang="es-ES" sz="2000" b="1" baseline="-25000">
                <a:solidFill>
                  <a:srgbClr val="008000"/>
                </a:solidFill>
                <a:latin typeface="Arial" panose="020B0604020202020204" pitchFamily="34" charset="0"/>
                <a:sym typeface="Symbol" panose="05050102010706020507" pitchFamily="18" charset="2"/>
              </a:rPr>
              <a:t>1</a:t>
            </a:r>
            <a:endParaRPr lang="es-ES" sz="2000" b="1">
              <a:solidFill>
                <a:srgbClr val="008000"/>
              </a:solidFill>
              <a:latin typeface="Arial" panose="020B0604020202020204" pitchFamily="34" charset="0"/>
              <a:sym typeface="Symbol" panose="05050102010706020507" pitchFamily="18" charset="2"/>
            </a:endParaRPr>
          </a:p>
        </p:txBody>
      </p:sp>
      <p:grpSp>
        <p:nvGrpSpPr>
          <p:cNvPr id="474116" name="Group 217">
            <a:extLst>
              <a:ext uri="{FF2B5EF4-FFF2-40B4-BE49-F238E27FC236}">
                <a16:creationId xmlns:a16="http://schemas.microsoft.com/office/drawing/2014/main" id="{D22567FF-D6CC-C13D-9C3B-DDD4E3ADC4A1}"/>
              </a:ext>
            </a:extLst>
          </p:cNvPr>
          <p:cNvGrpSpPr>
            <a:grpSpLocks/>
          </p:cNvGrpSpPr>
          <p:nvPr/>
        </p:nvGrpSpPr>
        <p:grpSpPr bwMode="auto">
          <a:xfrm>
            <a:off x="1519238" y="325826"/>
            <a:ext cx="2884487" cy="2266950"/>
            <a:chOff x="957" y="105"/>
            <a:chExt cx="1817" cy="1428"/>
          </a:xfrm>
        </p:grpSpPr>
        <p:sp>
          <p:nvSpPr>
            <p:cNvPr id="474117" name="Line 100">
              <a:extLst>
                <a:ext uri="{FF2B5EF4-FFF2-40B4-BE49-F238E27FC236}">
                  <a16:creationId xmlns:a16="http://schemas.microsoft.com/office/drawing/2014/main" id="{DAFA390D-4798-2A9E-9E50-AE873B878802}"/>
                </a:ext>
              </a:extLst>
            </p:cNvPr>
            <p:cNvSpPr>
              <a:spLocks noChangeShapeType="1"/>
            </p:cNvSpPr>
            <p:nvPr/>
          </p:nvSpPr>
          <p:spPr bwMode="auto">
            <a:xfrm flipH="1" flipV="1">
              <a:off x="1884" y="1531"/>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74118" name="Text Box 101">
              <a:extLst>
                <a:ext uri="{FF2B5EF4-FFF2-40B4-BE49-F238E27FC236}">
                  <a16:creationId xmlns:a16="http://schemas.microsoft.com/office/drawing/2014/main" id="{952FAB16-395F-A6CA-18E6-3725DC76CB73}"/>
                </a:ext>
              </a:extLst>
            </p:cNvPr>
            <p:cNvSpPr txBox="1">
              <a:spLocks noChangeArrowheads="1"/>
            </p:cNvSpPr>
            <p:nvPr/>
          </p:nvSpPr>
          <p:spPr bwMode="auto">
            <a:xfrm>
              <a:off x="1856" y="1163"/>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1</a:t>
              </a:r>
              <a:r>
                <a:rPr lang="es-ES" sz="2000" b="1">
                  <a:solidFill>
                    <a:srgbClr val="3333FF"/>
                  </a:solidFill>
                  <a:latin typeface="Comic Sans MS" panose="030F0702030302020204" pitchFamily="66" charset="0"/>
                </a:rPr>
                <a:t>’</a:t>
              </a:r>
            </a:p>
          </p:txBody>
        </p:sp>
        <p:sp>
          <p:nvSpPr>
            <p:cNvPr id="474119" name="Text Box 102">
              <a:extLst>
                <a:ext uri="{FF2B5EF4-FFF2-40B4-BE49-F238E27FC236}">
                  <a16:creationId xmlns:a16="http://schemas.microsoft.com/office/drawing/2014/main" id="{F9764B34-6F5B-1745-D950-2F7EB1D58C76}"/>
                </a:ext>
              </a:extLst>
            </p:cNvPr>
            <p:cNvSpPr txBox="1">
              <a:spLocks noChangeArrowheads="1"/>
            </p:cNvSpPr>
            <p:nvPr/>
          </p:nvSpPr>
          <p:spPr bwMode="auto">
            <a:xfrm>
              <a:off x="957" y="105"/>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dirty="0">
                  <a:solidFill>
                    <a:srgbClr val="3333FF"/>
                  </a:solidFill>
                  <a:latin typeface="Comic Sans MS" panose="030F0702030302020204" pitchFamily="66" charset="0"/>
                </a:rPr>
                <a:t>I</a:t>
              </a:r>
              <a:r>
                <a:rPr lang="es-ES" sz="2000" b="1" baseline="-25000" dirty="0">
                  <a:solidFill>
                    <a:srgbClr val="3333FF"/>
                  </a:solidFill>
                  <a:latin typeface="Comic Sans MS" panose="030F0702030302020204" pitchFamily="66" charset="0"/>
                </a:rPr>
                <a:t>3</a:t>
              </a:r>
              <a:r>
                <a:rPr lang="es-ES" sz="2000" b="1" dirty="0">
                  <a:solidFill>
                    <a:srgbClr val="3333FF"/>
                  </a:solidFill>
                  <a:latin typeface="Comic Sans MS" panose="030F0702030302020204" pitchFamily="66" charset="0"/>
                </a:rPr>
                <a:t>’</a:t>
              </a:r>
            </a:p>
          </p:txBody>
        </p:sp>
        <p:sp>
          <p:nvSpPr>
            <p:cNvPr id="474120" name="Line 103">
              <a:extLst>
                <a:ext uri="{FF2B5EF4-FFF2-40B4-BE49-F238E27FC236}">
                  <a16:creationId xmlns:a16="http://schemas.microsoft.com/office/drawing/2014/main" id="{817CC289-7866-DD30-8D81-F3964BB02444}"/>
                </a:ext>
              </a:extLst>
            </p:cNvPr>
            <p:cNvSpPr>
              <a:spLocks noChangeShapeType="1"/>
            </p:cNvSpPr>
            <p:nvPr/>
          </p:nvSpPr>
          <p:spPr bwMode="auto">
            <a:xfrm flipV="1">
              <a:off x="1085" y="434"/>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74121" name="Text Box 104">
              <a:extLst>
                <a:ext uri="{FF2B5EF4-FFF2-40B4-BE49-F238E27FC236}">
                  <a16:creationId xmlns:a16="http://schemas.microsoft.com/office/drawing/2014/main" id="{EBC6C3A9-9F8A-B093-3082-E0D02D0FDF9D}"/>
                </a:ext>
              </a:extLst>
            </p:cNvPr>
            <p:cNvSpPr txBox="1">
              <a:spLocks noChangeArrowheads="1"/>
            </p:cNvSpPr>
            <p:nvPr/>
          </p:nvSpPr>
          <p:spPr bwMode="auto">
            <a:xfrm>
              <a:off x="967" y="591"/>
              <a:ext cx="300"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r>
                <a:rPr lang="es-ES" sz="2000" b="1" baseline="-25000">
                  <a:solidFill>
                    <a:srgbClr val="3333FF"/>
                  </a:solidFill>
                  <a:latin typeface="Comic Sans MS" panose="030F0702030302020204" pitchFamily="66" charset="0"/>
                </a:rPr>
                <a:t>2</a:t>
              </a:r>
              <a:r>
                <a:rPr lang="es-ES" sz="2000" b="1">
                  <a:solidFill>
                    <a:srgbClr val="3333FF"/>
                  </a:solidFill>
                  <a:latin typeface="Comic Sans MS" panose="030F0702030302020204" pitchFamily="66" charset="0"/>
                </a:rPr>
                <a:t>’</a:t>
              </a:r>
            </a:p>
          </p:txBody>
        </p:sp>
        <p:sp>
          <p:nvSpPr>
            <p:cNvPr id="474122" name="Line 111">
              <a:extLst>
                <a:ext uri="{FF2B5EF4-FFF2-40B4-BE49-F238E27FC236}">
                  <a16:creationId xmlns:a16="http://schemas.microsoft.com/office/drawing/2014/main" id="{52C038D3-4D53-F6B4-7605-94B830368FC0}"/>
                </a:ext>
              </a:extLst>
            </p:cNvPr>
            <p:cNvSpPr>
              <a:spLocks noChangeShapeType="1"/>
            </p:cNvSpPr>
            <p:nvPr/>
          </p:nvSpPr>
          <p:spPr bwMode="auto">
            <a:xfrm flipV="1">
              <a:off x="1105" y="1022"/>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74123" name="Line 100">
              <a:extLst>
                <a:ext uri="{FF2B5EF4-FFF2-40B4-BE49-F238E27FC236}">
                  <a16:creationId xmlns:a16="http://schemas.microsoft.com/office/drawing/2014/main" id="{C37C8A9C-E4C3-78BF-03DB-38C6A31F2578}"/>
                </a:ext>
              </a:extLst>
            </p:cNvPr>
            <p:cNvSpPr>
              <a:spLocks noChangeShapeType="1"/>
            </p:cNvSpPr>
            <p:nvPr/>
          </p:nvSpPr>
          <p:spPr bwMode="auto">
            <a:xfrm flipH="1" flipV="1">
              <a:off x="2565" y="1529"/>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74124" name="Text Box 101">
              <a:extLst>
                <a:ext uri="{FF2B5EF4-FFF2-40B4-BE49-F238E27FC236}">
                  <a16:creationId xmlns:a16="http://schemas.microsoft.com/office/drawing/2014/main" id="{4C81FF96-1260-E525-7BE6-5C875BA8FD44}"/>
                </a:ext>
              </a:extLst>
            </p:cNvPr>
            <p:cNvSpPr txBox="1">
              <a:spLocks noChangeArrowheads="1"/>
            </p:cNvSpPr>
            <p:nvPr/>
          </p:nvSpPr>
          <p:spPr bwMode="auto">
            <a:xfrm>
              <a:off x="2537" y="1161"/>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sp>
          <p:nvSpPr>
            <p:cNvPr id="474125" name="Line 100">
              <a:extLst>
                <a:ext uri="{FF2B5EF4-FFF2-40B4-BE49-F238E27FC236}">
                  <a16:creationId xmlns:a16="http://schemas.microsoft.com/office/drawing/2014/main" id="{98A82EA2-E591-FEF7-B41D-E37898984EAC}"/>
                </a:ext>
              </a:extLst>
            </p:cNvPr>
            <p:cNvSpPr>
              <a:spLocks noChangeShapeType="1"/>
            </p:cNvSpPr>
            <p:nvPr/>
          </p:nvSpPr>
          <p:spPr bwMode="auto">
            <a:xfrm flipH="1" flipV="1">
              <a:off x="2221" y="1533"/>
              <a:ext cx="136" cy="0"/>
            </a:xfrm>
            <a:prstGeom prst="line">
              <a:avLst/>
            </a:prstGeom>
            <a:noFill/>
            <a:ln w="25400">
              <a:solidFill>
                <a:srgbClr val="0000FF"/>
              </a:solidFill>
              <a:round/>
              <a:headEnd/>
              <a:tailEnd type="triangle" w="lg" len="lg"/>
            </a:ln>
            <a:extLst>
              <a:ext uri="{909E8E84-426E-40DD-AFC4-6F175D3DCCD1}">
                <a14:hiddenFill xmlns:a14="http://schemas.microsoft.com/office/drawing/2010/main">
                  <a:noFill/>
                </a14:hiddenFill>
              </a:ext>
            </a:extLst>
          </p:spPr>
          <p:txBody>
            <a:bodyPr lIns="90000" tIns="82800" rIns="90000" bIns="82800">
              <a:spAutoFit/>
            </a:bodyPr>
            <a:lstStyle/>
            <a:p>
              <a:endParaRPr lang="es-ES"/>
            </a:p>
          </p:txBody>
        </p:sp>
        <p:sp>
          <p:nvSpPr>
            <p:cNvPr id="474126" name="Text Box 101">
              <a:extLst>
                <a:ext uri="{FF2B5EF4-FFF2-40B4-BE49-F238E27FC236}">
                  <a16:creationId xmlns:a16="http://schemas.microsoft.com/office/drawing/2014/main" id="{56B725BC-33C3-3A9E-58D8-807DA92011DB}"/>
                </a:ext>
              </a:extLst>
            </p:cNvPr>
            <p:cNvSpPr txBox="1">
              <a:spLocks noChangeArrowheads="1"/>
            </p:cNvSpPr>
            <p:nvPr/>
          </p:nvSpPr>
          <p:spPr bwMode="auto">
            <a:xfrm>
              <a:off x="2193" y="1165"/>
              <a:ext cx="237"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type="none" w="lg" len="lg"/>
                </a14:hiddenLine>
              </a:ext>
            </a:extLst>
          </p:spPr>
          <p:txBody>
            <a:bodyPr wrap="none" lIns="90000" tIns="82800" rIns="90000" bIns="82800">
              <a:spAutoFit/>
            </a:bodyPr>
            <a:lstStyle>
              <a:lvl1pPr>
                <a:spcBef>
                  <a:spcPct val="20000"/>
                </a:spcBef>
                <a:buChar char="•"/>
                <a:defRPr sz="3600">
                  <a:solidFill>
                    <a:schemeClr val="tx1"/>
                  </a:solidFill>
                  <a:latin typeface="Times New Roman" panose="02020603050405020304" pitchFamily="18" charset="0"/>
                </a:defRPr>
              </a:lvl1pPr>
              <a:lvl2pPr marL="742950" indent="-285750">
                <a:spcBef>
                  <a:spcPct val="20000"/>
                </a:spcBef>
                <a:buChar char="–"/>
                <a:defRPr sz="3200">
                  <a:solidFill>
                    <a:schemeClr val="tx1"/>
                  </a:solidFill>
                  <a:latin typeface="Times New Roman" panose="02020603050405020304" pitchFamily="18" charset="0"/>
                </a:defRPr>
              </a:lvl2pPr>
              <a:lvl3pPr marL="1143000" indent="-228600">
                <a:spcBef>
                  <a:spcPct val="20000"/>
                </a:spcBef>
                <a:buChar char="•"/>
                <a:defRPr sz="2700">
                  <a:solidFill>
                    <a:schemeClr val="tx1"/>
                  </a:solidFill>
                  <a:latin typeface="Times New Roman" panose="02020603050405020304" pitchFamily="18" charset="0"/>
                </a:defRPr>
              </a:lvl3pPr>
              <a:lvl4pPr marL="1600200" indent="-228600">
                <a:spcBef>
                  <a:spcPct val="20000"/>
                </a:spcBef>
                <a:buChar char="–"/>
                <a:defRPr sz="2300">
                  <a:solidFill>
                    <a:schemeClr val="tx1"/>
                  </a:solidFill>
                  <a:latin typeface="Times New Roman" panose="02020603050405020304" pitchFamily="18" charset="0"/>
                </a:defRPr>
              </a:lvl4pPr>
              <a:lvl5pPr marL="2057400" indent="-228600">
                <a:spcBef>
                  <a:spcPct val="20000"/>
                </a:spcBef>
                <a:buChar char="»"/>
                <a:defRPr sz="23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3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3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3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300">
                  <a:solidFill>
                    <a:schemeClr val="tx1"/>
                  </a:solidFill>
                  <a:latin typeface="Times New Roman" panose="02020603050405020304" pitchFamily="18" charset="0"/>
                </a:defRPr>
              </a:lvl9pPr>
            </a:lstStyle>
            <a:p>
              <a:pPr eaLnBrk="1" hangingPunct="1">
                <a:spcBef>
                  <a:spcPct val="50000"/>
                </a:spcBef>
                <a:buFontTx/>
                <a:buNone/>
              </a:pPr>
              <a:r>
                <a:rPr lang="es-ES" sz="2000" b="1">
                  <a:solidFill>
                    <a:srgbClr val="3333FF"/>
                  </a:solidFill>
                  <a:latin typeface="Comic Sans MS" panose="030F0702030302020204" pitchFamily="66" charset="0"/>
                </a:rPr>
                <a:t>I’</a:t>
              </a:r>
            </a:p>
          </p:txBody>
        </p:sp>
      </p:grpSp>
      <p:grpSp>
        <p:nvGrpSpPr>
          <p:cNvPr id="17524" name="Grupo 17523">
            <a:extLst>
              <a:ext uri="{FF2B5EF4-FFF2-40B4-BE49-F238E27FC236}">
                <a16:creationId xmlns:a16="http://schemas.microsoft.com/office/drawing/2014/main" id="{F9B8B1E5-722F-8790-2C05-4A498E81E9BD}"/>
              </a:ext>
            </a:extLst>
          </p:cNvPr>
          <p:cNvGrpSpPr/>
          <p:nvPr/>
        </p:nvGrpSpPr>
        <p:grpSpPr>
          <a:xfrm>
            <a:off x="7896953" y="2793193"/>
            <a:ext cx="2512061" cy="1774851"/>
            <a:chOff x="7896953" y="2793193"/>
            <a:chExt cx="2512061" cy="1774851"/>
          </a:xfrm>
        </p:grpSpPr>
        <p:cxnSp>
          <p:nvCxnSpPr>
            <p:cNvPr id="17516" name="Conector recto 17515">
              <a:extLst>
                <a:ext uri="{FF2B5EF4-FFF2-40B4-BE49-F238E27FC236}">
                  <a16:creationId xmlns:a16="http://schemas.microsoft.com/office/drawing/2014/main" id="{1C9D3B1F-75B1-5228-F778-DAD9367C4FA7}"/>
                </a:ext>
              </a:extLst>
            </p:cNvPr>
            <p:cNvCxnSpPr>
              <a:cxnSpLocks/>
            </p:cNvCxnSpPr>
            <p:nvPr/>
          </p:nvCxnSpPr>
          <p:spPr bwMode="auto">
            <a:xfrm>
              <a:off x="7896953" y="3173354"/>
              <a:ext cx="2321937" cy="0"/>
            </a:xfrm>
            <a:prstGeom prst="line">
              <a:avLst/>
            </a:prstGeom>
            <a:noFill/>
            <a:ln w="38100" cap="flat" cmpd="sng" algn="ctr">
              <a:solidFill>
                <a:srgbClr val="FF0000"/>
              </a:solidFill>
              <a:prstDash val="solid"/>
              <a:round/>
              <a:headEnd type="none" w="med" len="med"/>
              <a:tailEnd type="none" w="lg" len="lg"/>
            </a:ln>
            <a:effectLst/>
          </p:spPr>
        </p:cxnSp>
        <p:cxnSp>
          <p:nvCxnSpPr>
            <p:cNvPr id="17518" name="Conector recto 17517">
              <a:extLst>
                <a:ext uri="{FF2B5EF4-FFF2-40B4-BE49-F238E27FC236}">
                  <a16:creationId xmlns:a16="http://schemas.microsoft.com/office/drawing/2014/main" id="{FE7A058C-8FA5-852E-EDD1-C2C11D6174BB}"/>
                </a:ext>
              </a:extLst>
            </p:cNvPr>
            <p:cNvCxnSpPr>
              <a:cxnSpLocks/>
            </p:cNvCxnSpPr>
            <p:nvPr/>
          </p:nvCxnSpPr>
          <p:spPr bwMode="auto">
            <a:xfrm>
              <a:off x="9011986" y="3183260"/>
              <a:ext cx="471801" cy="533834"/>
            </a:xfrm>
            <a:prstGeom prst="line">
              <a:avLst/>
            </a:prstGeom>
            <a:noFill/>
            <a:ln w="38100" cap="flat" cmpd="sng" algn="ctr">
              <a:solidFill>
                <a:srgbClr val="FF0000"/>
              </a:solidFill>
              <a:prstDash val="solid"/>
              <a:round/>
              <a:headEnd type="none" w="med" len="med"/>
              <a:tailEnd type="none" w="lg" len="lg"/>
            </a:ln>
            <a:effectLst/>
          </p:spPr>
        </p:cxnSp>
        <p:sp>
          <p:nvSpPr>
            <p:cNvPr id="17521" name="CuadroTexto 161">
              <a:extLst>
                <a:ext uri="{FF2B5EF4-FFF2-40B4-BE49-F238E27FC236}">
                  <a16:creationId xmlns:a16="http://schemas.microsoft.com/office/drawing/2014/main" id="{732881D0-38BD-154E-DD84-FA68B364142F}"/>
                </a:ext>
              </a:extLst>
            </p:cNvPr>
            <p:cNvSpPr txBox="1">
              <a:spLocks noChangeArrowheads="1"/>
            </p:cNvSpPr>
            <p:nvPr/>
          </p:nvSpPr>
          <p:spPr bwMode="auto">
            <a:xfrm>
              <a:off x="9403611" y="3737047"/>
              <a:ext cx="10054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panose="020B0604020202020204" pitchFamily="34" charset="0"/>
                </a:defRPr>
              </a:lvl1pPr>
              <a:lvl2pPr marL="742950" indent="-285750">
                <a:defRPr sz="2000">
                  <a:solidFill>
                    <a:schemeClr val="tx1"/>
                  </a:solidFill>
                  <a:latin typeface="Arial" panose="020B0604020202020204" pitchFamily="34" charset="0"/>
                </a:defRPr>
              </a:lvl2pPr>
              <a:lvl3pPr marL="1143000" indent="-228600">
                <a:defRPr sz="2000">
                  <a:solidFill>
                    <a:schemeClr val="tx1"/>
                  </a:solidFill>
                  <a:latin typeface="Arial" panose="020B0604020202020204" pitchFamily="34" charset="0"/>
                </a:defRPr>
              </a:lvl3pPr>
              <a:lvl4pPr marL="1600200" indent="-228600">
                <a:defRPr sz="2000">
                  <a:solidFill>
                    <a:schemeClr val="tx1"/>
                  </a:solidFill>
                  <a:latin typeface="Arial" panose="020B0604020202020204" pitchFamily="34" charset="0"/>
                </a:defRPr>
              </a:lvl4pPr>
              <a:lvl5pPr marL="2057400" indent="-22860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r>
                <a:rPr lang="es-ES" sz="2400">
                  <a:solidFill>
                    <a:srgbClr val="FF0000"/>
                  </a:solidFill>
                </a:rPr>
                <a:t>de P</a:t>
              </a:r>
            </a:p>
            <a:p>
              <a:r>
                <a:rPr lang="es-ES" sz="2400">
                  <a:solidFill>
                    <a:srgbClr val="FF0000"/>
                  </a:solidFill>
                </a:rPr>
                <a:t>  a R</a:t>
              </a:r>
              <a:r>
                <a:rPr lang="es-ES" sz="2400" baseline="-25000">
                  <a:solidFill>
                    <a:srgbClr val="FF0000"/>
                  </a:solidFill>
                </a:rPr>
                <a:t>ef</a:t>
              </a:r>
              <a:endParaRPr lang="es-ES" sz="2400" baseline="-25000" dirty="0">
                <a:solidFill>
                  <a:srgbClr val="FF0000"/>
                </a:solidFill>
              </a:endParaRPr>
            </a:p>
          </p:txBody>
        </p:sp>
        <p:cxnSp>
          <p:nvCxnSpPr>
            <p:cNvPr id="17522" name="Conector recto 17521">
              <a:extLst>
                <a:ext uri="{FF2B5EF4-FFF2-40B4-BE49-F238E27FC236}">
                  <a16:creationId xmlns:a16="http://schemas.microsoft.com/office/drawing/2014/main" id="{C9C9F3B7-DED0-3075-AE14-227C328AAE48}"/>
                </a:ext>
              </a:extLst>
            </p:cNvPr>
            <p:cNvCxnSpPr>
              <a:cxnSpLocks/>
            </p:cNvCxnSpPr>
            <p:nvPr/>
          </p:nvCxnSpPr>
          <p:spPr bwMode="auto">
            <a:xfrm>
              <a:off x="9483787" y="2793193"/>
              <a:ext cx="735103" cy="0"/>
            </a:xfrm>
            <a:prstGeom prst="line">
              <a:avLst/>
            </a:prstGeom>
            <a:noFill/>
            <a:ln w="38100" cap="flat" cmpd="sng" algn="ctr">
              <a:solidFill>
                <a:srgbClr val="FF0000"/>
              </a:solidFill>
              <a:prstDash val="solid"/>
              <a:round/>
              <a:headEnd type="none" w="med" len="med"/>
              <a:tailEnd type="none" w="lg" len="lg"/>
            </a:ln>
            <a:effectLst/>
          </p:spPr>
        </p:cxnSp>
      </p:grpSp>
    </p:spTree>
    <p:extLst>
      <p:ext uri="{BB962C8B-B14F-4D97-AF65-F5344CB8AC3E}">
        <p14:creationId xmlns:p14="http://schemas.microsoft.com/office/powerpoint/2010/main" val="972337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up)">
                                      <p:cBhvr>
                                        <p:cTn id="7" dur="500"/>
                                        <p:tgtEl>
                                          <p:spTgt spid="17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65699"/>
                                        </p:tgtEl>
                                        <p:attrNameLst>
                                          <p:attrName>style.visibility</p:attrName>
                                        </p:attrNameLst>
                                      </p:cBhvr>
                                      <p:to>
                                        <p:strVal val="visible"/>
                                      </p:to>
                                    </p:set>
                                    <p:animEffect transition="in" filter="wipe(up)">
                                      <p:cBhvr>
                                        <p:cTn id="12" dur="500"/>
                                        <p:tgtEl>
                                          <p:spTgt spid="6569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strips(downRight)">
                                      <p:cBhvr>
                                        <p:cTn id="17" dur="500"/>
                                        <p:tgtEl>
                                          <p:spTgt spid="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5651"/>
                                        </p:tgtEl>
                                        <p:attrNameLst>
                                          <p:attrName>style.visibility</p:attrName>
                                        </p:attrNameLst>
                                      </p:cBhvr>
                                      <p:to>
                                        <p:strVal val="visible"/>
                                      </p:to>
                                    </p:set>
                                    <p:animEffect transition="in" filter="wipe(up)">
                                      <p:cBhvr>
                                        <p:cTn id="22" dur="500"/>
                                        <p:tgtEl>
                                          <p:spTgt spid="6565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animEffect transition="in" filter="wipe(up)">
                                      <p:cBhvr>
                                        <p:cTn id="27" dur="500"/>
                                        <p:tgtEl>
                                          <p:spTgt spid="16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7524"/>
                                        </p:tgtEl>
                                        <p:attrNameLst>
                                          <p:attrName>style.visibility</p:attrName>
                                        </p:attrNameLst>
                                      </p:cBhvr>
                                      <p:to>
                                        <p:strVal val="visible"/>
                                      </p:to>
                                    </p:set>
                                    <p:animEffect transition="in" filter="wipe(up)">
                                      <p:cBhvr>
                                        <p:cTn id="32" dur="500"/>
                                        <p:tgtEl>
                                          <p:spTgt spid="175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74130"/>
                                        </p:tgtEl>
                                        <p:attrNameLst>
                                          <p:attrName>style.visibility</p:attrName>
                                        </p:attrNameLst>
                                      </p:cBhvr>
                                      <p:to>
                                        <p:strVal val="visible"/>
                                      </p:to>
                                    </p:set>
                                    <p:animEffect transition="in" filter="wipe(left)">
                                      <p:cBhvr>
                                        <p:cTn id="42" dur="500"/>
                                        <p:tgtEl>
                                          <p:spTgt spid="474130"/>
                                        </p:tgtEl>
                                      </p:cBhvr>
                                    </p:animEffect>
                                  </p:childTnLst>
                                </p:cTn>
                              </p:par>
                            </p:childTnLst>
                          </p:cTn>
                        </p:par>
                        <p:par>
                          <p:cTn id="43" fill="hold" nodeType="withGroup">
                            <p:stCondLst>
                              <p:cond delay="500"/>
                            </p:stCondLst>
                            <p:childTnLst>
                              <p:par>
                                <p:cTn id="44" presetID="22" presetClass="entr" presetSubtype="4"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down)">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74294"/>
                                        </p:tgtEl>
                                        <p:attrNameLst>
                                          <p:attrName>style.visibility</p:attrName>
                                        </p:attrNameLst>
                                      </p:cBhvr>
                                      <p:to>
                                        <p:strVal val="visible"/>
                                      </p:to>
                                    </p:set>
                                    <p:animEffect transition="in" filter="wipe(left)">
                                      <p:cBhvr>
                                        <p:cTn id="51" dur="500"/>
                                        <p:tgtEl>
                                          <p:spTgt spid="47429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74296"/>
                                        </p:tgtEl>
                                        <p:attrNameLst>
                                          <p:attrName>style.visibility</p:attrName>
                                        </p:attrNameLst>
                                      </p:cBhvr>
                                      <p:to>
                                        <p:strVal val="visible"/>
                                      </p:to>
                                    </p:set>
                                    <p:animEffect transition="in" filter="wipe(left)">
                                      <p:cBhvr>
                                        <p:cTn id="56" dur="500"/>
                                        <p:tgtEl>
                                          <p:spTgt spid="47429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74295"/>
                                        </p:tgtEl>
                                        <p:attrNameLst>
                                          <p:attrName>style.visibility</p:attrName>
                                        </p:attrNameLst>
                                      </p:cBhvr>
                                      <p:to>
                                        <p:strVal val="visible"/>
                                      </p:to>
                                    </p:set>
                                    <p:animEffect transition="in" filter="wipe(left)">
                                      <p:cBhvr>
                                        <p:cTn id="61" dur="500"/>
                                        <p:tgtEl>
                                          <p:spTgt spid="474295"/>
                                        </p:tgtEl>
                                      </p:cBhvr>
                                    </p:animEffect>
                                  </p:childTnLst>
                                </p:cTn>
                              </p:par>
                            </p:childTnLst>
                          </p:cTn>
                        </p:par>
                      </p:childTnLst>
                    </p:cTn>
                  </p:par>
                  <p:par>
                    <p:cTn id="62" fill="hold">
                      <p:stCondLst>
                        <p:cond delay="indefinite"/>
                      </p:stCondLst>
                      <p:childTnLst>
                        <p:par>
                          <p:cTn id="63" fill="hold" nodeType="after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7510"/>
                                        </p:tgtEl>
                                        <p:attrNameLst>
                                          <p:attrName>style.visibility</p:attrName>
                                        </p:attrNameLst>
                                      </p:cBhvr>
                                      <p:to>
                                        <p:strVal val="visible"/>
                                      </p:to>
                                    </p:set>
                                    <p:animEffect transition="in" filter="wipe(left)">
                                      <p:cBhvr>
                                        <p:cTn id="66" dur="500"/>
                                        <p:tgtEl>
                                          <p:spTgt spid="1751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69"/>
                                        </p:tgtEl>
                                        <p:attrNameLst>
                                          <p:attrName>style.visibility</p:attrName>
                                        </p:attrNameLst>
                                      </p:cBhvr>
                                      <p:to>
                                        <p:strVal val="visible"/>
                                      </p:to>
                                    </p:set>
                                    <p:animEffect transition="in" filter="wipe(left)">
                                      <p:cBhvr>
                                        <p:cTn id="71" dur="500"/>
                                        <p:tgtEl>
                                          <p:spTgt spid="169"/>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nodeType="clickEffect">
                                  <p:stCondLst>
                                    <p:cond delay="0"/>
                                  </p:stCondLst>
                                  <p:childTnLst>
                                    <p:set>
                                      <p:cBhvr>
                                        <p:cTn id="75" dur="1" fill="hold">
                                          <p:stCondLst>
                                            <p:cond delay="0"/>
                                          </p:stCondLst>
                                        </p:cTn>
                                        <p:tgtEl>
                                          <p:spTgt spid="16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70"/>
                                        </p:tgtEl>
                                        <p:attrNameLst>
                                          <p:attrName>style.visibility</p:attrName>
                                        </p:attrNameLst>
                                      </p:cBhvr>
                                      <p:to>
                                        <p:strVal val="visible"/>
                                      </p:to>
                                    </p:set>
                                    <p:animEffect transition="in" filter="wipe(left)">
                                      <p:cBhvr>
                                        <p:cTn id="80" dur="500"/>
                                        <p:tgtEl>
                                          <p:spTgt spid="17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71"/>
                                        </p:tgtEl>
                                        <p:attrNameLst>
                                          <p:attrName>style.visibility</p:attrName>
                                        </p:attrNameLst>
                                      </p:cBhvr>
                                      <p:to>
                                        <p:strVal val="visible"/>
                                      </p:to>
                                    </p:set>
                                    <p:animEffect transition="in" filter="wipe(left)">
                                      <p:cBhvr>
                                        <p:cTn id="85" dur="500"/>
                                        <p:tgtEl>
                                          <p:spTgt spid="171"/>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72"/>
                                        </p:tgtEl>
                                        <p:attrNameLst>
                                          <p:attrName>style.visibility</p:attrName>
                                        </p:attrNameLst>
                                      </p:cBhvr>
                                      <p:to>
                                        <p:strVal val="visible"/>
                                      </p:to>
                                    </p:set>
                                    <p:animEffect transition="in" filter="wipe(left)">
                                      <p:cBhvr>
                                        <p:cTn id="90" dur="500"/>
                                        <p:tgtEl>
                                          <p:spTgt spid="17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7511"/>
                                        </p:tgtEl>
                                        <p:attrNameLst>
                                          <p:attrName>style.visibility</p:attrName>
                                        </p:attrNameLst>
                                      </p:cBhvr>
                                      <p:to>
                                        <p:strVal val="visible"/>
                                      </p:to>
                                    </p:set>
                                    <p:animEffect transition="in" filter="wipe(left)">
                                      <p:cBhvr>
                                        <p:cTn id="95" dur="500"/>
                                        <p:tgtEl>
                                          <p:spTgt spid="17511"/>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7512"/>
                                        </p:tgtEl>
                                        <p:attrNameLst>
                                          <p:attrName>style.visibility</p:attrName>
                                        </p:attrNameLst>
                                      </p:cBhvr>
                                      <p:to>
                                        <p:strVal val="visible"/>
                                      </p:to>
                                    </p:set>
                                    <p:animEffect transition="in" filter="wipe(left)">
                                      <p:cBhvr>
                                        <p:cTn id="100" dur="500"/>
                                        <p:tgtEl>
                                          <p:spTgt spid="17512"/>
                                        </p:tgtEl>
                                      </p:cBhvr>
                                    </p:animEffect>
                                  </p:childTnLst>
                                </p:cTn>
                              </p:par>
                            </p:childTnLst>
                          </p:cTn>
                        </p:par>
                        <p:par>
                          <p:cTn id="101" fill="hold">
                            <p:stCondLst>
                              <p:cond delay="500"/>
                            </p:stCondLst>
                            <p:childTnLst>
                              <p:par>
                                <p:cTn id="102" presetID="9" presetClass="entr" presetSubtype="0" fill="hold" nodeType="after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dissolve">
                                      <p:cBhvr>
                                        <p:cTn id="10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nimBg="1"/>
      <p:bldP spid="474130" grpId="0" animBg="1"/>
      <p:bldP spid="17510" grpId="0"/>
      <p:bldP spid="17511" grpId="0"/>
      <p:bldP spid="17512" grpId="0"/>
      <p:bldP spid="474294" grpId="0" animBg="1"/>
      <p:bldP spid="474295" grpId="0" animBg="1"/>
      <p:bldP spid="474296" grpId="0" animBg="1"/>
      <p:bldP spid="65651" grpId="0" animBg="1"/>
      <p:bldP spid="166" grpId="0"/>
      <p:bldP spid="169" grpId="0"/>
      <p:bldP spid="170" grpId="0"/>
      <p:bldP spid="171" grpId="0"/>
      <p:bldP spid="17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1424"/>
      </p:ext>
    </p:extLst>
  </p:cSld>
  <p:clrMapOvr>
    <a:masterClrMapping/>
  </p:clrMapOvr>
</p:sld>
</file>

<file path=ppt/theme/theme1.xml><?xml version="1.0" encoding="utf-8"?>
<a:theme xmlns:a="http://schemas.openxmlformats.org/drawingml/2006/main" name="FNT_2012_TEMA1_1">
  <a:themeElements>
    <a:clrScheme name="FNT_2012_TEMA1_1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fontScheme name="FNT_2012_TEMA1_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lg" len="lg"/>
        </a:ln>
        <a:effectLst/>
      </a:spPr>
      <a:bodyPr vert="horz" wrap="none" lIns="90000" tIns="82800" rIns="90000" bIns="82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s-ES" sz="2000" b="0" i="0" u="none" strike="noStrike" cap="none" normalizeH="0" baseline="0" smtClean="0">
            <a:ln>
              <a:noFill/>
            </a:ln>
            <a:solidFill>
              <a:srgbClr val="000000"/>
            </a:solidFill>
            <a:effectLst/>
            <a:latin typeface="Arial"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lg" len="lg"/>
        </a:ln>
        <a:effectLst/>
      </a:spPr>
      <a:bodyPr vert="horz" wrap="none" lIns="90000" tIns="82800" rIns="90000" bIns="8280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es-ES" sz="2000" b="0" i="0" u="none" strike="noStrike" cap="none" normalizeH="0" baseline="0" smtClean="0">
            <a:ln>
              <a:noFill/>
            </a:ln>
            <a:solidFill>
              <a:srgbClr val="000000"/>
            </a:solidFill>
            <a:effectLst/>
            <a:latin typeface="Arial" charset="0"/>
          </a:defRPr>
        </a:defPPr>
      </a:lstStyle>
    </a:lnDef>
  </a:objectDefaults>
  <a:extraClrSchemeLst>
    <a:extraClrScheme>
      <a:clrScheme name="FNT_2012_TEMA1_1 1">
        <a:dk1>
          <a:srgbClr val="000000"/>
        </a:dk1>
        <a:lt1>
          <a:srgbClr val="FEFDE3"/>
        </a:lt1>
        <a:dk2>
          <a:srgbClr val="221304"/>
        </a:dk2>
        <a:lt2>
          <a:srgbClr val="CBBD83"/>
        </a:lt2>
        <a:accent1>
          <a:srgbClr val="A1BD69"/>
        </a:accent1>
        <a:accent2>
          <a:srgbClr val="3694B6"/>
        </a:accent2>
        <a:accent3>
          <a:srgbClr val="FEFEE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FNT_2012_TEMA1_1 2">
        <a:dk1>
          <a:srgbClr val="000000"/>
        </a:dk1>
        <a:lt1>
          <a:srgbClr val="FFFFFF"/>
        </a:lt1>
        <a:dk2>
          <a:srgbClr val="221304"/>
        </a:dk2>
        <a:lt2>
          <a:srgbClr val="CBBD83"/>
        </a:lt2>
        <a:accent1>
          <a:srgbClr val="A1BD69"/>
        </a:accent1>
        <a:accent2>
          <a:srgbClr val="3694B6"/>
        </a:accent2>
        <a:accent3>
          <a:srgbClr val="FFFFFF"/>
        </a:accent3>
        <a:accent4>
          <a:srgbClr val="000000"/>
        </a:accent4>
        <a:accent5>
          <a:srgbClr val="CDDBB9"/>
        </a:accent5>
        <a:accent6>
          <a:srgbClr val="3086A5"/>
        </a:accent6>
        <a:hlink>
          <a:srgbClr val="660066"/>
        </a:hlink>
        <a:folHlink>
          <a:srgbClr val="666699"/>
        </a:folHlink>
      </a:clrScheme>
      <a:clrMap bg1="lt1" tx1="dk1" bg2="lt2" tx2="dk2" accent1="accent1" accent2="accent2" accent3="accent3" accent4="accent4" accent5="accent5" accent6="accent6" hlink="hlink" folHlink="folHlink"/>
    </a:extraClrScheme>
    <a:extraClrScheme>
      <a:clrScheme name="FNT_2012_TEMA1_1 3">
        <a:dk1>
          <a:srgbClr val="000000"/>
        </a:dk1>
        <a:lt1>
          <a:srgbClr val="FFFFFF"/>
        </a:lt1>
        <a:dk2>
          <a:srgbClr val="000000"/>
        </a:dk2>
        <a:lt2>
          <a:srgbClr val="DDDDDD"/>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FNT_2012_TEMA1_1</Template>
  <TotalTime>10187</TotalTime>
  <Words>3708</Words>
  <Application>Microsoft Office PowerPoint</Application>
  <PresentationFormat>Personalizado</PresentationFormat>
  <Paragraphs>867</Paragraphs>
  <Slides>33</Slides>
  <Notes>32</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33</vt:i4>
      </vt:variant>
    </vt:vector>
  </HeadingPairs>
  <TitlesOfParts>
    <vt:vector size="40" baseType="lpstr">
      <vt:lpstr>Arial</vt:lpstr>
      <vt:lpstr>Comic Sans MS</vt:lpstr>
      <vt:lpstr>Symbol</vt:lpstr>
      <vt:lpstr>Times New Roman</vt:lpstr>
      <vt:lpstr>Trebuchet MS</vt:lpstr>
      <vt:lpstr>FNT_2012_TEMA1_1</vt:lpstr>
      <vt:lpstr>Ecuación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FÍSICA</dc:creator>
  <cp:lastModifiedBy>Jose Enrique Martin Dominguez</cp:lastModifiedBy>
  <cp:revision>1533</cp:revision>
  <dcterms:created xsi:type="dcterms:W3CDTF">2012-02-20T13:06:36Z</dcterms:created>
  <dcterms:modified xsi:type="dcterms:W3CDTF">2024-11-12T09:14:19Z</dcterms:modified>
</cp:coreProperties>
</file>